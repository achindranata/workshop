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b" ContentType="application/vnd.ms-excel.sheet.binary.macroEnabled.12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theme/theme2.xml" ContentType="application/vnd.openxmlformats-officedocument.theme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theme/theme3.xml" ContentType="application/vnd.openxmlformats-officedocument.theme+xml"/>
  <Override PartName="/ppt/tags/tag184.xml" ContentType="application/vnd.openxmlformats-officedocument.presentationml.tags+xml"/>
  <Override PartName="/ppt/theme/theme4.xml" ContentType="application/vnd.openxmlformats-officedocument.theme+xml"/>
  <Override PartName="/ppt/theme/theme5.xml" ContentType="application/vnd.openxmlformats-officedocument.theme+xml"/>
  <Override PartName="/ppt/tags/tag185.xml" ContentType="application/vnd.openxmlformats-officedocument.presentationml.tags+xml"/>
  <Override PartName="/ppt/notesSlides/notesSlide1.xml" ContentType="application/vnd.openxmlformats-officedocument.presentationml.notesSlide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notesSlides/notesSlide2.xml" ContentType="application/vnd.openxmlformats-officedocument.presentationml.notesSlide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684" r:id="rId4"/>
    <p:sldMasterId id="2147484627" r:id="rId5"/>
    <p:sldMasterId id="2147484702" r:id="rId6"/>
  </p:sldMasterIdLst>
  <p:notesMasterIdLst>
    <p:notesMasterId r:id="rId15"/>
  </p:notesMasterIdLst>
  <p:handoutMasterIdLst>
    <p:handoutMasterId r:id="rId16"/>
  </p:handoutMasterIdLst>
  <p:sldIdLst>
    <p:sldId id="282" r:id="rId7"/>
    <p:sldId id="2147483628" r:id="rId8"/>
    <p:sldId id="2147483629" r:id="rId9"/>
    <p:sldId id="2147483630" r:id="rId10"/>
    <p:sldId id="2147483631" r:id="rId11"/>
    <p:sldId id="2147483627" r:id="rId12"/>
    <p:sldId id="2147483633" r:id="rId13"/>
    <p:sldId id="417" r:id="rId14"/>
  </p:sldIdLst>
  <p:sldSz cx="12192000" cy="6858000"/>
  <p:notesSz cx="6858000" cy="9144000"/>
  <p:custDataLst>
    <p:tags r:id="rId1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4A7A717-7ED3-4A95-950D-0D140A06A53A}">
          <p14:sldIdLst>
            <p14:sldId id="282"/>
            <p14:sldId id="2147483628"/>
            <p14:sldId id="2147483629"/>
            <p14:sldId id="2147483630"/>
            <p14:sldId id="2147483631"/>
            <p14:sldId id="2147483627"/>
            <p14:sldId id="2147483633"/>
          </p14:sldIdLst>
        </p14:section>
        <p14:section name="Closing" id="{96D896CB-D60A-43C5-836C-5BB06A75DC53}">
          <p14:sldIdLst>
            <p14:sldId id="417"/>
          </p14:sldIdLst>
        </p14:section>
      </p14:section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EB903DC-7A13-BAAF-DA0F-E7301296488F}" name="Mokobombang, Muhammad Ghiffary" initials="MM" userId="S::mmokobombang@deloitte.com::7d533ba4-9a3b-4bb2-b36c-e6acf7775061" providerId="AD"/>
  <p188:author id="{C8B503E0-CAEF-C51F-DE65-71DE0BD712B4}" name="Mariono, Stanley Simon" initials="SM" userId="S::smariono@deloitte.com::4dc85177-3983-4455-95d1-a93fe5a3f20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7CC5"/>
    <a:srgbClr val="7094D3"/>
    <a:srgbClr val="CFDBF0"/>
    <a:srgbClr val="F2F2F2"/>
    <a:srgbClr val="DBE686"/>
    <a:srgbClr val="254376"/>
    <a:srgbClr val="2F5597"/>
    <a:srgbClr val="EAEEF4"/>
    <a:srgbClr val="92D050"/>
    <a:srgbClr val="358E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9B7B90-E926-4F5F-9E92-D26E82095557}" v="49200" dt="2026-10-23T11:27:45.9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tags" Target="tags/tag1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microsoft.com/office/2018/10/relationships/authors" Target="authors.xml"/><Relationship Id="rId5" Type="http://schemas.openxmlformats.org/officeDocument/2006/relationships/slideMaster" Target="slideMasters/slideMaster2.xml"/><Relationship Id="rId15" Type="http://schemas.openxmlformats.org/officeDocument/2006/relationships/notesMaster" Target="notesMasters/notesMaster1.xml"/><Relationship Id="rId23" Type="http://schemas.microsoft.com/office/2015/10/relationships/revisionInfo" Target="revisionInfo.xml"/><Relationship Id="rId10" Type="http://schemas.openxmlformats.org/officeDocument/2006/relationships/slide" Target="slides/slide4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thro Hotbatahi Hasoloan" userId="6704a177-17bb-4244-9c06-d865e36c920b" providerId="ADAL" clId="{3E066727-BBB6-4D37-A6B5-32C7A00FA4F3}"/>
    <pc:docChg chg="undo redo custSel addSld delSld modSld sldOrd addMainMaster delMainMaster modMainMaster delSection modSection">
      <pc:chgData name="Jethro Hotbatahi Hasoloan" userId="6704a177-17bb-4244-9c06-d865e36c920b" providerId="ADAL" clId="{3E066727-BBB6-4D37-A6B5-32C7A00FA4F3}" dt="2026-10-23T11:27:49.171" v="229087" actId="20577"/>
      <pc:docMkLst>
        <pc:docMk/>
      </pc:docMkLst>
      <pc:sldChg chg="del">
        <pc:chgData name="Jethro Hotbatahi Hasoloan" userId="6704a177-17bb-4244-9c06-d865e36c920b" providerId="ADAL" clId="{3E066727-BBB6-4D37-A6B5-32C7A00FA4F3}" dt="2026-10-22T02:55:02.488" v="36506" actId="47"/>
        <pc:sldMkLst>
          <pc:docMk/>
          <pc:sldMk cId="3815247327" sldId="256"/>
        </pc:sldMkLst>
      </pc:sldChg>
      <pc:sldChg chg="del">
        <pc:chgData name="Jethro Hotbatahi Hasoloan" userId="6704a177-17bb-4244-9c06-d865e36c920b" providerId="ADAL" clId="{3E066727-BBB6-4D37-A6B5-32C7A00FA4F3}" dt="2026-10-22T02:55:02.488" v="36506" actId="47"/>
        <pc:sldMkLst>
          <pc:docMk/>
          <pc:sldMk cId="1800045533" sldId="257"/>
        </pc:sldMkLst>
      </pc:sldChg>
      <pc:sldChg chg="del">
        <pc:chgData name="Jethro Hotbatahi Hasoloan" userId="6704a177-17bb-4244-9c06-d865e36c920b" providerId="ADAL" clId="{3E066727-BBB6-4D37-A6B5-32C7A00FA4F3}" dt="2026-10-22T02:55:02.488" v="36506" actId="47"/>
        <pc:sldMkLst>
          <pc:docMk/>
          <pc:sldMk cId="2594316407" sldId="258"/>
        </pc:sldMkLst>
      </pc:sldChg>
      <pc:sldChg chg="del">
        <pc:chgData name="Jethro Hotbatahi Hasoloan" userId="6704a177-17bb-4244-9c06-d865e36c920b" providerId="ADAL" clId="{3E066727-BBB6-4D37-A6B5-32C7A00FA4F3}" dt="2026-10-22T02:55:46.159" v="36515" actId="47"/>
        <pc:sldMkLst>
          <pc:docMk/>
          <pc:sldMk cId="551535476" sldId="261"/>
        </pc:sldMkLst>
      </pc:sldChg>
      <pc:sldChg chg="del">
        <pc:chgData name="Jethro Hotbatahi Hasoloan" userId="6704a177-17bb-4244-9c06-d865e36c920b" providerId="ADAL" clId="{3E066727-BBB6-4D37-A6B5-32C7A00FA4F3}" dt="2026-10-22T02:55:46.159" v="36515" actId="47"/>
        <pc:sldMkLst>
          <pc:docMk/>
          <pc:sldMk cId="2803748429" sldId="264"/>
        </pc:sldMkLst>
      </pc:sldChg>
      <pc:sldChg chg="addSp delSp modSp del mod">
        <pc:chgData name="Jethro Hotbatahi Hasoloan" userId="6704a177-17bb-4244-9c06-d865e36c920b" providerId="ADAL" clId="{3E066727-BBB6-4D37-A6B5-32C7A00FA4F3}" dt="2026-10-22T04:19:29.283" v="78329" actId="2696"/>
        <pc:sldMkLst>
          <pc:docMk/>
          <pc:sldMk cId="921645031" sldId="266"/>
        </pc:sldMkLst>
        <pc:spChg chg="add del mod modVis">
          <ac:chgData name="Jethro Hotbatahi Hasoloan" userId="6704a177-17bb-4244-9c06-d865e36c920b" providerId="ADAL" clId="{3E066727-BBB6-4D37-A6B5-32C7A00FA4F3}" dt="2026-10-22T01:42:56.401" v="1078"/>
          <ac:spMkLst>
            <pc:docMk/>
            <pc:sldMk cId="921645031" sldId="266"/>
            <ac:spMk id="2" creationId="{9A7556C2-A7D5-60D3-AFF2-3E702A1D31B9}"/>
          </ac:spMkLst>
        </pc:spChg>
        <pc:spChg chg="mod ord">
          <ac:chgData name="Jethro Hotbatahi Hasoloan" userId="6704a177-17bb-4244-9c06-d865e36c920b" providerId="ADAL" clId="{3E066727-BBB6-4D37-A6B5-32C7A00FA4F3}" dt="2026-10-22T02:54:12.957" v="36360"/>
          <ac:spMkLst>
            <pc:docMk/>
            <pc:sldMk cId="921645031" sldId="266"/>
            <ac:spMk id="3" creationId="{FF30604C-D42A-4E5B-A36F-C76A14D01535}"/>
          </ac:spMkLst>
        </pc:spChg>
        <pc:spChg chg="del mod">
          <ac:chgData name="Jethro Hotbatahi Hasoloan" userId="6704a177-17bb-4244-9c06-d865e36c920b" providerId="ADAL" clId="{3E066727-BBB6-4D37-A6B5-32C7A00FA4F3}" dt="2026-10-22T01:42:56.042" v="776"/>
          <ac:spMkLst>
            <pc:docMk/>
            <pc:sldMk cId="921645031" sldId="266"/>
            <ac:spMk id="4" creationId="{9BA09EDF-E9AE-45E7-A791-4D7AC86F4A7F}"/>
          </ac:spMkLst>
        </pc:spChg>
        <pc:spChg chg="mod ord">
          <ac:chgData name="Jethro Hotbatahi Hasoloan" userId="6704a177-17bb-4244-9c06-d865e36c920b" providerId="ADAL" clId="{3E066727-BBB6-4D37-A6B5-32C7A00FA4F3}" dt="2026-10-22T02:54:12.957" v="36376"/>
          <ac:spMkLst>
            <pc:docMk/>
            <pc:sldMk cId="921645031" sldId="266"/>
            <ac:spMk id="5" creationId="{7511E12D-F950-46A3-9908-FF6A5E804D7C}"/>
          </ac:spMkLst>
        </pc:spChg>
        <pc:spChg chg="del mod">
          <ac:chgData name="Jethro Hotbatahi Hasoloan" userId="6704a177-17bb-4244-9c06-d865e36c920b" providerId="ADAL" clId="{3E066727-BBB6-4D37-A6B5-32C7A00FA4F3}" dt="2026-10-22T01:42:56.050" v="777"/>
          <ac:spMkLst>
            <pc:docMk/>
            <pc:sldMk cId="921645031" sldId="266"/>
            <ac:spMk id="6" creationId="{19D2E202-96B5-4280-8DD1-25BA649F83FF}"/>
          </ac:spMkLst>
        </pc:spChg>
        <pc:spChg chg="del mod">
          <ac:chgData name="Jethro Hotbatahi Hasoloan" userId="6704a177-17bb-4244-9c06-d865e36c920b" providerId="ADAL" clId="{3E066727-BBB6-4D37-A6B5-32C7A00FA4F3}" dt="2026-10-22T01:42:56.050" v="778"/>
          <ac:spMkLst>
            <pc:docMk/>
            <pc:sldMk cId="921645031" sldId="266"/>
            <ac:spMk id="7" creationId="{A116F80F-DBBA-4B2C-A6C5-AFF9F1D1BCC1}"/>
          </ac:spMkLst>
        </pc:spChg>
        <pc:spChg chg="del mod">
          <ac:chgData name="Jethro Hotbatahi Hasoloan" userId="6704a177-17bb-4244-9c06-d865e36c920b" providerId="ADAL" clId="{3E066727-BBB6-4D37-A6B5-32C7A00FA4F3}" dt="2026-10-22T01:42:56.050" v="779"/>
          <ac:spMkLst>
            <pc:docMk/>
            <pc:sldMk cId="921645031" sldId="266"/>
            <ac:spMk id="8" creationId="{C7CA2703-3A29-4AD8-9414-F15EF0B5ABB9}"/>
          </ac:spMkLst>
        </pc:spChg>
        <pc:spChg chg="del mod">
          <ac:chgData name="Jethro Hotbatahi Hasoloan" userId="6704a177-17bb-4244-9c06-d865e36c920b" providerId="ADAL" clId="{3E066727-BBB6-4D37-A6B5-32C7A00FA4F3}" dt="2026-10-22T01:42:56.050" v="780"/>
          <ac:spMkLst>
            <pc:docMk/>
            <pc:sldMk cId="921645031" sldId="266"/>
            <ac:spMk id="9" creationId="{529769FC-B779-4276-AC5F-25C28FFC556C}"/>
          </ac:spMkLst>
        </pc:spChg>
        <pc:spChg chg="del mod">
          <ac:chgData name="Jethro Hotbatahi Hasoloan" userId="6704a177-17bb-4244-9c06-d865e36c920b" providerId="ADAL" clId="{3E066727-BBB6-4D37-A6B5-32C7A00FA4F3}" dt="2026-10-22T01:42:56.050" v="781"/>
          <ac:spMkLst>
            <pc:docMk/>
            <pc:sldMk cId="921645031" sldId="266"/>
            <ac:spMk id="10" creationId="{D0928D44-B7D2-4CFF-9963-1BC1B7D7912C}"/>
          </ac:spMkLst>
        </pc:spChg>
        <pc:spChg chg="del mod">
          <ac:chgData name="Jethro Hotbatahi Hasoloan" userId="6704a177-17bb-4244-9c06-d865e36c920b" providerId="ADAL" clId="{3E066727-BBB6-4D37-A6B5-32C7A00FA4F3}" dt="2026-10-22T01:42:56.050" v="782"/>
          <ac:spMkLst>
            <pc:docMk/>
            <pc:sldMk cId="921645031" sldId="266"/>
            <ac:spMk id="11" creationId="{1D73425F-A163-4429-B338-811909A9DC1B}"/>
          </ac:spMkLst>
        </pc:spChg>
        <pc:spChg chg="del mod">
          <ac:chgData name="Jethro Hotbatahi Hasoloan" userId="6704a177-17bb-4244-9c06-d865e36c920b" providerId="ADAL" clId="{3E066727-BBB6-4D37-A6B5-32C7A00FA4F3}" dt="2026-10-22T01:42:56.050" v="783"/>
          <ac:spMkLst>
            <pc:docMk/>
            <pc:sldMk cId="921645031" sldId="266"/>
            <ac:spMk id="12" creationId="{53E0CFE2-BFB9-4DD3-8DCE-891DAD0CE920}"/>
          </ac:spMkLst>
        </pc:spChg>
        <pc:spChg chg="del mod">
          <ac:chgData name="Jethro Hotbatahi Hasoloan" userId="6704a177-17bb-4244-9c06-d865e36c920b" providerId="ADAL" clId="{3E066727-BBB6-4D37-A6B5-32C7A00FA4F3}" dt="2026-10-22T01:42:56.130" v="878"/>
          <ac:spMkLst>
            <pc:docMk/>
            <pc:sldMk cId="921645031" sldId="266"/>
            <ac:spMk id="15" creationId="{8DF0983D-1A1D-42B9-AE08-A93E9721927C}"/>
          </ac:spMkLst>
        </pc:spChg>
        <pc:spChg chg="del mod">
          <ac:chgData name="Jethro Hotbatahi Hasoloan" userId="6704a177-17bb-4244-9c06-d865e36c920b" providerId="ADAL" clId="{3E066727-BBB6-4D37-A6B5-32C7A00FA4F3}" dt="2026-10-22T01:42:56.130" v="879"/>
          <ac:spMkLst>
            <pc:docMk/>
            <pc:sldMk cId="921645031" sldId="266"/>
            <ac:spMk id="16" creationId="{E491C848-F981-4CF6-BADA-DA121A539E20}"/>
          </ac:spMkLst>
        </pc:spChg>
        <pc:spChg chg="del mod">
          <ac:chgData name="Jethro Hotbatahi Hasoloan" userId="6704a177-17bb-4244-9c06-d865e36c920b" providerId="ADAL" clId="{3E066727-BBB6-4D37-A6B5-32C7A00FA4F3}" dt="2026-10-22T01:42:56.130" v="880"/>
          <ac:spMkLst>
            <pc:docMk/>
            <pc:sldMk cId="921645031" sldId="266"/>
            <ac:spMk id="17" creationId="{7608130A-0EDB-4E72-8ED5-2AA9C41E5005}"/>
          </ac:spMkLst>
        </pc:spChg>
        <pc:spChg chg="del mod">
          <ac:chgData name="Jethro Hotbatahi Hasoloan" userId="6704a177-17bb-4244-9c06-d865e36c920b" providerId="ADAL" clId="{3E066727-BBB6-4D37-A6B5-32C7A00FA4F3}" dt="2026-10-22T01:42:56.130" v="881"/>
          <ac:spMkLst>
            <pc:docMk/>
            <pc:sldMk cId="921645031" sldId="266"/>
            <ac:spMk id="18" creationId="{C4FE46C2-4A7D-43BE-BB3A-BBD4A82B18AA}"/>
          </ac:spMkLst>
        </pc:spChg>
        <pc:spChg chg="del mod">
          <ac:chgData name="Jethro Hotbatahi Hasoloan" userId="6704a177-17bb-4244-9c06-d865e36c920b" providerId="ADAL" clId="{3E066727-BBB6-4D37-A6B5-32C7A00FA4F3}" dt="2026-10-22T01:42:56.130" v="882"/>
          <ac:spMkLst>
            <pc:docMk/>
            <pc:sldMk cId="921645031" sldId="266"/>
            <ac:spMk id="19" creationId="{27DB53F3-0D85-4B56-8EC2-549E0A21AD2A}"/>
          </ac:spMkLst>
        </pc:spChg>
        <pc:spChg chg="del mod">
          <ac:chgData name="Jethro Hotbatahi Hasoloan" userId="6704a177-17bb-4244-9c06-d865e36c920b" providerId="ADAL" clId="{3E066727-BBB6-4D37-A6B5-32C7A00FA4F3}" dt="2026-10-22T01:42:56.130" v="883"/>
          <ac:spMkLst>
            <pc:docMk/>
            <pc:sldMk cId="921645031" sldId="266"/>
            <ac:spMk id="20" creationId="{847BAA02-340A-4EAA-8673-2FF66B686FCC}"/>
          </ac:spMkLst>
        </pc:spChg>
        <pc:spChg chg="del mod">
          <ac:chgData name="Jethro Hotbatahi Hasoloan" userId="6704a177-17bb-4244-9c06-d865e36c920b" providerId="ADAL" clId="{3E066727-BBB6-4D37-A6B5-32C7A00FA4F3}" dt="2026-10-22T01:42:56.130" v="884"/>
          <ac:spMkLst>
            <pc:docMk/>
            <pc:sldMk cId="921645031" sldId="266"/>
            <ac:spMk id="21" creationId="{9D911D4F-58D2-45AA-994D-C7F588758DFF}"/>
          </ac:spMkLst>
        </pc:spChg>
        <pc:spChg chg="del mod">
          <ac:chgData name="Jethro Hotbatahi Hasoloan" userId="6704a177-17bb-4244-9c06-d865e36c920b" providerId="ADAL" clId="{3E066727-BBB6-4D37-A6B5-32C7A00FA4F3}" dt="2026-10-22T01:42:56.168" v="892"/>
          <ac:spMkLst>
            <pc:docMk/>
            <pc:sldMk cId="921645031" sldId="266"/>
            <ac:spMk id="23" creationId="{35BF9B65-D13A-48E9-AADB-B1B22458D4E2}"/>
          </ac:spMkLst>
        </pc:spChg>
        <pc:spChg chg="del mod">
          <ac:chgData name="Jethro Hotbatahi Hasoloan" userId="6704a177-17bb-4244-9c06-d865e36c920b" providerId="ADAL" clId="{3E066727-BBB6-4D37-A6B5-32C7A00FA4F3}" dt="2026-10-22T01:42:56.168" v="893"/>
          <ac:spMkLst>
            <pc:docMk/>
            <pc:sldMk cId="921645031" sldId="266"/>
            <ac:spMk id="24" creationId="{E8395195-AE2A-4649-B166-32975A639106}"/>
          </ac:spMkLst>
        </pc:spChg>
        <pc:spChg chg="del mod">
          <ac:chgData name="Jethro Hotbatahi Hasoloan" userId="6704a177-17bb-4244-9c06-d865e36c920b" providerId="ADAL" clId="{3E066727-BBB6-4D37-A6B5-32C7A00FA4F3}" dt="2026-10-22T01:42:56.168" v="894"/>
          <ac:spMkLst>
            <pc:docMk/>
            <pc:sldMk cId="921645031" sldId="266"/>
            <ac:spMk id="25" creationId="{B3142CB4-844A-4011-B973-0DBF10900E2C}"/>
          </ac:spMkLst>
        </pc:spChg>
        <pc:spChg chg="del mod">
          <ac:chgData name="Jethro Hotbatahi Hasoloan" userId="6704a177-17bb-4244-9c06-d865e36c920b" providerId="ADAL" clId="{3E066727-BBB6-4D37-A6B5-32C7A00FA4F3}" dt="2026-10-22T01:42:56.168" v="895"/>
          <ac:spMkLst>
            <pc:docMk/>
            <pc:sldMk cId="921645031" sldId="266"/>
            <ac:spMk id="26" creationId="{7D5E0587-8201-4B59-9133-6478E53E4924}"/>
          </ac:spMkLst>
        </pc:spChg>
        <pc:spChg chg="del mod">
          <ac:chgData name="Jethro Hotbatahi Hasoloan" userId="6704a177-17bb-4244-9c06-d865e36c920b" providerId="ADAL" clId="{3E066727-BBB6-4D37-A6B5-32C7A00FA4F3}" dt="2026-10-22T01:42:56.178" v="896"/>
          <ac:spMkLst>
            <pc:docMk/>
            <pc:sldMk cId="921645031" sldId="266"/>
            <ac:spMk id="28" creationId="{91E4F2FC-0216-4470-BD6E-280BEE999C0C}"/>
          </ac:spMkLst>
        </pc:spChg>
        <pc:spChg chg="del mod">
          <ac:chgData name="Jethro Hotbatahi Hasoloan" userId="6704a177-17bb-4244-9c06-d865e36c920b" providerId="ADAL" clId="{3E066727-BBB6-4D37-A6B5-32C7A00FA4F3}" dt="2026-10-22T01:42:56.178" v="897"/>
          <ac:spMkLst>
            <pc:docMk/>
            <pc:sldMk cId="921645031" sldId="266"/>
            <ac:spMk id="29" creationId="{160365C9-D411-46A9-9DFB-B1164DAA0F1C}"/>
          </ac:spMkLst>
        </pc:spChg>
        <pc:spChg chg="del mod">
          <ac:chgData name="Jethro Hotbatahi Hasoloan" userId="6704a177-17bb-4244-9c06-d865e36c920b" providerId="ADAL" clId="{3E066727-BBB6-4D37-A6B5-32C7A00FA4F3}" dt="2026-10-22T01:42:56.178" v="898"/>
          <ac:spMkLst>
            <pc:docMk/>
            <pc:sldMk cId="921645031" sldId="266"/>
            <ac:spMk id="30" creationId="{9D8CAEF1-21E8-46A7-AA32-3120C2E1159B}"/>
          </ac:spMkLst>
        </pc:spChg>
        <pc:spChg chg="del mod">
          <ac:chgData name="Jethro Hotbatahi Hasoloan" userId="6704a177-17bb-4244-9c06-d865e36c920b" providerId="ADAL" clId="{3E066727-BBB6-4D37-A6B5-32C7A00FA4F3}" dt="2026-10-22T01:42:56.178" v="899"/>
          <ac:spMkLst>
            <pc:docMk/>
            <pc:sldMk cId="921645031" sldId="266"/>
            <ac:spMk id="31" creationId="{A0D10665-8102-4F03-A419-E96C2F3C821C}"/>
          </ac:spMkLst>
        </pc:spChg>
        <pc:spChg chg="del mod">
          <ac:chgData name="Jethro Hotbatahi Hasoloan" userId="6704a177-17bb-4244-9c06-d865e36c920b" providerId="ADAL" clId="{3E066727-BBB6-4D37-A6B5-32C7A00FA4F3}" dt="2026-10-22T01:42:56.178" v="900"/>
          <ac:spMkLst>
            <pc:docMk/>
            <pc:sldMk cId="921645031" sldId="266"/>
            <ac:spMk id="32" creationId="{485ED6B3-BC10-468B-BCC2-0F21A1CF2F5C}"/>
          </ac:spMkLst>
        </pc:spChg>
        <pc:spChg chg="del mod">
          <ac:chgData name="Jethro Hotbatahi Hasoloan" userId="6704a177-17bb-4244-9c06-d865e36c920b" providerId="ADAL" clId="{3E066727-BBB6-4D37-A6B5-32C7A00FA4F3}" dt="2026-10-22T01:42:56.178" v="901"/>
          <ac:spMkLst>
            <pc:docMk/>
            <pc:sldMk cId="921645031" sldId="266"/>
            <ac:spMk id="33" creationId="{2993843A-C07A-4CBB-9D25-FC1061357087}"/>
          </ac:spMkLst>
        </pc:spChg>
        <pc:spChg chg="del mod">
          <ac:chgData name="Jethro Hotbatahi Hasoloan" userId="6704a177-17bb-4244-9c06-d865e36c920b" providerId="ADAL" clId="{3E066727-BBB6-4D37-A6B5-32C7A00FA4F3}" dt="2026-10-22T01:42:56.210" v="909"/>
          <ac:spMkLst>
            <pc:docMk/>
            <pc:sldMk cId="921645031" sldId="266"/>
            <ac:spMk id="35" creationId="{A0FCF717-13F5-4DF8-8C63-A4F0A2DD9AC5}"/>
          </ac:spMkLst>
        </pc:spChg>
        <pc:spChg chg="del mod">
          <ac:chgData name="Jethro Hotbatahi Hasoloan" userId="6704a177-17bb-4244-9c06-d865e36c920b" providerId="ADAL" clId="{3E066727-BBB6-4D37-A6B5-32C7A00FA4F3}" dt="2026-10-22T01:42:56.210" v="910"/>
          <ac:spMkLst>
            <pc:docMk/>
            <pc:sldMk cId="921645031" sldId="266"/>
            <ac:spMk id="36" creationId="{4F01379C-5893-4514-B14C-0B89A175246F}"/>
          </ac:spMkLst>
        </pc:spChg>
        <pc:spChg chg="del mod">
          <ac:chgData name="Jethro Hotbatahi Hasoloan" userId="6704a177-17bb-4244-9c06-d865e36c920b" providerId="ADAL" clId="{3E066727-BBB6-4D37-A6B5-32C7A00FA4F3}" dt="2026-10-22T01:42:56.210" v="911"/>
          <ac:spMkLst>
            <pc:docMk/>
            <pc:sldMk cId="921645031" sldId="266"/>
            <ac:spMk id="37" creationId="{1F78AC3F-6BCB-41C9-BD05-D3FBAEAA9D9A}"/>
          </ac:spMkLst>
        </pc:spChg>
        <pc:spChg chg="del mod">
          <ac:chgData name="Jethro Hotbatahi Hasoloan" userId="6704a177-17bb-4244-9c06-d865e36c920b" providerId="ADAL" clId="{3E066727-BBB6-4D37-A6B5-32C7A00FA4F3}" dt="2026-10-22T01:42:56.225" v="912"/>
          <ac:spMkLst>
            <pc:docMk/>
            <pc:sldMk cId="921645031" sldId="266"/>
            <ac:spMk id="38" creationId="{C4F2C2BF-E0E6-4D06-AC5C-B5E78B8ADD15}"/>
          </ac:spMkLst>
        </pc:spChg>
        <pc:spChg chg="del mod">
          <ac:chgData name="Jethro Hotbatahi Hasoloan" userId="6704a177-17bb-4244-9c06-d865e36c920b" providerId="ADAL" clId="{3E066727-BBB6-4D37-A6B5-32C7A00FA4F3}" dt="2026-10-22T01:42:56.225" v="913"/>
          <ac:spMkLst>
            <pc:docMk/>
            <pc:sldMk cId="921645031" sldId="266"/>
            <ac:spMk id="39" creationId="{29184937-0857-493C-BB25-D23613ED05A3}"/>
          </ac:spMkLst>
        </pc:spChg>
        <pc:spChg chg="del mod">
          <ac:chgData name="Jethro Hotbatahi Hasoloan" userId="6704a177-17bb-4244-9c06-d865e36c920b" providerId="ADAL" clId="{3E066727-BBB6-4D37-A6B5-32C7A00FA4F3}" dt="2026-10-22T01:42:56.225" v="914"/>
          <ac:spMkLst>
            <pc:docMk/>
            <pc:sldMk cId="921645031" sldId="266"/>
            <ac:spMk id="40" creationId="{589C5A7A-0DDD-4DFF-8FD5-C34902F1A211}"/>
          </ac:spMkLst>
        </pc:spChg>
        <pc:spChg chg="del mod">
          <ac:chgData name="Jethro Hotbatahi Hasoloan" userId="6704a177-17bb-4244-9c06-d865e36c920b" providerId="ADAL" clId="{3E066727-BBB6-4D37-A6B5-32C7A00FA4F3}" dt="2026-10-22T01:42:56.225" v="915"/>
          <ac:spMkLst>
            <pc:docMk/>
            <pc:sldMk cId="921645031" sldId="266"/>
            <ac:spMk id="41" creationId="{B5ABCABD-23C7-436A-84FB-79F8CA7B16C8}"/>
          </ac:spMkLst>
        </pc:spChg>
        <pc:spChg chg="del mod">
          <ac:chgData name="Jethro Hotbatahi Hasoloan" userId="6704a177-17bb-4244-9c06-d865e36c920b" providerId="ADAL" clId="{3E066727-BBB6-4D37-A6B5-32C7A00FA4F3}" dt="2026-10-22T01:42:56.225" v="916"/>
          <ac:spMkLst>
            <pc:docMk/>
            <pc:sldMk cId="921645031" sldId="266"/>
            <ac:spMk id="42" creationId="{438258E0-D2BE-428E-B6B1-8DE12DB2BA8D}"/>
          </ac:spMkLst>
        </pc:spChg>
        <pc:spChg chg="del mod">
          <ac:chgData name="Jethro Hotbatahi Hasoloan" userId="6704a177-17bb-4244-9c06-d865e36c920b" providerId="ADAL" clId="{3E066727-BBB6-4D37-A6B5-32C7A00FA4F3}" dt="2026-10-22T01:42:56.225" v="917"/>
          <ac:spMkLst>
            <pc:docMk/>
            <pc:sldMk cId="921645031" sldId="266"/>
            <ac:spMk id="43" creationId="{4F870127-0F0A-4297-A308-6148E92C4A35}"/>
          </ac:spMkLst>
        </pc:spChg>
        <pc:spChg chg="del mod">
          <ac:chgData name="Jethro Hotbatahi Hasoloan" userId="6704a177-17bb-4244-9c06-d865e36c920b" providerId="ADAL" clId="{3E066727-BBB6-4D37-A6B5-32C7A00FA4F3}" dt="2026-10-22T01:42:56.225" v="918"/>
          <ac:spMkLst>
            <pc:docMk/>
            <pc:sldMk cId="921645031" sldId="266"/>
            <ac:spMk id="44" creationId="{1F5AE1D9-87BA-48E3-87CE-D8ED1778178E}"/>
          </ac:spMkLst>
        </pc:spChg>
        <pc:spChg chg="del mod">
          <ac:chgData name="Jethro Hotbatahi Hasoloan" userId="6704a177-17bb-4244-9c06-d865e36c920b" providerId="ADAL" clId="{3E066727-BBB6-4D37-A6B5-32C7A00FA4F3}" dt="2026-10-22T01:42:56.257" v="926"/>
          <ac:spMkLst>
            <pc:docMk/>
            <pc:sldMk cId="921645031" sldId="266"/>
            <ac:spMk id="46" creationId="{F7A4BF88-523D-4DD8-9733-C864164E5126}"/>
          </ac:spMkLst>
        </pc:spChg>
        <pc:spChg chg="del mod">
          <ac:chgData name="Jethro Hotbatahi Hasoloan" userId="6704a177-17bb-4244-9c06-d865e36c920b" providerId="ADAL" clId="{3E066727-BBB6-4D37-A6B5-32C7A00FA4F3}" dt="2026-10-22T01:42:56.257" v="927"/>
          <ac:spMkLst>
            <pc:docMk/>
            <pc:sldMk cId="921645031" sldId="266"/>
            <ac:spMk id="47" creationId="{3D7A4DDC-774E-4E6E-801A-1FB43568F76B}"/>
          </ac:spMkLst>
        </pc:spChg>
        <pc:spChg chg="del mod">
          <ac:chgData name="Jethro Hotbatahi Hasoloan" userId="6704a177-17bb-4244-9c06-d865e36c920b" providerId="ADAL" clId="{3E066727-BBB6-4D37-A6B5-32C7A00FA4F3}" dt="2026-10-22T01:42:56.273" v="928"/>
          <ac:spMkLst>
            <pc:docMk/>
            <pc:sldMk cId="921645031" sldId="266"/>
            <ac:spMk id="48" creationId="{798E48DC-66D9-4A03-9AA6-67E9CDA33BCF}"/>
          </ac:spMkLst>
        </pc:spChg>
        <pc:spChg chg="del mod">
          <ac:chgData name="Jethro Hotbatahi Hasoloan" userId="6704a177-17bb-4244-9c06-d865e36c920b" providerId="ADAL" clId="{3E066727-BBB6-4D37-A6B5-32C7A00FA4F3}" dt="2026-10-22T01:42:56.273" v="929"/>
          <ac:spMkLst>
            <pc:docMk/>
            <pc:sldMk cId="921645031" sldId="266"/>
            <ac:spMk id="49" creationId="{B02BCB0D-2176-47AB-91FF-909665BF85F7}"/>
          </ac:spMkLst>
        </pc:spChg>
        <pc:spChg chg="del mod">
          <ac:chgData name="Jethro Hotbatahi Hasoloan" userId="6704a177-17bb-4244-9c06-d865e36c920b" providerId="ADAL" clId="{3E066727-BBB6-4D37-A6B5-32C7A00FA4F3}" dt="2026-10-22T01:42:56.273" v="930"/>
          <ac:spMkLst>
            <pc:docMk/>
            <pc:sldMk cId="921645031" sldId="266"/>
            <ac:spMk id="50" creationId="{164117CA-A226-488D-9461-D24300DFF65A}"/>
          </ac:spMkLst>
        </pc:spChg>
        <pc:spChg chg="del mod">
          <ac:chgData name="Jethro Hotbatahi Hasoloan" userId="6704a177-17bb-4244-9c06-d865e36c920b" providerId="ADAL" clId="{3E066727-BBB6-4D37-A6B5-32C7A00FA4F3}" dt="2026-10-22T01:42:56.273" v="931"/>
          <ac:spMkLst>
            <pc:docMk/>
            <pc:sldMk cId="921645031" sldId="266"/>
            <ac:spMk id="51" creationId="{30199451-FA47-4867-826B-66808D6D24B0}"/>
          </ac:spMkLst>
        </pc:spChg>
        <pc:spChg chg="del mod">
          <ac:chgData name="Jethro Hotbatahi Hasoloan" userId="6704a177-17bb-4244-9c06-d865e36c920b" providerId="ADAL" clId="{3E066727-BBB6-4D37-A6B5-32C7A00FA4F3}" dt="2026-10-22T01:42:56.273" v="932"/>
          <ac:spMkLst>
            <pc:docMk/>
            <pc:sldMk cId="921645031" sldId="266"/>
            <ac:spMk id="53" creationId="{293642C6-5BB6-4193-89FF-50837C5421EF}"/>
          </ac:spMkLst>
        </pc:spChg>
        <pc:spChg chg="del mod">
          <ac:chgData name="Jethro Hotbatahi Hasoloan" userId="6704a177-17bb-4244-9c06-d865e36c920b" providerId="ADAL" clId="{3E066727-BBB6-4D37-A6B5-32C7A00FA4F3}" dt="2026-10-22T01:42:56.273" v="933"/>
          <ac:spMkLst>
            <pc:docMk/>
            <pc:sldMk cId="921645031" sldId="266"/>
            <ac:spMk id="54" creationId="{804BF2DA-6E18-42F6-A57D-5B947B4BEB5D}"/>
          </ac:spMkLst>
        </pc:spChg>
        <pc:spChg chg="del mod">
          <ac:chgData name="Jethro Hotbatahi Hasoloan" userId="6704a177-17bb-4244-9c06-d865e36c920b" providerId="ADAL" clId="{3E066727-BBB6-4D37-A6B5-32C7A00FA4F3}" dt="2026-10-22T01:42:56.273" v="934"/>
          <ac:spMkLst>
            <pc:docMk/>
            <pc:sldMk cId="921645031" sldId="266"/>
            <ac:spMk id="55" creationId="{8A32F35C-3490-410F-ABFB-045C06A195CC}"/>
          </ac:spMkLst>
        </pc:spChg>
        <pc:spChg chg="del mod">
          <ac:chgData name="Jethro Hotbatahi Hasoloan" userId="6704a177-17bb-4244-9c06-d865e36c920b" providerId="ADAL" clId="{3E066727-BBB6-4D37-A6B5-32C7A00FA4F3}" dt="2026-10-22T01:42:56.273" v="935"/>
          <ac:spMkLst>
            <pc:docMk/>
            <pc:sldMk cId="921645031" sldId="266"/>
            <ac:spMk id="56" creationId="{35A497C6-4DDF-4AD9-BF19-F36592197B29}"/>
          </ac:spMkLst>
        </pc:spChg>
        <pc:spChg chg="del mod">
          <ac:chgData name="Jethro Hotbatahi Hasoloan" userId="6704a177-17bb-4244-9c06-d865e36c920b" providerId="ADAL" clId="{3E066727-BBB6-4D37-A6B5-32C7A00FA4F3}" dt="2026-10-22T01:42:56.321" v="943"/>
          <ac:spMkLst>
            <pc:docMk/>
            <pc:sldMk cId="921645031" sldId="266"/>
            <ac:spMk id="58" creationId="{84B6A4FC-60E7-4FE2-9DB1-49A51C1227BA}"/>
          </ac:spMkLst>
        </pc:spChg>
        <pc:spChg chg="del mod">
          <ac:chgData name="Jethro Hotbatahi Hasoloan" userId="6704a177-17bb-4244-9c06-d865e36c920b" providerId="ADAL" clId="{3E066727-BBB6-4D37-A6B5-32C7A00FA4F3}" dt="2026-10-22T01:42:56.321" v="944"/>
          <ac:spMkLst>
            <pc:docMk/>
            <pc:sldMk cId="921645031" sldId="266"/>
            <ac:spMk id="59" creationId="{0CD6FE6D-1C01-4945-9B77-8C3DA13347DB}"/>
          </ac:spMkLst>
        </pc:spChg>
        <pc:spChg chg="del mod">
          <ac:chgData name="Jethro Hotbatahi Hasoloan" userId="6704a177-17bb-4244-9c06-d865e36c920b" providerId="ADAL" clId="{3E066727-BBB6-4D37-A6B5-32C7A00FA4F3}" dt="2026-10-22T01:42:56.321" v="945"/>
          <ac:spMkLst>
            <pc:docMk/>
            <pc:sldMk cId="921645031" sldId="266"/>
            <ac:spMk id="60" creationId="{3AE4EC73-1BD4-4833-B31A-661F71D200E8}"/>
          </ac:spMkLst>
        </pc:spChg>
        <pc:spChg chg="del mod">
          <ac:chgData name="Jethro Hotbatahi Hasoloan" userId="6704a177-17bb-4244-9c06-d865e36c920b" providerId="ADAL" clId="{3E066727-BBB6-4D37-A6B5-32C7A00FA4F3}" dt="2026-10-22T01:42:56.321" v="946"/>
          <ac:spMkLst>
            <pc:docMk/>
            <pc:sldMk cId="921645031" sldId="266"/>
            <ac:spMk id="61" creationId="{27F7CA00-59FC-4748-BB00-C07D2C0ABCF4}"/>
          </ac:spMkLst>
        </pc:spChg>
        <pc:spChg chg="del mod">
          <ac:chgData name="Jethro Hotbatahi Hasoloan" userId="6704a177-17bb-4244-9c06-d865e36c920b" providerId="ADAL" clId="{3E066727-BBB6-4D37-A6B5-32C7A00FA4F3}" dt="2026-10-22T01:42:56.321" v="947"/>
          <ac:spMkLst>
            <pc:docMk/>
            <pc:sldMk cId="921645031" sldId="266"/>
            <ac:spMk id="62" creationId="{C2BAED6C-8975-41E5-B325-61EDEFD37A8E}"/>
          </ac:spMkLst>
        </pc:spChg>
        <pc:spChg chg="del mod">
          <ac:chgData name="Jethro Hotbatahi Hasoloan" userId="6704a177-17bb-4244-9c06-d865e36c920b" providerId="ADAL" clId="{3E066727-BBB6-4D37-A6B5-32C7A00FA4F3}" dt="2026-10-22T01:42:56.321" v="948"/>
          <ac:spMkLst>
            <pc:docMk/>
            <pc:sldMk cId="921645031" sldId="266"/>
            <ac:spMk id="63" creationId="{BC4D5C6C-6744-4504-AAB0-E3F3C5E833D0}"/>
          </ac:spMkLst>
        </pc:spChg>
        <pc:spChg chg="add del mod modVis">
          <ac:chgData name="Jethro Hotbatahi Hasoloan" userId="6704a177-17bb-4244-9c06-d865e36c920b" providerId="ADAL" clId="{3E066727-BBB6-4D37-A6B5-32C7A00FA4F3}" dt="2026-10-22T01:44:12.334" v="4390"/>
          <ac:spMkLst>
            <pc:docMk/>
            <pc:sldMk cId="921645031" sldId="266"/>
            <ac:spMk id="64" creationId="{4E31847B-325F-DD93-351A-146D6FEAF83B}"/>
          </ac:spMkLst>
        </pc:spChg>
        <pc:spChg chg="add del mod ord">
          <ac:chgData name="Jethro Hotbatahi Hasoloan" userId="6704a177-17bb-4244-9c06-d865e36c920b" providerId="ADAL" clId="{3E066727-BBB6-4D37-A6B5-32C7A00FA4F3}" dt="2026-10-22T01:44:14.827" v="4412"/>
          <ac:spMkLst>
            <pc:docMk/>
            <pc:sldMk cId="921645031" sldId="266"/>
            <ac:spMk id="65" creationId="{3F68F6A3-2615-071F-E2F7-F15E6EB73A8E}"/>
          </ac:spMkLst>
        </pc:spChg>
        <pc:spChg chg="add del mod modVis">
          <ac:chgData name="Jethro Hotbatahi Hasoloan" userId="6704a177-17bb-4244-9c06-d865e36c920b" providerId="ADAL" clId="{3E066727-BBB6-4D37-A6B5-32C7A00FA4F3}" dt="2026-10-22T01:44:32.259" v="5168"/>
          <ac:spMkLst>
            <pc:docMk/>
            <pc:sldMk cId="921645031" sldId="266"/>
            <ac:spMk id="71" creationId="{E2CE1489-B24A-EB32-BBDE-9D17C32E2015}"/>
          </ac:spMkLst>
        </pc:spChg>
        <pc:spChg chg="mod ord">
          <ac:chgData name="Jethro Hotbatahi Hasoloan" userId="6704a177-17bb-4244-9c06-d865e36c920b" providerId="ADAL" clId="{3E066727-BBB6-4D37-A6B5-32C7A00FA4F3}" dt="2026-10-22T02:54:13" v="36425"/>
          <ac:spMkLst>
            <pc:docMk/>
            <pc:sldMk cId="921645031" sldId="266"/>
            <ac:spMk id="72" creationId="{3CD8A98E-A47A-0C73-C485-63FB1E15E89E}"/>
          </ac:spMkLst>
        </pc:spChg>
        <pc:spChg chg="add del mod ord">
          <ac:chgData name="Jethro Hotbatahi Hasoloan" userId="6704a177-17bb-4244-9c06-d865e36c920b" providerId="ADAL" clId="{3E066727-BBB6-4D37-A6B5-32C7A00FA4F3}" dt="2026-10-22T01:44:38.026" v="5360"/>
          <ac:spMkLst>
            <pc:docMk/>
            <pc:sldMk cId="921645031" sldId="266"/>
            <ac:spMk id="74" creationId="{3B6C2444-B8ED-4772-CDFF-74225E16B878}"/>
          </ac:spMkLst>
        </pc:spChg>
        <pc:spChg chg="add del mod ord">
          <ac:chgData name="Jethro Hotbatahi Hasoloan" userId="6704a177-17bb-4244-9c06-d865e36c920b" providerId="ADAL" clId="{3E066727-BBB6-4D37-A6B5-32C7A00FA4F3}" dt="2026-10-22T01:44:41.147" v="5548"/>
          <ac:spMkLst>
            <pc:docMk/>
            <pc:sldMk cId="921645031" sldId="266"/>
            <ac:spMk id="76" creationId="{24E862C6-C462-0D5B-FCD7-10727F718309}"/>
          </ac:spMkLst>
        </pc:spChg>
        <pc:spChg chg="add del mod ord">
          <ac:chgData name="Jethro Hotbatahi Hasoloan" userId="6704a177-17bb-4244-9c06-d865e36c920b" providerId="ADAL" clId="{3E066727-BBB6-4D37-A6B5-32C7A00FA4F3}" dt="2026-10-22T01:44:43.481" v="5754"/>
          <ac:spMkLst>
            <pc:docMk/>
            <pc:sldMk cId="921645031" sldId="266"/>
            <ac:spMk id="78" creationId="{79FC9CBC-08ED-9F00-7104-9D49FA091E9C}"/>
          </ac:spMkLst>
        </pc:spChg>
        <pc:spChg chg="add del mod modVis">
          <ac:chgData name="Jethro Hotbatahi Hasoloan" userId="6704a177-17bb-4244-9c06-d865e36c920b" providerId="ADAL" clId="{3E066727-BBB6-4D37-A6B5-32C7A00FA4F3}" dt="2026-10-22T01:44:43.657" v="5884"/>
          <ac:spMkLst>
            <pc:docMk/>
            <pc:sldMk cId="921645031" sldId="266"/>
            <ac:spMk id="80" creationId="{79DBB870-95C6-B2DF-FB9D-63EF395127C9}"/>
          </ac:spMkLst>
        </pc:spChg>
        <pc:spChg chg="add del mod modVis">
          <ac:chgData name="Jethro Hotbatahi Hasoloan" userId="6704a177-17bb-4244-9c06-d865e36c920b" providerId="ADAL" clId="{3E066727-BBB6-4D37-A6B5-32C7A00FA4F3}" dt="2026-10-22T01:50:19.171" v="6236"/>
          <ac:spMkLst>
            <pc:docMk/>
            <pc:sldMk cId="921645031" sldId="266"/>
            <ac:spMk id="82" creationId="{E7ACC655-E3D9-D76E-157E-86E6AC4C2154}"/>
          </ac:spMkLst>
        </pc:spChg>
        <pc:spChg chg="add del mod ord">
          <ac:chgData name="Jethro Hotbatahi Hasoloan" userId="6704a177-17bb-4244-9c06-d865e36c920b" providerId="ADAL" clId="{3E066727-BBB6-4D37-A6B5-32C7A00FA4F3}" dt="2026-10-22T01:50:57.413" v="8244"/>
          <ac:spMkLst>
            <pc:docMk/>
            <pc:sldMk cId="921645031" sldId="266"/>
            <ac:spMk id="83" creationId="{6FF1648C-B4C0-19D9-052D-27362459F428}"/>
          </ac:spMkLst>
        </pc:spChg>
        <pc:spChg chg="add del mod ord">
          <ac:chgData name="Jethro Hotbatahi Hasoloan" userId="6704a177-17bb-4244-9c06-d865e36c920b" providerId="ADAL" clId="{3E066727-BBB6-4D37-A6B5-32C7A00FA4F3}" dt="2026-10-22T01:50:57.413" v="8246"/>
          <ac:spMkLst>
            <pc:docMk/>
            <pc:sldMk cId="921645031" sldId="266"/>
            <ac:spMk id="84" creationId="{9885F6F0-3993-1D37-3861-9BC02E2719E0}"/>
          </ac:spMkLst>
        </pc:spChg>
        <pc:spChg chg="mod ord">
          <ac:chgData name="Jethro Hotbatahi Hasoloan" userId="6704a177-17bb-4244-9c06-d865e36c920b" providerId="ADAL" clId="{3E066727-BBB6-4D37-A6B5-32C7A00FA4F3}" dt="2026-10-22T02:54:13" v="36427"/>
          <ac:spMkLst>
            <pc:docMk/>
            <pc:sldMk cId="921645031" sldId="266"/>
            <ac:spMk id="89" creationId="{EB05A6B0-5127-05BE-CE06-3067A1BB13B2}"/>
          </ac:spMkLst>
        </pc:spChg>
        <pc:spChg chg="add del mod modVis">
          <ac:chgData name="Jethro Hotbatahi Hasoloan" userId="6704a177-17bb-4244-9c06-d865e36c920b" providerId="ADAL" clId="{3E066727-BBB6-4D37-A6B5-32C7A00FA4F3}" dt="2026-10-22T01:50:30.799" v="6680"/>
          <ac:spMkLst>
            <pc:docMk/>
            <pc:sldMk cId="921645031" sldId="266"/>
            <ac:spMk id="93" creationId="{AF1BC0C9-9486-7962-1A24-26F5B029F19C}"/>
          </ac:spMkLst>
        </pc:spChg>
        <pc:spChg chg="add del mod ord">
          <ac:chgData name="Jethro Hotbatahi Hasoloan" userId="6704a177-17bb-4244-9c06-d865e36c920b" providerId="ADAL" clId="{3E066727-BBB6-4D37-A6B5-32C7A00FA4F3}" dt="2026-10-22T01:50:31.528" v="6702"/>
          <ac:spMkLst>
            <pc:docMk/>
            <pc:sldMk cId="921645031" sldId="266"/>
            <ac:spMk id="94" creationId="{03377155-E0AB-F63D-59CA-B5D3F68090B4}"/>
          </ac:spMkLst>
        </pc:spChg>
        <pc:spChg chg="add del mod ord">
          <ac:chgData name="Jethro Hotbatahi Hasoloan" userId="6704a177-17bb-4244-9c06-d865e36c920b" providerId="ADAL" clId="{3E066727-BBB6-4D37-A6B5-32C7A00FA4F3}" dt="2026-10-22T01:50:31.607" v="6748"/>
          <ac:spMkLst>
            <pc:docMk/>
            <pc:sldMk cId="921645031" sldId="266"/>
            <ac:spMk id="95" creationId="{C84DFFFE-34F5-042E-2194-CAA891E5FDF4}"/>
          </ac:spMkLst>
        </pc:spChg>
        <pc:spChg chg="add del mod modVis">
          <ac:chgData name="Jethro Hotbatahi Hasoloan" userId="6704a177-17bb-4244-9c06-d865e36c920b" providerId="ADAL" clId="{3E066727-BBB6-4D37-A6B5-32C7A00FA4F3}" dt="2026-10-22T01:50:31.778" v="6958"/>
          <ac:spMkLst>
            <pc:docMk/>
            <pc:sldMk cId="921645031" sldId="266"/>
            <ac:spMk id="97" creationId="{ED5FA619-5A71-4B18-607F-4E2A52665EAB}"/>
          </ac:spMkLst>
        </pc:spChg>
        <pc:spChg chg="add del mod ord">
          <ac:chgData name="Jethro Hotbatahi Hasoloan" userId="6704a177-17bb-4244-9c06-d865e36c920b" providerId="ADAL" clId="{3E066727-BBB6-4D37-A6B5-32C7A00FA4F3}" dt="2026-10-22T01:50:33.621" v="6980"/>
          <ac:spMkLst>
            <pc:docMk/>
            <pc:sldMk cId="921645031" sldId="266"/>
            <ac:spMk id="98" creationId="{2E1E726D-9DC9-CA80-3E35-40574FED77C6}"/>
          </ac:spMkLst>
        </pc:spChg>
        <pc:spChg chg="mod ord">
          <ac:chgData name="Jethro Hotbatahi Hasoloan" userId="6704a177-17bb-4244-9c06-d865e36c920b" providerId="ADAL" clId="{3E066727-BBB6-4D37-A6B5-32C7A00FA4F3}" dt="2026-10-22T02:54:12.957" v="36358"/>
          <ac:spMkLst>
            <pc:docMk/>
            <pc:sldMk cId="921645031" sldId="266"/>
            <ac:spMk id="99" creationId="{0A15B23E-6A15-8F0C-1E82-39A6AB724B41}"/>
          </ac:spMkLst>
        </pc:spChg>
        <pc:spChg chg="add del mod ord">
          <ac:chgData name="Jethro Hotbatahi Hasoloan" userId="6704a177-17bb-4244-9c06-d865e36c920b" providerId="ADAL" clId="{3E066727-BBB6-4D37-A6B5-32C7A00FA4F3}" dt="2026-10-22T01:50:33.685" v="7026"/>
          <ac:spMkLst>
            <pc:docMk/>
            <pc:sldMk cId="921645031" sldId="266"/>
            <ac:spMk id="100" creationId="{57721F33-4A92-A0B4-F89D-72E1465CFB1A}"/>
          </ac:spMkLst>
        </pc:spChg>
        <pc:spChg chg="mod ord">
          <ac:chgData name="Jethro Hotbatahi Hasoloan" userId="6704a177-17bb-4244-9c06-d865e36c920b" providerId="ADAL" clId="{3E066727-BBB6-4D37-A6B5-32C7A00FA4F3}" dt="2026-10-22T02:54:13.003" v="36429"/>
          <ac:spMkLst>
            <pc:docMk/>
            <pc:sldMk cId="921645031" sldId="266"/>
            <ac:spMk id="101" creationId="{E59B914B-F24F-901F-AF21-041A616C215F}"/>
          </ac:spMkLst>
        </pc:spChg>
        <pc:spChg chg="add del mod modVis">
          <ac:chgData name="Jethro Hotbatahi Hasoloan" userId="6704a177-17bb-4244-9c06-d865e36c920b" providerId="ADAL" clId="{3E066727-BBB6-4D37-A6B5-32C7A00FA4F3}" dt="2026-10-22T01:50:33.875" v="7234"/>
          <ac:spMkLst>
            <pc:docMk/>
            <pc:sldMk cId="921645031" sldId="266"/>
            <ac:spMk id="103" creationId="{DB056A25-60BD-B8B2-CAA2-3FC49C40AAD7}"/>
          </ac:spMkLst>
        </pc:spChg>
        <pc:spChg chg="add del mod ord">
          <ac:chgData name="Jethro Hotbatahi Hasoloan" userId="6704a177-17bb-4244-9c06-d865e36c920b" providerId="ADAL" clId="{3E066727-BBB6-4D37-A6B5-32C7A00FA4F3}" dt="2026-10-22T01:50:37.282" v="7256"/>
          <ac:spMkLst>
            <pc:docMk/>
            <pc:sldMk cId="921645031" sldId="266"/>
            <ac:spMk id="104" creationId="{85E4229A-8F45-47C4-1A01-0AB2175BF162}"/>
          </ac:spMkLst>
        </pc:spChg>
        <pc:spChg chg="add del mod ord">
          <ac:chgData name="Jethro Hotbatahi Hasoloan" userId="6704a177-17bb-4244-9c06-d865e36c920b" providerId="ADAL" clId="{3E066727-BBB6-4D37-A6B5-32C7A00FA4F3}" dt="2026-10-22T01:50:37.292" v="7258"/>
          <ac:spMkLst>
            <pc:docMk/>
            <pc:sldMk cId="921645031" sldId="266"/>
            <ac:spMk id="105" creationId="{F7389816-B90A-CB8A-8947-2910AAE31057}"/>
          </ac:spMkLst>
        </pc:spChg>
        <pc:spChg chg="add del mod modVis">
          <ac:chgData name="Jethro Hotbatahi Hasoloan" userId="6704a177-17bb-4244-9c06-d865e36c920b" providerId="ADAL" clId="{3E066727-BBB6-4D37-A6B5-32C7A00FA4F3}" dt="2026-10-22T01:50:37.402" v="7398"/>
          <ac:spMkLst>
            <pc:docMk/>
            <pc:sldMk cId="921645031" sldId="266"/>
            <ac:spMk id="107" creationId="{9EC573B1-800C-DF38-DCC6-5C9734D89E7C}"/>
          </ac:spMkLst>
        </pc:spChg>
        <pc:spChg chg="add del mod ord">
          <ac:chgData name="Jethro Hotbatahi Hasoloan" userId="6704a177-17bb-4244-9c06-d865e36c920b" providerId="ADAL" clId="{3E066727-BBB6-4D37-A6B5-32C7A00FA4F3}" dt="2026-10-22T01:50:43.790" v="7709"/>
          <ac:spMkLst>
            <pc:docMk/>
            <pc:sldMk cId="921645031" sldId="266"/>
            <ac:spMk id="109" creationId="{32A5E52E-3C32-94BA-1164-EBA99FEF35AB}"/>
          </ac:spMkLst>
        </pc:spChg>
        <pc:spChg chg="add del mod ord">
          <ac:chgData name="Jethro Hotbatahi Hasoloan" userId="6704a177-17bb-4244-9c06-d865e36c920b" providerId="ADAL" clId="{3E066727-BBB6-4D37-A6B5-32C7A00FA4F3}" dt="2026-10-22T01:50:43.869" v="7755"/>
          <ac:spMkLst>
            <pc:docMk/>
            <pc:sldMk cId="921645031" sldId="266"/>
            <ac:spMk id="110" creationId="{4DCC5815-70E1-247A-D200-A58E25568D62}"/>
          </ac:spMkLst>
        </pc:spChg>
        <pc:spChg chg="add del mod ord">
          <ac:chgData name="Jethro Hotbatahi Hasoloan" userId="6704a177-17bb-4244-9c06-d865e36c920b" providerId="ADAL" clId="{3E066727-BBB6-4D37-A6B5-32C7A00FA4F3}" dt="2026-10-22T01:50:51.424" v="8038"/>
          <ac:spMkLst>
            <pc:docMk/>
            <pc:sldMk cId="921645031" sldId="266"/>
            <ac:spMk id="113" creationId="{AD6FBA75-9838-6395-3D2F-919FCA9E04D5}"/>
          </ac:spMkLst>
        </pc:spChg>
        <pc:spChg chg="add del mod ord">
          <ac:chgData name="Jethro Hotbatahi Hasoloan" userId="6704a177-17bb-4244-9c06-d865e36c920b" providerId="ADAL" clId="{3E066727-BBB6-4D37-A6B5-32C7A00FA4F3}" dt="2026-10-22T01:50:51.424" v="8040"/>
          <ac:spMkLst>
            <pc:docMk/>
            <pc:sldMk cId="921645031" sldId="266"/>
            <ac:spMk id="114" creationId="{E9465424-9E5B-0192-B8D7-FCB1518990D7}"/>
          </ac:spMkLst>
        </pc:spChg>
        <pc:spChg chg="add del mod modVis">
          <ac:chgData name="Jethro Hotbatahi Hasoloan" userId="6704a177-17bb-4244-9c06-d865e36c920b" providerId="ADAL" clId="{3E066727-BBB6-4D37-A6B5-32C7A00FA4F3}" dt="2026-10-22T01:50:51.552" v="8222"/>
          <ac:spMkLst>
            <pc:docMk/>
            <pc:sldMk cId="921645031" sldId="266"/>
            <ac:spMk id="117" creationId="{964F1429-2C2A-AACF-AD4F-A4B1F0844269}"/>
          </ac:spMkLst>
        </pc:spChg>
        <pc:spChg chg="mod ord">
          <ac:chgData name="Jethro Hotbatahi Hasoloan" userId="6704a177-17bb-4244-9c06-d865e36c920b" providerId="ADAL" clId="{3E066727-BBB6-4D37-A6B5-32C7A00FA4F3}" dt="2026-10-22T02:54:13.004" v="36431"/>
          <ac:spMkLst>
            <pc:docMk/>
            <pc:sldMk cId="921645031" sldId="266"/>
            <ac:spMk id="119" creationId="{6A0AAE41-F479-76AF-AF7D-C5F41D7B9731}"/>
          </ac:spMkLst>
        </pc:spChg>
        <pc:spChg chg="add del mod ord">
          <ac:chgData name="Jethro Hotbatahi Hasoloan" userId="6704a177-17bb-4244-9c06-d865e36c920b" providerId="ADAL" clId="{3E066727-BBB6-4D37-A6B5-32C7A00FA4F3}" dt="2026-10-22T01:51:01.022" v="8620"/>
          <ac:spMkLst>
            <pc:docMk/>
            <pc:sldMk cId="921645031" sldId="266"/>
            <ac:spMk id="122" creationId="{4F513F3F-F668-17F7-F081-783107CB60D2}"/>
          </ac:spMkLst>
        </pc:spChg>
        <pc:spChg chg="add del mod ord">
          <ac:chgData name="Jethro Hotbatahi Hasoloan" userId="6704a177-17bb-4244-9c06-d865e36c920b" providerId="ADAL" clId="{3E066727-BBB6-4D37-A6B5-32C7A00FA4F3}" dt="2026-10-22T01:51:49.190" v="10376"/>
          <ac:spMkLst>
            <pc:docMk/>
            <pc:sldMk cId="921645031" sldId="266"/>
            <ac:spMk id="123" creationId="{6B5DD516-2B8A-EF18-3953-36A40BBBD4C2}"/>
          </ac:spMkLst>
        </pc:spChg>
        <pc:spChg chg="add del mod ord">
          <ac:chgData name="Jethro Hotbatahi Hasoloan" userId="6704a177-17bb-4244-9c06-d865e36c920b" providerId="ADAL" clId="{3E066727-BBB6-4D37-A6B5-32C7A00FA4F3}" dt="2026-10-22T01:51:49.190" v="10378"/>
          <ac:spMkLst>
            <pc:docMk/>
            <pc:sldMk cId="921645031" sldId="266"/>
            <ac:spMk id="124" creationId="{6949D596-6AF5-E5F6-DCC0-27B9C7BA8079}"/>
          </ac:spMkLst>
        </pc:spChg>
        <pc:spChg chg="add del mod">
          <ac:chgData name="Jethro Hotbatahi Hasoloan" userId="6704a177-17bb-4244-9c06-d865e36c920b" providerId="ADAL" clId="{3E066727-BBB6-4D37-A6B5-32C7A00FA4F3}" dt="2026-10-22T02:01:35.803" v="19689"/>
          <ac:spMkLst>
            <pc:docMk/>
            <pc:sldMk cId="921645031" sldId="266"/>
            <ac:spMk id="258" creationId="{A5C2A35E-9BD3-DF8B-F98E-9BD1B8294E3C}"/>
          </ac:spMkLst>
        </pc:spChg>
        <pc:spChg chg="del mod ord">
          <ac:chgData name="Jethro Hotbatahi Hasoloan" userId="6704a177-17bb-4244-9c06-d865e36c920b" providerId="ADAL" clId="{3E066727-BBB6-4D37-A6B5-32C7A00FA4F3}" dt="2026-10-22T01:56:22.035" v="12355"/>
          <ac:spMkLst>
            <pc:docMk/>
            <pc:sldMk cId="921645031" sldId="266"/>
            <ac:spMk id="259" creationId="{1A94B358-55F9-BD70-9F1D-B107D0C62D49}"/>
          </ac:spMkLst>
        </pc:spChg>
        <pc:spChg chg="del mod ord">
          <ac:chgData name="Jethro Hotbatahi Hasoloan" userId="6704a177-17bb-4244-9c06-d865e36c920b" providerId="ADAL" clId="{3E066727-BBB6-4D37-A6B5-32C7A00FA4F3}" dt="2026-10-22T01:56:22.035" v="12357"/>
          <ac:spMkLst>
            <pc:docMk/>
            <pc:sldMk cId="921645031" sldId="266"/>
            <ac:spMk id="260" creationId="{E299B95B-8285-9659-3516-663E7B9D24F9}"/>
          </ac:spMkLst>
        </pc:spChg>
        <pc:spChg chg="add del mod modVis">
          <ac:chgData name="Jethro Hotbatahi Hasoloan" userId="6704a177-17bb-4244-9c06-d865e36c920b" providerId="ADAL" clId="{3E066727-BBB6-4D37-A6B5-32C7A00FA4F3}" dt="2026-10-22T02:01:34.883" v="19686"/>
          <ac:spMkLst>
            <pc:docMk/>
            <pc:sldMk cId="921645031" sldId="266"/>
            <ac:spMk id="261" creationId="{5F100ABB-C6E6-B9A7-C5BE-A8713B59FEF4}"/>
          </ac:spMkLst>
        </pc:spChg>
        <pc:spChg chg="add del mod modVis">
          <ac:chgData name="Jethro Hotbatahi Hasoloan" userId="6704a177-17bb-4244-9c06-d865e36c920b" providerId="ADAL" clId="{3E066727-BBB6-4D37-A6B5-32C7A00FA4F3}" dt="2026-10-22T02:01:53.023" v="21116"/>
          <ac:spMkLst>
            <pc:docMk/>
            <pc:sldMk cId="921645031" sldId="266"/>
            <ac:spMk id="266" creationId="{54B7C57E-931B-CB4C-B7A0-E0E3C7B45931}"/>
          </ac:spMkLst>
        </pc:spChg>
        <pc:spChg chg="add del mod">
          <ac:chgData name="Jethro Hotbatahi Hasoloan" userId="6704a177-17bb-4244-9c06-d865e36c920b" providerId="ADAL" clId="{3E066727-BBB6-4D37-A6B5-32C7A00FA4F3}" dt="2026-10-22T02:01:53.801" v="21119"/>
          <ac:spMkLst>
            <pc:docMk/>
            <pc:sldMk cId="921645031" sldId="266"/>
            <ac:spMk id="267" creationId="{A911F789-FE8D-5084-D264-AFC2CD6B207E}"/>
          </ac:spMkLst>
        </pc:spChg>
        <pc:spChg chg="add del mod">
          <ac:chgData name="Jethro Hotbatahi Hasoloan" userId="6704a177-17bb-4244-9c06-d865e36c920b" providerId="ADAL" clId="{3E066727-BBB6-4D37-A6B5-32C7A00FA4F3}" dt="2026-10-22T02:01:53.801" v="21120"/>
          <ac:spMkLst>
            <pc:docMk/>
            <pc:sldMk cId="921645031" sldId="266"/>
            <ac:spMk id="268" creationId="{7F629D78-C5D2-62D7-D7FE-27F9CAA743E6}"/>
          </ac:spMkLst>
        </pc:spChg>
        <pc:spChg chg="add del mod">
          <ac:chgData name="Jethro Hotbatahi Hasoloan" userId="6704a177-17bb-4244-9c06-d865e36c920b" providerId="ADAL" clId="{3E066727-BBB6-4D37-A6B5-32C7A00FA4F3}" dt="2026-10-22T02:01:53.817" v="21121"/>
          <ac:spMkLst>
            <pc:docMk/>
            <pc:sldMk cId="921645031" sldId="266"/>
            <ac:spMk id="269" creationId="{98E38D84-DB8C-20E5-4029-7A648B89DBE2}"/>
          </ac:spMkLst>
        </pc:spChg>
        <pc:spChg chg="add del mod">
          <ac:chgData name="Jethro Hotbatahi Hasoloan" userId="6704a177-17bb-4244-9c06-d865e36c920b" providerId="ADAL" clId="{3E066727-BBB6-4D37-A6B5-32C7A00FA4F3}" dt="2026-10-22T02:01:53.817" v="21122"/>
          <ac:spMkLst>
            <pc:docMk/>
            <pc:sldMk cId="921645031" sldId="266"/>
            <ac:spMk id="270" creationId="{9E6E890A-3EF5-77BD-02EC-C061670B2547}"/>
          </ac:spMkLst>
        </pc:spChg>
        <pc:spChg chg="add del mod">
          <ac:chgData name="Jethro Hotbatahi Hasoloan" userId="6704a177-17bb-4244-9c06-d865e36c920b" providerId="ADAL" clId="{3E066727-BBB6-4D37-A6B5-32C7A00FA4F3}" dt="2026-10-22T02:01:53.817" v="21123"/>
          <ac:spMkLst>
            <pc:docMk/>
            <pc:sldMk cId="921645031" sldId="266"/>
            <ac:spMk id="271" creationId="{028C2AC0-D092-F6ED-4500-94FAA445D3A8}"/>
          </ac:spMkLst>
        </pc:spChg>
        <pc:spChg chg="add mod ord">
          <ac:chgData name="Jethro Hotbatahi Hasoloan" userId="6704a177-17bb-4244-9c06-d865e36c920b" providerId="ADAL" clId="{3E066727-BBB6-4D37-A6B5-32C7A00FA4F3}" dt="2026-10-22T02:54:13.016" v="36447"/>
          <ac:spMkLst>
            <pc:docMk/>
            <pc:sldMk cId="921645031" sldId="266"/>
            <ac:spMk id="274" creationId="{A95A8143-07EA-031B-E851-D5A3C87572A3}"/>
          </ac:spMkLst>
        </pc:spChg>
        <pc:spChg chg="add del mod modVis">
          <ac:chgData name="Jethro Hotbatahi Hasoloan" userId="6704a177-17bb-4244-9c06-d865e36c920b" providerId="ADAL" clId="{3E066727-BBB6-4D37-A6B5-32C7A00FA4F3}" dt="2026-10-22T02:02:19.522" v="21547"/>
          <ac:spMkLst>
            <pc:docMk/>
            <pc:sldMk cId="921645031" sldId="266"/>
            <ac:spMk id="275" creationId="{25651C24-A08A-995B-BA2D-45CAAB3181AA}"/>
          </ac:spMkLst>
        </pc:spChg>
        <pc:spChg chg="add mod ord">
          <ac:chgData name="Jethro Hotbatahi Hasoloan" userId="6704a177-17bb-4244-9c06-d865e36c920b" providerId="ADAL" clId="{3E066727-BBB6-4D37-A6B5-32C7A00FA4F3}" dt="2026-10-22T02:54:13.032" v="36475"/>
          <ac:spMkLst>
            <pc:docMk/>
            <pc:sldMk cId="921645031" sldId="266"/>
            <ac:spMk id="277" creationId="{075C8A3E-9112-342B-DEEE-518D8987B051}"/>
          </ac:spMkLst>
        </pc:spChg>
        <pc:spChg chg="add del mod modVis">
          <ac:chgData name="Jethro Hotbatahi Hasoloan" userId="6704a177-17bb-4244-9c06-d865e36c920b" providerId="ADAL" clId="{3E066727-BBB6-4D37-A6B5-32C7A00FA4F3}" dt="2026-10-22T02:02:46.093" v="21826"/>
          <ac:spMkLst>
            <pc:docMk/>
            <pc:sldMk cId="921645031" sldId="266"/>
            <ac:spMk id="278" creationId="{4294B3FD-03B7-27C0-8799-FC8ADD998055}"/>
          </ac:spMkLst>
        </pc:spChg>
        <pc:spChg chg="add del mod ord">
          <ac:chgData name="Jethro Hotbatahi Hasoloan" userId="6704a177-17bb-4244-9c06-d865e36c920b" providerId="ADAL" clId="{3E066727-BBB6-4D37-A6B5-32C7A00FA4F3}" dt="2026-10-22T02:05:17.212" v="23952"/>
          <ac:spMkLst>
            <pc:docMk/>
            <pc:sldMk cId="921645031" sldId="266"/>
            <ac:spMk id="280" creationId="{E3EC1956-2919-F366-8986-929277543B2A}"/>
          </ac:spMkLst>
        </pc:spChg>
        <pc:spChg chg="add del mod ord">
          <ac:chgData name="Jethro Hotbatahi Hasoloan" userId="6704a177-17bb-4244-9c06-d865e36c920b" providerId="ADAL" clId="{3E066727-BBB6-4D37-A6B5-32C7A00FA4F3}" dt="2026-10-22T02:05:17.490" v="23998"/>
          <ac:spMkLst>
            <pc:docMk/>
            <pc:sldMk cId="921645031" sldId="266"/>
            <ac:spMk id="281" creationId="{44363433-BCE0-D55C-F83D-7B465C7B2329}"/>
          </ac:spMkLst>
        </pc:spChg>
        <pc:spChg chg="add del mod ord">
          <ac:chgData name="Jethro Hotbatahi Hasoloan" userId="6704a177-17bb-4244-9c06-d865e36c920b" providerId="ADAL" clId="{3E066727-BBB6-4D37-A6B5-32C7A00FA4F3}" dt="2026-10-22T02:04:54.880" v="22187"/>
          <ac:spMkLst>
            <pc:docMk/>
            <pc:sldMk cId="921645031" sldId="266"/>
            <ac:spMk id="282" creationId="{A2D0AA23-EA06-EE0E-4F27-6D4AD5BC881D}"/>
          </ac:spMkLst>
        </pc:spChg>
        <pc:spChg chg="add del mod ord">
          <ac:chgData name="Jethro Hotbatahi Hasoloan" userId="6704a177-17bb-4244-9c06-d865e36c920b" providerId="ADAL" clId="{3E066727-BBB6-4D37-A6B5-32C7A00FA4F3}" dt="2026-10-22T02:04:56.979" v="22434"/>
          <ac:spMkLst>
            <pc:docMk/>
            <pc:sldMk cId="921645031" sldId="266"/>
            <ac:spMk id="284" creationId="{14EE6CBA-EFB5-4A9C-EB91-F6D8EC6BDB1A}"/>
          </ac:spMkLst>
        </pc:spChg>
        <pc:spChg chg="add del mod ord">
          <ac:chgData name="Jethro Hotbatahi Hasoloan" userId="6704a177-17bb-4244-9c06-d865e36c920b" providerId="ADAL" clId="{3E066727-BBB6-4D37-A6B5-32C7A00FA4F3}" dt="2026-10-22T02:05:13.354" v="23476"/>
          <ac:spMkLst>
            <pc:docMk/>
            <pc:sldMk cId="921645031" sldId="266"/>
            <ac:spMk id="287" creationId="{0B81EB7F-C832-EE33-B0BD-3E6A85D0A8F3}"/>
          </ac:spMkLst>
        </pc:spChg>
        <pc:spChg chg="add del mod modVis">
          <ac:chgData name="Jethro Hotbatahi Hasoloan" userId="6704a177-17bb-4244-9c06-d865e36c920b" providerId="ADAL" clId="{3E066727-BBB6-4D37-A6B5-32C7A00FA4F3}" dt="2026-10-22T02:05:10.820" v="23454"/>
          <ac:spMkLst>
            <pc:docMk/>
            <pc:sldMk cId="921645031" sldId="266"/>
            <ac:spMk id="291" creationId="{B9D9B1AF-888D-8E1F-87A0-E53649E4369A}"/>
          </ac:spMkLst>
        </pc:spChg>
        <pc:spChg chg="add del mod ord">
          <ac:chgData name="Jethro Hotbatahi Hasoloan" userId="6704a177-17bb-4244-9c06-d865e36c920b" providerId="ADAL" clId="{3E066727-BBB6-4D37-A6B5-32C7A00FA4F3}" dt="2026-10-22T02:05:15.650" v="23706"/>
          <ac:spMkLst>
            <pc:docMk/>
            <pc:sldMk cId="921645031" sldId="266"/>
            <ac:spMk id="293" creationId="{32A67E88-114A-F684-0684-8681D4FBD1EA}"/>
          </ac:spMkLst>
        </pc:spChg>
        <pc:spChg chg="add del mod ord">
          <ac:chgData name="Jethro Hotbatahi Hasoloan" userId="6704a177-17bb-4244-9c06-d865e36c920b" providerId="ADAL" clId="{3E066727-BBB6-4D37-A6B5-32C7A00FA4F3}" dt="2026-10-22T02:05:17.490" v="24000"/>
          <ac:spMkLst>
            <pc:docMk/>
            <pc:sldMk cId="921645031" sldId="266"/>
            <ac:spMk id="295" creationId="{0FB678E0-8D18-C501-F65E-DBA8E28C60D3}"/>
          </ac:spMkLst>
        </pc:spChg>
        <pc:spChg chg="add del mod modVis">
          <ac:chgData name="Jethro Hotbatahi Hasoloan" userId="6704a177-17bb-4244-9c06-d865e36c920b" providerId="ADAL" clId="{3E066727-BBB6-4D37-A6B5-32C7A00FA4F3}" dt="2026-10-22T02:05:17.886" v="24186"/>
          <ac:spMkLst>
            <pc:docMk/>
            <pc:sldMk cId="921645031" sldId="266"/>
            <ac:spMk id="297" creationId="{34092F0E-B623-0FD4-4237-386263B4F4B7}"/>
          </ac:spMkLst>
        </pc:spChg>
        <pc:spChg chg="add mod ord">
          <ac:chgData name="Jethro Hotbatahi Hasoloan" userId="6704a177-17bb-4244-9c06-d865e36c920b" providerId="ADAL" clId="{3E066727-BBB6-4D37-A6B5-32C7A00FA4F3}" dt="2026-10-22T02:54:13.032" v="36479"/>
          <ac:spMkLst>
            <pc:docMk/>
            <pc:sldMk cId="921645031" sldId="266"/>
            <ac:spMk id="298" creationId="{11B628BE-0BEF-F15A-22E2-74E68C27494F}"/>
          </ac:spMkLst>
        </pc:spChg>
        <pc:spChg chg="add mod ord">
          <ac:chgData name="Jethro Hotbatahi Hasoloan" userId="6704a177-17bb-4244-9c06-d865e36c920b" providerId="ADAL" clId="{3E066727-BBB6-4D37-A6B5-32C7A00FA4F3}" dt="2026-10-22T02:54:12.974" v="36386"/>
          <ac:spMkLst>
            <pc:docMk/>
            <pc:sldMk cId="921645031" sldId="266"/>
            <ac:spMk id="300" creationId="{2C7F8F1F-AAE7-4EDB-3C4A-A71E567B911F}"/>
          </ac:spMkLst>
        </pc:spChg>
        <pc:spChg chg="add del mod modVis">
          <ac:chgData name="Jethro Hotbatahi Hasoloan" userId="6704a177-17bb-4244-9c06-d865e36c920b" providerId="ADAL" clId="{3E066727-BBB6-4D37-A6B5-32C7A00FA4F3}" dt="2026-10-22T02:11:52.043" v="24532"/>
          <ac:spMkLst>
            <pc:docMk/>
            <pc:sldMk cId="921645031" sldId="266"/>
            <ac:spMk id="301" creationId="{37EF318B-686E-0376-3C67-AA22D521594C}"/>
          </ac:spMkLst>
        </pc:spChg>
        <pc:spChg chg="add mod ord">
          <ac:chgData name="Jethro Hotbatahi Hasoloan" userId="6704a177-17bb-4244-9c06-d865e36c920b" providerId="ADAL" clId="{3E066727-BBB6-4D37-A6B5-32C7A00FA4F3}" dt="2026-10-22T02:54:13" v="36423"/>
          <ac:spMkLst>
            <pc:docMk/>
            <pc:sldMk cId="921645031" sldId="266"/>
            <ac:spMk id="303" creationId="{2D1955CC-1B38-1067-5AC1-9D8DC6EA9742}"/>
          </ac:spMkLst>
        </pc:spChg>
        <pc:spChg chg="add del mod modVis">
          <ac:chgData name="Jethro Hotbatahi Hasoloan" userId="6704a177-17bb-4244-9c06-d865e36c920b" providerId="ADAL" clId="{3E066727-BBB6-4D37-A6B5-32C7A00FA4F3}" dt="2026-10-22T02:11:54.887" v="24804"/>
          <ac:spMkLst>
            <pc:docMk/>
            <pc:sldMk cId="921645031" sldId="266"/>
            <ac:spMk id="304" creationId="{663D2C3F-04CA-625F-5FBD-50F08A73EADE}"/>
          </ac:spMkLst>
        </pc:spChg>
        <pc:spChg chg="add del mod ord">
          <ac:chgData name="Jethro Hotbatahi Hasoloan" userId="6704a177-17bb-4244-9c06-d865e36c920b" providerId="ADAL" clId="{3E066727-BBB6-4D37-A6B5-32C7A00FA4F3}" dt="2026-10-22T02:12:15.890" v="25380"/>
          <ac:spMkLst>
            <pc:docMk/>
            <pc:sldMk cId="921645031" sldId="266"/>
            <ac:spMk id="306" creationId="{76D79B59-56EF-E295-A155-C69213FA8D79}"/>
          </ac:spMkLst>
        </pc:spChg>
        <pc:spChg chg="add del mod modVis">
          <ac:chgData name="Jethro Hotbatahi Hasoloan" userId="6704a177-17bb-4244-9c06-d865e36c920b" providerId="ADAL" clId="{3E066727-BBB6-4D37-A6B5-32C7A00FA4F3}" dt="2026-10-22T02:11:57.434" v="25085"/>
          <ac:spMkLst>
            <pc:docMk/>
            <pc:sldMk cId="921645031" sldId="266"/>
            <ac:spMk id="307" creationId="{F1D727B2-758B-28BB-0DF8-CC326AC7BD2F}"/>
          </ac:spMkLst>
        </pc:spChg>
        <pc:spChg chg="add del mod modVis">
          <ac:chgData name="Jethro Hotbatahi Hasoloan" userId="6704a177-17bb-4244-9c06-d865e36c920b" providerId="ADAL" clId="{3E066727-BBB6-4D37-A6B5-32C7A00FA4F3}" dt="2026-10-22T02:12:17.598" v="25829"/>
          <ac:spMkLst>
            <pc:docMk/>
            <pc:sldMk cId="921645031" sldId="266"/>
            <ac:spMk id="310" creationId="{3EEE3615-C497-7705-1250-D405D66B7B4F}"/>
          </ac:spMkLst>
        </pc:spChg>
        <pc:spChg chg="add mod ord">
          <ac:chgData name="Jethro Hotbatahi Hasoloan" userId="6704a177-17bb-4244-9c06-d865e36c920b" providerId="ADAL" clId="{3E066727-BBB6-4D37-A6B5-32C7A00FA4F3}" dt="2026-10-22T02:54:13.027" v="36469"/>
          <ac:spMkLst>
            <pc:docMk/>
            <pc:sldMk cId="921645031" sldId="266"/>
            <ac:spMk id="311" creationId="{8F4CBF37-6A2F-B5B7-054A-05D70EE31C30}"/>
          </ac:spMkLst>
        </pc:spChg>
        <pc:spChg chg="add mod ord">
          <ac:chgData name="Jethro Hotbatahi Hasoloan" userId="6704a177-17bb-4244-9c06-d865e36c920b" providerId="ADAL" clId="{3E066727-BBB6-4D37-A6B5-32C7A00FA4F3}" dt="2026-10-22T02:54:13.027" v="36471"/>
          <ac:spMkLst>
            <pc:docMk/>
            <pc:sldMk cId="921645031" sldId="266"/>
            <ac:spMk id="313" creationId="{EEF20A51-7E2E-332A-D901-5C3BBFA45A97}"/>
          </ac:spMkLst>
        </pc:spChg>
        <pc:spChg chg="add mod ord">
          <ac:chgData name="Jethro Hotbatahi Hasoloan" userId="6704a177-17bb-4244-9c06-d865e36c920b" providerId="ADAL" clId="{3E066727-BBB6-4D37-A6B5-32C7A00FA4F3}" dt="2026-10-22T02:54:13.027" v="36473"/>
          <ac:spMkLst>
            <pc:docMk/>
            <pc:sldMk cId="921645031" sldId="266"/>
            <ac:spMk id="314" creationId="{9F47EF7B-EC2B-CF2D-6296-FE7A2009AD78}"/>
          </ac:spMkLst>
        </pc:spChg>
        <pc:spChg chg="add del mod modVis">
          <ac:chgData name="Jethro Hotbatahi Hasoloan" userId="6704a177-17bb-4244-9c06-d865e36c920b" providerId="ADAL" clId="{3E066727-BBB6-4D37-A6B5-32C7A00FA4F3}" dt="2026-10-22T02:53:27.269" v="34967"/>
          <ac:spMkLst>
            <pc:docMk/>
            <pc:sldMk cId="921645031" sldId="266"/>
            <ac:spMk id="315" creationId="{974EF287-4D3C-040C-5454-95879C224638}"/>
          </ac:spMkLst>
        </pc:spChg>
        <pc:spChg chg="add del mod modVis">
          <ac:chgData name="Jethro Hotbatahi Hasoloan" userId="6704a177-17bb-4244-9c06-d865e36c920b" providerId="ADAL" clId="{3E066727-BBB6-4D37-A6B5-32C7A00FA4F3}" dt="2026-10-22T02:53:39.420" v="35438"/>
          <ac:spMkLst>
            <pc:docMk/>
            <pc:sldMk cId="921645031" sldId="266"/>
            <ac:spMk id="318" creationId="{D0FD023B-4042-DB14-40D9-7A889EF61355}"/>
          </ac:spMkLst>
        </pc:spChg>
        <pc:spChg chg="del mod">
          <ac:chgData name="Jethro Hotbatahi Hasoloan" userId="6704a177-17bb-4244-9c06-d865e36c920b" providerId="ADAL" clId="{3E066727-BBB6-4D37-A6B5-32C7A00FA4F3}" dt="2026-10-22T01:42:56.321" v="949"/>
          <ac:spMkLst>
            <pc:docMk/>
            <pc:sldMk cId="921645031" sldId="266"/>
            <ac:spMk id="1344" creationId="{C5842C2F-0452-4366-86E8-95445D91EF7A}"/>
          </ac:spMkLst>
        </pc:spChg>
        <pc:spChg chg="del mod">
          <ac:chgData name="Jethro Hotbatahi Hasoloan" userId="6704a177-17bb-4244-9c06-d865e36c920b" providerId="ADAL" clId="{3E066727-BBB6-4D37-A6B5-32C7A00FA4F3}" dt="2026-10-22T01:42:56.321" v="950"/>
          <ac:spMkLst>
            <pc:docMk/>
            <pc:sldMk cId="921645031" sldId="266"/>
            <ac:spMk id="1345" creationId="{19520135-CFCF-477A-86E8-B1F9821F1D5C}"/>
          </ac:spMkLst>
        </pc:spChg>
        <pc:spChg chg="del mod">
          <ac:chgData name="Jethro Hotbatahi Hasoloan" userId="6704a177-17bb-4244-9c06-d865e36c920b" providerId="ADAL" clId="{3E066727-BBB6-4D37-A6B5-32C7A00FA4F3}" dt="2026-10-22T01:42:56.321" v="951"/>
          <ac:spMkLst>
            <pc:docMk/>
            <pc:sldMk cId="921645031" sldId="266"/>
            <ac:spMk id="1346" creationId="{7CE9BCD5-C314-4CA4-A0E3-BD9E6731F85B}"/>
          </ac:spMkLst>
        </pc:spChg>
        <pc:spChg chg="del mod">
          <ac:chgData name="Jethro Hotbatahi Hasoloan" userId="6704a177-17bb-4244-9c06-d865e36c920b" providerId="ADAL" clId="{3E066727-BBB6-4D37-A6B5-32C7A00FA4F3}" dt="2026-10-22T01:42:56.337" v="952"/>
          <ac:spMkLst>
            <pc:docMk/>
            <pc:sldMk cId="921645031" sldId="266"/>
            <ac:spMk id="1347" creationId="{50AC95C8-F608-4DD1-A8BF-E64A2AC0A770}"/>
          </ac:spMkLst>
        </pc:spChg>
        <pc:spChg chg="add del mod modVis">
          <ac:chgData name="Jethro Hotbatahi Hasoloan" userId="6704a177-17bb-4244-9c06-d865e36c920b" providerId="ADAL" clId="{3E066727-BBB6-4D37-A6B5-32C7A00FA4F3}" dt="2026-10-22T01:42:57.070" v="1397"/>
          <ac:spMkLst>
            <pc:docMk/>
            <pc:sldMk cId="921645031" sldId="266"/>
            <ac:spMk id="1354" creationId="{92F0643E-ADFC-A5ED-A839-495DB61764E7}"/>
          </ac:spMkLst>
        </pc:spChg>
        <pc:spChg chg="add mod ord">
          <ac:chgData name="Jethro Hotbatahi Hasoloan" userId="6704a177-17bb-4244-9c06-d865e36c920b" providerId="ADAL" clId="{3E066727-BBB6-4D37-A6B5-32C7A00FA4F3}" dt="2026-10-22T02:54:12.972" v="36379"/>
          <ac:spMkLst>
            <pc:docMk/>
            <pc:sldMk cId="921645031" sldId="266"/>
            <ac:spMk id="1355" creationId="{0E4C93EB-80E4-7A15-BED8-B8BD8CCC66D9}"/>
          </ac:spMkLst>
        </pc:spChg>
        <pc:spChg chg="add del mod ord">
          <ac:chgData name="Jethro Hotbatahi Hasoloan" userId="6704a177-17bb-4244-9c06-d865e36c920b" providerId="ADAL" clId="{3E066727-BBB6-4D37-A6B5-32C7A00FA4F3}" dt="2026-10-22T01:42:59.254" v="1438"/>
          <ac:spMkLst>
            <pc:docMk/>
            <pc:sldMk cId="921645031" sldId="266"/>
            <ac:spMk id="1356" creationId="{42E4E92D-1DE3-8AE2-71C3-1BF37995F4FF}"/>
          </ac:spMkLst>
        </pc:spChg>
        <pc:spChg chg="add del mod modVis">
          <ac:chgData name="Jethro Hotbatahi Hasoloan" userId="6704a177-17bb-4244-9c06-d865e36c920b" providerId="ADAL" clId="{3E066727-BBB6-4D37-A6B5-32C7A00FA4F3}" dt="2026-10-22T01:42:59.366" v="1608"/>
          <ac:spMkLst>
            <pc:docMk/>
            <pc:sldMk cId="921645031" sldId="266"/>
            <ac:spMk id="1358" creationId="{A37F8602-506A-2307-D9DA-14B84A225553}"/>
          </ac:spMkLst>
        </pc:spChg>
        <pc:spChg chg="add del mod ord">
          <ac:chgData name="Jethro Hotbatahi Hasoloan" userId="6704a177-17bb-4244-9c06-d865e36c920b" providerId="ADAL" clId="{3E066727-BBB6-4D37-A6B5-32C7A00FA4F3}" dt="2026-10-22T01:43:20.151" v="2644"/>
          <ac:spMkLst>
            <pc:docMk/>
            <pc:sldMk cId="921645031" sldId="266"/>
            <ac:spMk id="1360" creationId="{C3CCB4FF-802C-B3E3-13AF-A8FB28D56F4A}"/>
          </ac:spMkLst>
        </pc:spChg>
        <pc:spChg chg="mod ord">
          <ac:chgData name="Jethro Hotbatahi Hasoloan" userId="6704a177-17bb-4244-9c06-d865e36c920b" providerId="ADAL" clId="{3E066727-BBB6-4D37-A6B5-32C7A00FA4F3}" dt="2026-10-22T02:54:12.957" v="36362"/>
          <ac:spMkLst>
            <pc:docMk/>
            <pc:sldMk cId="921645031" sldId="266"/>
            <ac:spMk id="1362" creationId="{9F70A69E-4ACE-67C9-5920-3183B038443B}"/>
          </ac:spMkLst>
        </pc:spChg>
        <pc:spChg chg="add del mod modVis">
          <ac:chgData name="Jethro Hotbatahi Hasoloan" userId="6704a177-17bb-4244-9c06-d865e36c920b" providerId="ADAL" clId="{3E066727-BBB6-4D37-A6B5-32C7A00FA4F3}" dt="2026-10-22T01:43:16.737" v="2640"/>
          <ac:spMkLst>
            <pc:docMk/>
            <pc:sldMk cId="921645031" sldId="266"/>
            <ac:spMk id="1366" creationId="{86278F04-F1AE-548C-7C3E-80B422215966}"/>
          </ac:spMkLst>
        </pc:spChg>
        <pc:spChg chg="add del mod ord">
          <ac:chgData name="Jethro Hotbatahi Hasoloan" userId="6704a177-17bb-4244-9c06-d865e36c920b" providerId="ADAL" clId="{3E066727-BBB6-4D37-A6B5-32C7A00FA4F3}" dt="2026-10-22T01:43:21.913" v="2872"/>
          <ac:spMkLst>
            <pc:docMk/>
            <pc:sldMk cId="921645031" sldId="266"/>
            <ac:spMk id="1368" creationId="{B4BD5C23-6718-4972-5131-E693A58B9502}"/>
          </ac:spMkLst>
        </pc:spChg>
        <pc:spChg chg="add del mod ord">
          <ac:chgData name="Jethro Hotbatahi Hasoloan" userId="6704a177-17bb-4244-9c06-d865e36c920b" providerId="ADAL" clId="{3E066727-BBB6-4D37-A6B5-32C7A00FA4F3}" dt="2026-10-22T01:43:27.088" v="3118"/>
          <ac:spMkLst>
            <pc:docMk/>
            <pc:sldMk cId="921645031" sldId="266"/>
            <ac:spMk id="1370" creationId="{D0DDD54D-7DD8-AB6D-6F80-391C394A0CF1}"/>
          </ac:spMkLst>
        </pc:spChg>
        <pc:spChg chg="mod ord">
          <ac:chgData name="Jethro Hotbatahi Hasoloan" userId="6704a177-17bb-4244-9c06-d865e36c920b" providerId="ADAL" clId="{3E066727-BBB6-4D37-A6B5-32C7A00FA4F3}" dt="2026-10-22T02:54:12.957" v="36366"/>
          <ac:spMkLst>
            <pc:docMk/>
            <pc:sldMk cId="921645031" sldId="266"/>
            <ac:spMk id="1372" creationId="{C4875417-3583-ACFB-B441-640D869D1DFE}"/>
          </ac:spMkLst>
        </pc:spChg>
        <pc:spChg chg="add del mod modVis">
          <ac:chgData name="Jethro Hotbatahi Hasoloan" userId="6704a177-17bb-4244-9c06-d865e36c920b" providerId="ADAL" clId="{3E066727-BBB6-4D37-A6B5-32C7A00FA4F3}" dt="2026-10-22T01:43:27.369" v="3288"/>
          <ac:spMkLst>
            <pc:docMk/>
            <pc:sldMk cId="921645031" sldId="266"/>
            <ac:spMk id="1373" creationId="{4409A12F-7F2B-637D-6F9D-059AC9A1D9DA}"/>
          </ac:spMkLst>
        </pc:spChg>
        <pc:spChg chg="mod ord">
          <ac:chgData name="Jethro Hotbatahi Hasoloan" userId="6704a177-17bb-4244-9c06-d865e36c920b" providerId="ADAL" clId="{3E066727-BBB6-4D37-A6B5-32C7A00FA4F3}" dt="2026-10-22T02:54:12.957" v="36372"/>
          <ac:spMkLst>
            <pc:docMk/>
            <pc:sldMk cId="921645031" sldId="266"/>
            <ac:spMk id="1374" creationId="{C4CC892D-6DAE-31E6-E66A-5E555CE6727A}"/>
          </ac:spMkLst>
        </pc:spChg>
        <pc:spChg chg="mod ord">
          <ac:chgData name="Jethro Hotbatahi Hasoloan" userId="6704a177-17bb-4244-9c06-d865e36c920b" providerId="ADAL" clId="{3E066727-BBB6-4D37-A6B5-32C7A00FA4F3}" dt="2026-10-22T02:54:12.957" v="36374"/>
          <ac:spMkLst>
            <pc:docMk/>
            <pc:sldMk cId="921645031" sldId="266"/>
            <ac:spMk id="1375" creationId="{2E1D39CC-512B-29E6-34DC-E118A52B23AC}"/>
          </ac:spMkLst>
        </pc:spChg>
        <pc:spChg chg="add del mod modVis">
          <ac:chgData name="Jethro Hotbatahi Hasoloan" userId="6704a177-17bb-4244-9c06-d865e36c920b" providerId="ADAL" clId="{3E066727-BBB6-4D37-A6B5-32C7A00FA4F3}" dt="2026-10-22T01:43:50.621" v="3520"/>
          <ac:spMkLst>
            <pc:docMk/>
            <pc:sldMk cId="921645031" sldId="266"/>
            <ac:spMk id="1377" creationId="{18928DD8-CB6F-515B-51F2-62E3E825B78F}"/>
          </ac:spMkLst>
        </pc:spChg>
        <pc:spChg chg="mod">
          <ac:chgData name="Jethro Hotbatahi Hasoloan" userId="6704a177-17bb-4244-9c06-d865e36c920b" providerId="ADAL" clId="{3E066727-BBB6-4D37-A6B5-32C7A00FA4F3}" dt="2026-10-22T02:54:12.957" v="36377"/>
          <ac:spMkLst>
            <pc:docMk/>
            <pc:sldMk cId="921645031" sldId="266"/>
            <ac:spMk id="1378" creationId="{89C60F2B-523E-A614-7E08-B179B2636F4C}"/>
          </ac:spMkLst>
        </pc:spChg>
        <pc:spChg chg="add mod ord">
          <ac:chgData name="Jethro Hotbatahi Hasoloan" userId="6704a177-17bb-4244-9c06-d865e36c920b" providerId="ADAL" clId="{3E066727-BBB6-4D37-A6B5-32C7A00FA4F3}" dt="2026-10-22T02:54:13.010" v="36439"/>
          <ac:spMkLst>
            <pc:docMk/>
            <pc:sldMk cId="921645031" sldId="266"/>
            <ac:spMk id="1379" creationId="{3774FFAB-925F-34AF-FB45-B34C319D9B5B}"/>
          </ac:spMkLst>
        </pc:spChg>
        <pc:spChg chg="mod ord">
          <ac:chgData name="Jethro Hotbatahi Hasoloan" userId="6704a177-17bb-4244-9c06-d865e36c920b" providerId="ADAL" clId="{3E066727-BBB6-4D37-A6B5-32C7A00FA4F3}" dt="2026-10-22T02:54:12.973" v="36381"/>
          <ac:spMkLst>
            <pc:docMk/>
            <pc:sldMk cId="921645031" sldId="266"/>
            <ac:spMk id="1381" creationId="{077470B9-452E-ED19-A640-07E779B757DF}"/>
          </ac:spMkLst>
        </pc:spChg>
        <pc:spChg chg="add del mod ord">
          <ac:chgData name="Jethro Hotbatahi Hasoloan" userId="6704a177-17bb-4244-9c06-d865e36c920b" providerId="ADAL" clId="{3E066727-BBB6-4D37-A6B5-32C7A00FA4F3}" dt="2026-10-22T01:44:35.047" v="5172"/>
          <ac:spMkLst>
            <pc:docMk/>
            <pc:sldMk cId="921645031" sldId="266"/>
            <ac:spMk id="1382" creationId="{B0A0DF1E-E4BD-D4CC-0D47-6CBA029AFFF9}"/>
          </ac:spMkLst>
        </pc:spChg>
        <pc:spChg chg="mod ord">
          <ac:chgData name="Jethro Hotbatahi Hasoloan" userId="6704a177-17bb-4244-9c06-d865e36c920b" providerId="ADAL" clId="{3E066727-BBB6-4D37-A6B5-32C7A00FA4F3}" dt="2026-10-22T02:54:12.974" v="36383"/>
          <ac:spMkLst>
            <pc:docMk/>
            <pc:sldMk cId="921645031" sldId="266"/>
            <ac:spMk id="1384" creationId="{88E7591C-2ABC-CE2B-0499-C70DD41E753E}"/>
          </ac:spMkLst>
        </pc:spChg>
        <pc:spChg chg="add del mod modVis">
          <ac:chgData name="Jethro Hotbatahi Hasoloan" userId="6704a177-17bb-4244-9c06-d865e36c920b" providerId="ADAL" clId="{3E066727-BBB6-4D37-A6B5-32C7A00FA4F3}" dt="2026-10-22T01:44:06.994" v="3934"/>
          <ac:spMkLst>
            <pc:docMk/>
            <pc:sldMk cId="921645031" sldId="266"/>
            <ac:spMk id="1385" creationId="{42CC89D5-D41E-9C3C-50E9-1C52F6AA99F1}"/>
          </ac:spMkLst>
        </pc:spChg>
        <pc:spChg chg="add del mod ord">
          <ac:chgData name="Jethro Hotbatahi Hasoloan" userId="6704a177-17bb-4244-9c06-d865e36c920b" providerId="ADAL" clId="{3E066727-BBB6-4D37-A6B5-32C7A00FA4F3}" dt="2026-10-22T01:44:10.429" v="3974"/>
          <ac:spMkLst>
            <pc:docMk/>
            <pc:sldMk cId="921645031" sldId="266"/>
            <ac:spMk id="1386" creationId="{A690001E-DA8A-FB2D-853B-03D5AC641F03}"/>
          </ac:spMkLst>
        </pc:spChg>
        <pc:spChg chg="mod">
          <ac:chgData name="Jethro Hotbatahi Hasoloan" userId="6704a177-17bb-4244-9c06-d865e36c920b" providerId="ADAL" clId="{3E066727-BBB6-4D37-A6B5-32C7A00FA4F3}" dt="2026-10-22T02:54:12.974" v="36384"/>
          <ac:spMkLst>
            <pc:docMk/>
            <pc:sldMk cId="921645031" sldId="266"/>
            <ac:spMk id="1387" creationId="{6290976B-DE86-73E3-04C8-FC864DBCDDCE}"/>
          </ac:spMkLst>
        </pc:spChg>
        <pc:spChg chg="mod ord">
          <ac:chgData name="Jethro Hotbatahi Hasoloan" userId="6704a177-17bb-4244-9c06-d865e36c920b" providerId="ADAL" clId="{3E066727-BBB6-4D37-A6B5-32C7A00FA4F3}" dt="2026-10-22T02:54:12.981" v="36394"/>
          <ac:spMkLst>
            <pc:docMk/>
            <pc:sldMk cId="921645031" sldId="266"/>
            <ac:spMk id="1392" creationId="{2212D82D-8283-C3B8-AAB2-9029DD271BEA}"/>
          </ac:spMkLst>
        </pc:spChg>
        <pc:spChg chg="mod ord">
          <ac:chgData name="Jethro Hotbatahi Hasoloan" userId="6704a177-17bb-4244-9c06-d865e36c920b" providerId="ADAL" clId="{3E066727-BBB6-4D37-A6B5-32C7A00FA4F3}" dt="2026-10-22T02:54:12.981" v="36396"/>
          <ac:spMkLst>
            <pc:docMk/>
            <pc:sldMk cId="921645031" sldId="266"/>
            <ac:spMk id="1393" creationId="{737697E3-D59B-0AA2-6545-F456018D988E}"/>
          </ac:spMkLst>
        </pc:spChg>
        <pc:spChg chg="mod ord">
          <ac:chgData name="Jethro Hotbatahi Hasoloan" userId="6704a177-17bb-4244-9c06-d865e36c920b" providerId="ADAL" clId="{3E066727-BBB6-4D37-A6B5-32C7A00FA4F3}" dt="2026-10-22T02:54:12.983" v="36398"/>
          <ac:spMkLst>
            <pc:docMk/>
            <pc:sldMk cId="921645031" sldId="266"/>
            <ac:spMk id="1394" creationId="{926F9EBF-F94E-E10D-20FE-FFAC459C3D69}"/>
          </ac:spMkLst>
        </pc:spChg>
        <pc:spChg chg="mod">
          <ac:chgData name="Jethro Hotbatahi Hasoloan" userId="6704a177-17bb-4244-9c06-d865e36c920b" providerId="ADAL" clId="{3E066727-BBB6-4D37-A6B5-32C7A00FA4F3}" dt="2026-10-22T02:54:12.983" v="36399"/>
          <ac:spMkLst>
            <pc:docMk/>
            <pc:sldMk cId="921645031" sldId="266"/>
            <ac:spMk id="1395" creationId="{885BDF12-2F47-2741-6B05-CE1A99ED82F6}"/>
          </ac:spMkLst>
        </pc:spChg>
        <pc:spChg chg="mod">
          <ac:chgData name="Jethro Hotbatahi Hasoloan" userId="6704a177-17bb-4244-9c06-d865e36c920b" providerId="ADAL" clId="{3E066727-BBB6-4D37-A6B5-32C7A00FA4F3}" dt="2026-10-22T02:54:12.985" v="36400"/>
          <ac:spMkLst>
            <pc:docMk/>
            <pc:sldMk cId="921645031" sldId="266"/>
            <ac:spMk id="1396" creationId="{6382F74E-01E2-E3A7-FA6B-7DA657E24E09}"/>
          </ac:spMkLst>
        </pc:spChg>
        <pc:spChg chg="mod">
          <ac:chgData name="Jethro Hotbatahi Hasoloan" userId="6704a177-17bb-4244-9c06-d865e36c920b" providerId="ADAL" clId="{3E066727-BBB6-4D37-A6B5-32C7A00FA4F3}" dt="2026-10-22T02:54:12.985" v="36401"/>
          <ac:spMkLst>
            <pc:docMk/>
            <pc:sldMk cId="921645031" sldId="266"/>
            <ac:spMk id="1397" creationId="{BC30F968-1A7F-9249-754C-67EFDEA5124D}"/>
          </ac:spMkLst>
        </pc:spChg>
        <pc:spChg chg="mod ord">
          <ac:chgData name="Jethro Hotbatahi Hasoloan" userId="6704a177-17bb-4244-9c06-d865e36c920b" providerId="ADAL" clId="{3E066727-BBB6-4D37-A6B5-32C7A00FA4F3}" dt="2026-10-22T02:54:12.986" v="36403"/>
          <ac:spMkLst>
            <pc:docMk/>
            <pc:sldMk cId="921645031" sldId="266"/>
            <ac:spMk id="1398" creationId="{DFB8A28C-1C77-847D-D86D-7F58A908C97F}"/>
          </ac:spMkLst>
        </pc:spChg>
        <pc:spChg chg="add del mod modVis">
          <ac:chgData name="Jethro Hotbatahi Hasoloan" userId="6704a177-17bb-4244-9c06-d865e36c920b" providerId="ADAL" clId="{3E066727-BBB6-4D37-A6B5-32C7A00FA4F3}" dt="2026-10-22T01:44:10.591" v="4162"/>
          <ac:spMkLst>
            <pc:docMk/>
            <pc:sldMk cId="921645031" sldId="266"/>
            <ac:spMk id="1399" creationId="{8601BD46-2381-AD30-90C3-41177F559D11}"/>
          </ac:spMkLst>
        </pc:spChg>
        <pc:spChg chg="mod ord">
          <ac:chgData name="Jethro Hotbatahi Hasoloan" userId="6704a177-17bb-4244-9c06-d865e36c920b" providerId="ADAL" clId="{3E066727-BBB6-4D37-A6B5-32C7A00FA4F3}" dt="2026-10-22T02:54:12.991" v="36409"/>
          <ac:spMkLst>
            <pc:docMk/>
            <pc:sldMk cId="921645031" sldId="266"/>
            <ac:spMk id="1400" creationId="{015F9868-A4B9-1659-F13D-24FE0813B5C3}"/>
          </ac:spMkLst>
        </pc:spChg>
        <pc:spChg chg="mod ord">
          <ac:chgData name="Jethro Hotbatahi Hasoloan" userId="6704a177-17bb-4244-9c06-d865e36c920b" providerId="ADAL" clId="{3E066727-BBB6-4D37-A6B5-32C7A00FA4F3}" dt="2026-10-22T02:54:12.993" v="36413"/>
          <ac:spMkLst>
            <pc:docMk/>
            <pc:sldMk cId="921645031" sldId="266"/>
            <ac:spMk id="1401" creationId="{4534F479-1827-03D3-482D-023AA515DA2A}"/>
          </ac:spMkLst>
        </pc:spChg>
        <pc:spChg chg="mod ord">
          <ac:chgData name="Jethro Hotbatahi Hasoloan" userId="6704a177-17bb-4244-9c06-d865e36c920b" providerId="ADAL" clId="{3E066727-BBB6-4D37-A6B5-32C7A00FA4F3}" dt="2026-10-22T02:54:12.993" v="36415"/>
          <ac:spMkLst>
            <pc:docMk/>
            <pc:sldMk cId="921645031" sldId="266"/>
            <ac:spMk id="1402" creationId="{25B432AF-EE09-4D41-F176-5663078B1231}"/>
          </ac:spMkLst>
        </pc:spChg>
        <pc:spChg chg="mod ord">
          <ac:chgData name="Jethro Hotbatahi Hasoloan" userId="6704a177-17bb-4244-9c06-d865e36c920b" providerId="ADAL" clId="{3E066727-BBB6-4D37-A6B5-32C7A00FA4F3}" dt="2026-10-22T02:54:12.993" v="36417"/>
          <ac:spMkLst>
            <pc:docMk/>
            <pc:sldMk cId="921645031" sldId="266"/>
            <ac:spMk id="1403" creationId="{26903271-A0B4-DA35-9C2A-DA0088CE0E6A}"/>
          </ac:spMkLst>
        </pc:spChg>
        <pc:spChg chg="mod ord">
          <ac:chgData name="Jethro Hotbatahi Hasoloan" userId="6704a177-17bb-4244-9c06-d865e36c920b" providerId="ADAL" clId="{3E066727-BBB6-4D37-A6B5-32C7A00FA4F3}" dt="2026-10-22T02:54:12.998" v="36419"/>
          <ac:spMkLst>
            <pc:docMk/>
            <pc:sldMk cId="921645031" sldId="266"/>
            <ac:spMk id="1404" creationId="{8149CC47-04E2-7983-21C9-402C68FE2394}"/>
          </ac:spMkLst>
        </pc:spChg>
        <pc:spChg chg="mod ord">
          <ac:chgData name="Jethro Hotbatahi Hasoloan" userId="6704a177-17bb-4244-9c06-d865e36c920b" providerId="ADAL" clId="{3E066727-BBB6-4D37-A6B5-32C7A00FA4F3}" dt="2026-10-22T02:54:12.998" v="36421"/>
          <ac:spMkLst>
            <pc:docMk/>
            <pc:sldMk cId="921645031" sldId="266"/>
            <ac:spMk id="1405" creationId="{2A021180-1FF4-84EF-0116-6E25E83ABC06}"/>
          </ac:spMkLst>
        </pc:spChg>
        <pc:spChg chg="add del mod ord">
          <ac:chgData name="Jethro Hotbatahi Hasoloan" userId="6704a177-17bb-4244-9c06-d865e36c920b" providerId="ADAL" clId="{3E066727-BBB6-4D37-A6B5-32C7A00FA4F3}" dt="2026-10-22T01:44:12.190" v="4202"/>
          <ac:spMkLst>
            <pc:docMk/>
            <pc:sldMk cId="921645031" sldId="266"/>
            <ac:spMk id="1406" creationId="{C6878D77-27BB-81EC-ED5C-8C965DA73069}"/>
          </ac:spMkLst>
        </pc:spChg>
        <pc:spChg chg="add del mod modVis">
          <ac:chgData name="Jethro Hotbatahi Hasoloan" userId="6704a177-17bb-4244-9c06-d865e36c920b" providerId="ADAL" clId="{3E066727-BBB6-4D37-A6B5-32C7A00FA4F3}" dt="2026-10-22T01:51:01.429" v="8921"/>
          <ac:spMkLst>
            <pc:docMk/>
            <pc:sldMk cId="921645031" sldId="266"/>
            <ac:spMk id="1472" creationId="{F97E5B6C-22F0-4989-4E3F-3CE80B938E90}"/>
          </ac:spMkLst>
        </pc:spChg>
        <pc:spChg chg="add del mod ord">
          <ac:chgData name="Jethro Hotbatahi Hasoloan" userId="6704a177-17bb-4244-9c06-d865e36c920b" providerId="ADAL" clId="{3E066727-BBB6-4D37-A6B5-32C7A00FA4F3}" dt="2026-10-22T01:51:04.294" v="8961"/>
          <ac:spMkLst>
            <pc:docMk/>
            <pc:sldMk cId="921645031" sldId="266"/>
            <ac:spMk id="1473" creationId="{D7462E11-4513-3215-0520-5062577F3815}"/>
          </ac:spMkLst>
        </pc:spChg>
        <pc:spChg chg="add del mod ord">
          <ac:chgData name="Jethro Hotbatahi Hasoloan" userId="6704a177-17bb-4244-9c06-d865e36c920b" providerId="ADAL" clId="{3E066727-BBB6-4D37-A6B5-32C7A00FA4F3}" dt="2026-10-22T01:52:06.884" v="11352"/>
          <ac:spMkLst>
            <pc:docMk/>
            <pc:sldMk cId="921645031" sldId="266"/>
            <ac:spMk id="1474" creationId="{C57FDA24-84F4-8F30-3867-59965CB64F1F}"/>
          </ac:spMkLst>
        </pc:spChg>
        <pc:spChg chg="add del mod modVis">
          <ac:chgData name="Jethro Hotbatahi Hasoloan" userId="6704a177-17bb-4244-9c06-d865e36c920b" providerId="ADAL" clId="{3E066727-BBB6-4D37-A6B5-32C7A00FA4F3}" dt="2026-10-22T01:51:04.457" v="9159"/>
          <ac:spMkLst>
            <pc:docMk/>
            <pc:sldMk cId="921645031" sldId="266"/>
            <ac:spMk id="1477" creationId="{EA314F86-9D72-DB65-505D-C67258491485}"/>
          </ac:spMkLst>
        </pc:spChg>
        <pc:spChg chg="add del mod modVis">
          <ac:chgData name="Jethro Hotbatahi Hasoloan" userId="6704a177-17bb-4244-9c06-d865e36c920b" providerId="ADAL" clId="{3E066727-BBB6-4D37-A6B5-32C7A00FA4F3}" dt="2026-10-22T01:51:20.266" v="9387"/>
          <ac:spMkLst>
            <pc:docMk/>
            <pc:sldMk cId="921645031" sldId="266"/>
            <ac:spMk id="1480" creationId="{683436F4-666A-8E9A-8F96-FEDB225028C7}"/>
          </ac:spMkLst>
        </pc:spChg>
        <pc:spChg chg="add del mod ord">
          <ac:chgData name="Jethro Hotbatahi Hasoloan" userId="6704a177-17bb-4244-9c06-d865e36c920b" providerId="ADAL" clId="{3E066727-BBB6-4D37-A6B5-32C7A00FA4F3}" dt="2026-10-22T01:51:27.365" v="9427"/>
          <ac:spMkLst>
            <pc:docMk/>
            <pc:sldMk cId="921645031" sldId="266"/>
            <ac:spMk id="1481" creationId="{6FFDBE8C-7508-2C65-51ED-90270F6EA349}"/>
          </ac:spMkLst>
        </pc:spChg>
        <pc:spChg chg="add del mod modVis">
          <ac:chgData name="Jethro Hotbatahi Hasoloan" userId="6704a177-17bb-4244-9c06-d865e36c920b" providerId="ADAL" clId="{3E066727-BBB6-4D37-A6B5-32C7A00FA4F3}" dt="2026-10-22T01:51:27.555" v="9635"/>
          <ac:spMkLst>
            <pc:docMk/>
            <pc:sldMk cId="921645031" sldId="266"/>
            <ac:spMk id="1483" creationId="{7F4E0CA3-E13B-9633-E702-E4043340108B}"/>
          </ac:spMkLst>
        </pc:spChg>
        <pc:spChg chg="add del mod ord">
          <ac:chgData name="Jethro Hotbatahi Hasoloan" userId="6704a177-17bb-4244-9c06-d865e36c920b" providerId="ADAL" clId="{3E066727-BBB6-4D37-A6B5-32C7A00FA4F3}" dt="2026-10-22T01:51:37.205" v="9675"/>
          <ac:spMkLst>
            <pc:docMk/>
            <pc:sldMk cId="921645031" sldId="266"/>
            <ac:spMk id="1484" creationId="{EBBEE046-9E99-C910-1132-78B6978FA5BA}"/>
          </ac:spMkLst>
        </pc:spChg>
        <pc:spChg chg="add del mod modVis">
          <ac:chgData name="Jethro Hotbatahi Hasoloan" userId="6704a177-17bb-4244-9c06-d865e36c920b" providerId="ADAL" clId="{3E066727-BBB6-4D37-A6B5-32C7A00FA4F3}" dt="2026-10-22T01:51:37.409" v="9881"/>
          <ac:spMkLst>
            <pc:docMk/>
            <pc:sldMk cId="921645031" sldId="266"/>
            <ac:spMk id="1486" creationId="{86BD6A7F-6D90-972C-6964-32E4C589E50D}"/>
          </ac:spMkLst>
        </pc:spChg>
        <pc:spChg chg="add del mod ord">
          <ac:chgData name="Jethro Hotbatahi Hasoloan" userId="6704a177-17bb-4244-9c06-d865e36c920b" providerId="ADAL" clId="{3E066727-BBB6-4D37-A6B5-32C7A00FA4F3}" dt="2026-10-22T01:51:39.355" v="9921"/>
          <ac:spMkLst>
            <pc:docMk/>
            <pc:sldMk cId="921645031" sldId="266"/>
            <ac:spMk id="1487" creationId="{32A43BB5-E5C8-D8FE-D290-F645737991BF}"/>
          </ac:spMkLst>
        </pc:spChg>
        <pc:spChg chg="add del mod modVis">
          <ac:chgData name="Jethro Hotbatahi Hasoloan" userId="6704a177-17bb-4244-9c06-d865e36c920b" providerId="ADAL" clId="{3E066727-BBB6-4D37-A6B5-32C7A00FA4F3}" dt="2026-10-22T01:51:39.557" v="10125"/>
          <ac:spMkLst>
            <pc:docMk/>
            <pc:sldMk cId="921645031" sldId="266"/>
            <ac:spMk id="1489" creationId="{776CAFD4-D9C2-A11D-23C9-2B1F5CA31979}"/>
          </ac:spMkLst>
        </pc:spChg>
        <pc:spChg chg="add del mod ord">
          <ac:chgData name="Jethro Hotbatahi Hasoloan" userId="6704a177-17bb-4244-9c06-d865e36c920b" providerId="ADAL" clId="{3E066727-BBB6-4D37-A6B5-32C7A00FA4F3}" dt="2026-10-22T01:51:42.725" v="10165"/>
          <ac:spMkLst>
            <pc:docMk/>
            <pc:sldMk cId="921645031" sldId="266"/>
            <ac:spMk id="1490" creationId="{5CDD264A-11ED-56BB-BAC7-F5DD0E960233}"/>
          </ac:spMkLst>
        </pc:spChg>
        <pc:spChg chg="mod ord">
          <ac:chgData name="Jethro Hotbatahi Hasoloan" userId="6704a177-17bb-4244-9c06-d865e36c920b" providerId="ADAL" clId="{3E066727-BBB6-4D37-A6B5-32C7A00FA4F3}" dt="2026-10-22T02:54:13.008" v="36437"/>
          <ac:spMkLst>
            <pc:docMk/>
            <pc:sldMk cId="921645031" sldId="266"/>
            <ac:spMk id="1492" creationId="{D046E9D2-EE29-DE79-ADBD-8CCF8747F04B}"/>
          </ac:spMkLst>
        </pc:spChg>
        <pc:spChg chg="add del mod modVis">
          <ac:chgData name="Jethro Hotbatahi Hasoloan" userId="6704a177-17bb-4244-9c06-d865e36c920b" providerId="ADAL" clId="{3E066727-BBB6-4D37-A6B5-32C7A00FA4F3}" dt="2026-10-22T01:51:42.812" v="10311"/>
          <ac:spMkLst>
            <pc:docMk/>
            <pc:sldMk cId="921645031" sldId="266"/>
            <ac:spMk id="1493" creationId="{CD2E5011-77ED-7FFD-A000-B8ADD82EC776}"/>
          </ac:spMkLst>
        </pc:spChg>
        <pc:spChg chg="mod">
          <ac:chgData name="Jethro Hotbatahi Hasoloan" userId="6704a177-17bb-4244-9c06-d865e36c920b" providerId="ADAL" clId="{3E066727-BBB6-4D37-A6B5-32C7A00FA4F3}" dt="2026-10-22T02:54:13.010" v="36440"/>
          <ac:spMkLst>
            <pc:docMk/>
            <pc:sldMk cId="921645031" sldId="266"/>
            <ac:spMk id="1495" creationId="{B4202B46-AC53-65EC-ACAD-6122328D2B96}"/>
          </ac:spMkLst>
        </pc:spChg>
        <pc:spChg chg="add del mod ord">
          <ac:chgData name="Jethro Hotbatahi Hasoloan" userId="6704a177-17bb-4244-9c06-d865e36c920b" providerId="ADAL" clId="{3E066727-BBB6-4D37-A6B5-32C7A00FA4F3}" dt="2026-10-22T01:52:06.504" v="11176"/>
          <ac:spMkLst>
            <pc:docMk/>
            <pc:sldMk cId="921645031" sldId="266"/>
            <ac:spMk id="1496" creationId="{B0FF1CB8-41EF-C9B9-0998-60BC0ACACDBE}"/>
          </ac:spMkLst>
        </pc:spChg>
        <pc:spChg chg="mod ord">
          <ac:chgData name="Jethro Hotbatahi Hasoloan" userId="6704a177-17bb-4244-9c06-d865e36c920b" providerId="ADAL" clId="{3E066727-BBB6-4D37-A6B5-32C7A00FA4F3}" dt="2026-10-22T02:54:13.012" v="36442"/>
          <ac:spMkLst>
            <pc:docMk/>
            <pc:sldMk cId="921645031" sldId="266"/>
            <ac:spMk id="1498" creationId="{4A2011C4-C364-4111-36D0-F92F9E5685E2}"/>
          </ac:spMkLst>
        </pc:spChg>
        <pc:spChg chg="mod ord">
          <ac:chgData name="Jethro Hotbatahi Hasoloan" userId="6704a177-17bb-4244-9c06-d865e36c920b" providerId="ADAL" clId="{3E066727-BBB6-4D37-A6B5-32C7A00FA4F3}" dt="2026-10-22T02:54:13.012" v="36444"/>
          <ac:spMkLst>
            <pc:docMk/>
            <pc:sldMk cId="921645031" sldId="266"/>
            <ac:spMk id="1501" creationId="{487E5BF2-3545-A553-4FAE-3BD19F4A3C05}"/>
          </ac:spMkLst>
        </pc:spChg>
        <pc:spChg chg="mod">
          <ac:chgData name="Jethro Hotbatahi Hasoloan" userId="6704a177-17bb-4244-9c06-d865e36c920b" providerId="ADAL" clId="{3E066727-BBB6-4D37-A6B5-32C7A00FA4F3}" dt="2026-10-22T02:54:13.014" v="36445"/>
          <ac:spMkLst>
            <pc:docMk/>
            <pc:sldMk cId="921645031" sldId="266"/>
            <ac:spMk id="1504" creationId="{D6B0DE22-A980-4BC1-C8FD-18F3B0CEDC4B}"/>
          </ac:spMkLst>
        </pc:spChg>
        <pc:spChg chg="add del mod modVis">
          <ac:chgData name="Jethro Hotbatahi Hasoloan" userId="6704a177-17bb-4244-9c06-d865e36c920b" providerId="ADAL" clId="{3E066727-BBB6-4D37-A6B5-32C7A00FA4F3}" dt="2026-10-22T01:52:00.750" v="11172"/>
          <ac:spMkLst>
            <pc:docMk/>
            <pc:sldMk cId="921645031" sldId="266"/>
            <ac:spMk id="1506" creationId="{4834A479-8FFD-5118-9E05-3D6DB8E39789}"/>
          </ac:spMkLst>
        </pc:spChg>
        <pc:spChg chg="mod ord">
          <ac:chgData name="Jethro Hotbatahi Hasoloan" userId="6704a177-17bb-4244-9c06-d865e36c920b" providerId="ADAL" clId="{3E066727-BBB6-4D37-A6B5-32C7A00FA4F3}" dt="2026-10-22T02:54:13.023" v="36461"/>
          <ac:spMkLst>
            <pc:docMk/>
            <pc:sldMk cId="921645031" sldId="266"/>
            <ac:spMk id="1507" creationId="{27686B7A-453A-A27A-A158-A3775D32522B}"/>
          </ac:spMkLst>
        </pc:spChg>
        <pc:spChg chg="mod ord">
          <ac:chgData name="Jethro Hotbatahi Hasoloan" userId="6704a177-17bb-4244-9c06-d865e36c920b" providerId="ADAL" clId="{3E066727-BBB6-4D37-A6B5-32C7A00FA4F3}" dt="2026-10-22T02:54:13.025" v="36465"/>
          <ac:spMkLst>
            <pc:docMk/>
            <pc:sldMk cId="921645031" sldId="266"/>
            <ac:spMk id="1508" creationId="{AD1EDA36-620D-07DA-FB61-1DA92CE819AE}"/>
          </ac:spMkLst>
        </pc:spChg>
        <pc:spChg chg="mod ord">
          <ac:chgData name="Jethro Hotbatahi Hasoloan" userId="6704a177-17bb-4244-9c06-d865e36c920b" providerId="ADAL" clId="{3E066727-BBB6-4D37-A6B5-32C7A00FA4F3}" dt="2026-10-22T02:54:13.027" v="36467"/>
          <ac:spMkLst>
            <pc:docMk/>
            <pc:sldMk cId="921645031" sldId="266"/>
            <ac:spMk id="1509" creationId="{8579A7A7-5DE2-58DF-34CE-92D5F85A9D38}"/>
          </ac:spMkLst>
        </pc:spChg>
        <pc:spChg chg="del mod ord">
          <ac:chgData name="Jethro Hotbatahi Hasoloan" userId="6704a177-17bb-4244-9c06-d865e36c920b" providerId="ADAL" clId="{3E066727-BBB6-4D37-A6B5-32C7A00FA4F3}" dt="2026-10-22T02:53:24.567" v="34447"/>
          <ac:spMkLst>
            <pc:docMk/>
            <pc:sldMk cId="921645031" sldId="266"/>
            <ac:spMk id="1510" creationId="{D977833F-5456-8F10-6E49-009D14728C89}"/>
          </ac:spMkLst>
        </pc:spChg>
        <pc:spChg chg="del mod ord">
          <ac:chgData name="Jethro Hotbatahi Hasoloan" userId="6704a177-17bb-4244-9c06-d865e36c920b" providerId="ADAL" clId="{3E066727-BBB6-4D37-A6B5-32C7A00FA4F3}" dt="2026-10-22T02:53:24.567" v="34449"/>
          <ac:spMkLst>
            <pc:docMk/>
            <pc:sldMk cId="921645031" sldId="266"/>
            <ac:spMk id="1511" creationId="{9BA741F8-7420-820F-FEF0-4C4C7E2A908B}"/>
          </ac:spMkLst>
        </pc:spChg>
        <pc:spChg chg="add mod ord">
          <ac:chgData name="Jethro Hotbatahi Hasoloan" userId="6704a177-17bb-4244-9c06-d865e36c920b" providerId="ADAL" clId="{3E066727-BBB6-4D37-A6B5-32C7A00FA4F3}" dt="2026-10-22T02:54:13.025" v="36463"/>
          <ac:spMkLst>
            <pc:docMk/>
            <pc:sldMk cId="921645031" sldId="266"/>
            <ac:spMk id="1514" creationId="{B78C19E3-53E7-3AA8-D809-6D1D7A3C8F34}"/>
          </ac:spMkLst>
        </pc:spChg>
        <pc:spChg chg="add del mod ord">
          <ac:chgData name="Jethro Hotbatahi Hasoloan" userId="6704a177-17bb-4244-9c06-d865e36c920b" providerId="ADAL" clId="{3E066727-BBB6-4D37-A6B5-32C7A00FA4F3}" dt="2026-10-22T02:54:02.643" v="35817"/>
          <ac:spMkLst>
            <pc:docMk/>
            <pc:sldMk cId="921645031" sldId="266"/>
            <ac:spMk id="1515" creationId="{02A2A4E3-002F-FDFF-9037-2FF22F9293D3}"/>
          </ac:spMkLst>
        </pc:spChg>
        <pc:spChg chg="add del mod ord">
          <ac:chgData name="Jethro Hotbatahi Hasoloan" userId="6704a177-17bb-4244-9c06-d865e36c920b" providerId="ADAL" clId="{3E066727-BBB6-4D37-A6B5-32C7A00FA4F3}" dt="2026-10-22T02:53:37.127" v="35007"/>
          <ac:spMkLst>
            <pc:docMk/>
            <pc:sldMk cId="921645031" sldId="266"/>
            <ac:spMk id="1516" creationId="{EFE9A727-F940-97ED-4142-51ADB90E12E0}"/>
          </ac:spMkLst>
        </pc:spChg>
        <pc:spChg chg="add del mod ord">
          <ac:chgData name="Jethro Hotbatahi Hasoloan" userId="6704a177-17bb-4244-9c06-d865e36c920b" providerId="ADAL" clId="{3E066727-BBB6-4D37-A6B5-32C7A00FA4F3}" dt="2026-10-22T02:54:07.761" v="35979"/>
          <ac:spMkLst>
            <pc:docMk/>
            <pc:sldMk cId="921645031" sldId="266"/>
            <ac:spMk id="1517" creationId="{38045550-A442-83FA-2145-4E781DBE4D7D}"/>
          </ac:spMkLst>
        </pc:spChg>
        <pc:spChg chg="add del mod ord">
          <ac:chgData name="Jethro Hotbatahi Hasoloan" userId="6704a177-17bb-4244-9c06-d865e36c920b" providerId="ADAL" clId="{3E066727-BBB6-4D37-A6B5-32C7A00FA4F3}" dt="2026-10-22T02:53:39.295" v="35252"/>
          <ac:spMkLst>
            <pc:docMk/>
            <pc:sldMk cId="921645031" sldId="266"/>
            <ac:spMk id="1521" creationId="{B48CE908-1514-FBC9-96CE-27D9ADCBA9B5}"/>
          </ac:spMkLst>
        </pc:spChg>
        <pc:spChg chg="add del mod ord">
          <ac:chgData name="Jethro Hotbatahi Hasoloan" userId="6704a177-17bb-4244-9c06-d865e36c920b" providerId="ADAL" clId="{3E066727-BBB6-4D37-A6B5-32C7A00FA4F3}" dt="2026-10-22T02:53:55.263" v="35473"/>
          <ac:spMkLst>
            <pc:docMk/>
            <pc:sldMk cId="921645031" sldId="266"/>
            <ac:spMk id="1522" creationId="{D35F0E32-E1DF-E949-9F8F-45DF902FD256}"/>
          </ac:spMkLst>
        </pc:spChg>
        <pc:spChg chg="add del mod modVis">
          <ac:chgData name="Jethro Hotbatahi Hasoloan" userId="6704a177-17bb-4244-9c06-d865e36c920b" providerId="ADAL" clId="{3E066727-BBB6-4D37-A6B5-32C7A00FA4F3}" dt="2026-10-22T01:52:13.998" v="12232"/>
          <ac:spMkLst>
            <pc:docMk/>
            <pc:sldMk cId="921645031" sldId="266"/>
            <ac:spMk id="1525" creationId="{55D8D997-6918-753D-97EC-8C23BD2CFA5F}"/>
          </ac:spMkLst>
        </pc:spChg>
        <pc:spChg chg="add del mod ord">
          <ac:chgData name="Jethro Hotbatahi Hasoloan" userId="6704a177-17bb-4244-9c06-d865e36c920b" providerId="ADAL" clId="{3E066727-BBB6-4D37-A6B5-32C7A00FA4F3}" dt="2026-10-22T02:53:39.295" v="35254"/>
          <ac:spMkLst>
            <pc:docMk/>
            <pc:sldMk cId="921645031" sldId="266"/>
            <ac:spMk id="1526" creationId="{C151DCB4-789D-CABB-E1C8-DA650CBF070A}"/>
          </ac:spMkLst>
        </pc:spChg>
        <pc:spChg chg="add del mod ord">
          <ac:chgData name="Jethro Hotbatahi Hasoloan" userId="6704a177-17bb-4244-9c06-d865e36c920b" providerId="ADAL" clId="{3E066727-BBB6-4D37-A6B5-32C7A00FA4F3}" dt="2026-10-22T02:53:59.146" v="35647"/>
          <ac:spMkLst>
            <pc:docMk/>
            <pc:sldMk cId="921645031" sldId="266"/>
            <ac:spMk id="1527" creationId="{4DB76CA4-1C2E-3575-DC8D-BFA4D49C923C}"/>
          </ac:spMkLst>
        </pc:spChg>
        <pc:spChg chg="add del mod modVis">
          <ac:chgData name="Jethro Hotbatahi Hasoloan" userId="6704a177-17bb-4244-9c06-d865e36c920b" providerId="ADAL" clId="{3E066727-BBB6-4D37-A6B5-32C7A00FA4F3}" dt="2026-10-22T01:56:22.168" v="12541"/>
          <ac:spMkLst>
            <pc:docMk/>
            <pc:sldMk cId="921645031" sldId="266"/>
            <ac:spMk id="1530" creationId="{1CACFA86-EB2E-4DF2-9C41-B534EE927675}"/>
          </ac:spMkLst>
        </pc:spChg>
        <pc:spChg chg="add del mod ord">
          <ac:chgData name="Jethro Hotbatahi Hasoloan" userId="6704a177-17bb-4244-9c06-d865e36c920b" providerId="ADAL" clId="{3E066727-BBB6-4D37-A6B5-32C7A00FA4F3}" dt="2026-10-22T01:56:45.620" v="13698"/>
          <ac:spMkLst>
            <pc:docMk/>
            <pc:sldMk cId="921645031" sldId="266"/>
            <ac:spMk id="1531" creationId="{B3213795-03C5-1578-38F8-732A1458730B}"/>
          </ac:spMkLst>
        </pc:spChg>
        <pc:spChg chg="add del mod ord">
          <ac:chgData name="Jethro Hotbatahi Hasoloan" userId="6704a177-17bb-4244-9c06-d865e36c920b" providerId="ADAL" clId="{3E066727-BBB6-4D37-A6B5-32C7A00FA4F3}" dt="2026-10-22T01:56:45.620" v="13696"/>
          <ac:spMkLst>
            <pc:docMk/>
            <pc:sldMk cId="921645031" sldId="266"/>
            <ac:spMk id="1533" creationId="{A38B4D36-DF1B-47F8-E822-D2F36FD1E35B}"/>
          </ac:spMkLst>
        </pc:spChg>
        <pc:spChg chg="add del mod modVis">
          <ac:chgData name="Jethro Hotbatahi Hasoloan" userId="6704a177-17bb-4244-9c06-d865e36c920b" providerId="ADAL" clId="{3E066727-BBB6-4D37-A6B5-32C7A00FA4F3}" dt="2026-10-22T01:56:26.482" v="13033"/>
          <ac:spMkLst>
            <pc:docMk/>
            <pc:sldMk cId="921645031" sldId="266"/>
            <ac:spMk id="1535" creationId="{A762F989-4313-E6B7-DA6D-E849BFB58142}"/>
          </ac:spMkLst>
        </pc:spChg>
        <pc:spChg chg="add del mod ord">
          <ac:chgData name="Jethro Hotbatahi Hasoloan" userId="6704a177-17bb-4244-9c06-d865e36c920b" providerId="ADAL" clId="{3E066727-BBB6-4D37-A6B5-32C7A00FA4F3}" dt="2026-10-22T01:56:49.942" v="14221"/>
          <ac:spMkLst>
            <pc:docMk/>
            <pc:sldMk cId="921645031" sldId="266"/>
            <ac:spMk id="1536" creationId="{4A10DFA6-64DB-1167-7604-F5252D65DB06}"/>
          </ac:spMkLst>
        </pc:spChg>
        <pc:spChg chg="add del mod modVis">
          <ac:chgData name="Jethro Hotbatahi Hasoloan" userId="6704a177-17bb-4244-9c06-d865e36c920b" providerId="ADAL" clId="{3E066727-BBB6-4D37-A6B5-32C7A00FA4F3}" dt="2026-10-22T01:56:29.731" v="13237"/>
          <ac:spMkLst>
            <pc:docMk/>
            <pc:sldMk cId="921645031" sldId="266"/>
            <ac:spMk id="1538" creationId="{FFFA424B-0621-F93E-43D6-899EB0CDE060}"/>
          </ac:spMkLst>
        </pc:spChg>
        <pc:spChg chg="add del mod modVis">
          <ac:chgData name="Jethro Hotbatahi Hasoloan" userId="6704a177-17bb-4244-9c06-d865e36c920b" providerId="ADAL" clId="{3E066727-BBB6-4D37-A6B5-32C7A00FA4F3}" dt="2026-10-22T01:56:43.973" v="13676"/>
          <ac:spMkLst>
            <pc:docMk/>
            <pc:sldMk cId="921645031" sldId="266"/>
            <ac:spMk id="1541" creationId="{D2E9D0E7-C3A1-2DB2-B143-3EE024648996}"/>
          </ac:spMkLst>
        </pc:spChg>
        <pc:spChg chg="add del mod ord">
          <ac:chgData name="Jethro Hotbatahi Hasoloan" userId="6704a177-17bb-4244-9c06-d865e36c920b" providerId="ADAL" clId="{3E066727-BBB6-4D37-A6B5-32C7A00FA4F3}" dt="2026-10-22T01:56:47.313" v="13896"/>
          <ac:spMkLst>
            <pc:docMk/>
            <pc:sldMk cId="921645031" sldId="266"/>
            <ac:spMk id="1542" creationId="{382BDE5D-6FE6-5B66-3A96-81A5EE6EB46E}"/>
          </ac:spMkLst>
        </pc:spChg>
        <pc:spChg chg="add del mod modVis">
          <ac:chgData name="Jethro Hotbatahi Hasoloan" userId="6704a177-17bb-4244-9c06-d865e36c920b" providerId="ADAL" clId="{3E066727-BBB6-4D37-A6B5-32C7A00FA4F3}" dt="2026-10-22T01:56:47.816" v="14125"/>
          <ac:spMkLst>
            <pc:docMk/>
            <pc:sldMk cId="921645031" sldId="266"/>
            <ac:spMk id="1545" creationId="{86376CC1-8001-6AF9-FDF4-F5F6519AA716}"/>
          </ac:spMkLst>
        </pc:spChg>
        <pc:spChg chg="add mod ord">
          <ac:chgData name="Jethro Hotbatahi Hasoloan" userId="6704a177-17bb-4244-9c06-d865e36c920b" providerId="ADAL" clId="{3E066727-BBB6-4D37-A6B5-32C7A00FA4F3}" dt="2026-10-22T02:54:12.993" v="36411"/>
          <ac:spMkLst>
            <pc:docMk/>
            <pc:sldMk cId="921645031" sldId="266"/>
            <ac:spMk id="1546" creationId="{C2B5997D-D296-E9A4-3C63-3CC53881ABEC}"/>
          </ac:spMkLst>
        </pc:spChg>
        <pc:spChg chg="add del mod modVis">
          <ac:chgData name="Jethro Hotbatahi Hasoloan" userId="6704a177-17bb-4244-9c06-d865e36c920b" providerId="ADAL" clId="{3E066727-BBB6-4D37-A6B5-32C7A00FA4F3}" dt="2026-10-22T01:56:50.275" v="14460"/>
          <ac:spMkLst>
            <pc:docMk/>
            <pc:sldMk cId="921645031" sldId="266"/>
            <ac:spMk id="1548" creationId="{15813F2C-2065-6264-DFB6-24B5AF11109D}"/>
          </ac:spMkLst>
        </pc:spChg>
        <pc:spChg chg="add del mod ord">
          <ac:chgData name="Jethro Hotbatahi Hasoloan" userId="6704a177-17bb-4244-9c06-d865e36c920b" providerId="ADAL" clId="{3E066727-BBB6-4D37-A6B5-32C7A00FA4F3}" dt="2026-10-22T01:57:12.038" v="15598"/>
          <ac:spMkLst>
            <pc:docMk/>
            <pc:sldMk cId="921645031" sldId="266"/>
            <ac:spMk id="1549" creationId="{68999C06-2FFF-420F-C9DF-D7B94D1EAF18}"/>
          </ac:spMkLst>
        </pc:spChg>
        <pc:spChg chg="mod ord">
          <ac:chgData name="Jethro Hotbatahi Hasoloan" userId="6704a177-17bb-4244-9c06-d865e36c920b" providerId="ADAL" clId="{3E066727-BBB6-4D37-A6B5-32C7A00FA4F3}" dt="2026-10-22T02:54:13.032" v="36481"/>
          <ac:spMkLst>
            <pc:docMk/>
            <pc:sldMk cId="921645031" sldId="266"/>
            <ac:spMk id="1550" creationId="{C8E5A526-F6B5-61FD-1E58-64E1E92368F5}"/>
          </ac:spMkLst>
        </pc:spChg>
        <pc:spChg chg="mod ord">
          <ac:chgData name="Jethro Hotbatahi Hasoloan" userId="6704a177-17bb-4244-9c06-d865e36c920b" providerId="ADAL" clId="{3E066727-BBB6-4D37-A6B5-32C7A00FA4F3}" dt="2026-10-22T02:54:13.036" v="36483"/>
          <ac:spMkLst>
            <pc:docMk/>
            <pc:sldMk cId="921645031" sldId="266"/>
            <ac:spMk id="1551" creationId="{9C9A0C7D-0172-AD9D-CC00-D9E3C28E4393}"/>
          </ac:spMkLst>
        </pc:spChg>
        <pc:spChg chg="mod ord">
          <ac:chgData name="Jethro Hotbatahi Hasoloan" userId="6704a177-17bb-4244-9c06-d865e36c920b" providerId="ADAL" clId="{3E066727-BBB6-4D37-A6B5-32C7A00FA4F3}" dt="2026-10-22T02:54:13.036" v="36485"/>
          <ac:spMkLst>
            <pc:docMk/>
            <pc:sldMk cId="921645031" sldId="266"/>
            <ac:spMk id="1552" creationId="{1E16B9F7-BB81-36A6-B3AF-79FF46B2E232}"/>
          </ac:spMkLst>
        </pc:spChg>
        <pc:spChg chg="mod ord">
          <ac:chgData name="Jethro Hotbatahi Hasoloan" userId="6704a177-17bb-4244-9c06-d865e36c920b" providerId="ADAL" clId="{3E066727-BBB6-4D37-A6B5-32C7A00FA4F3}" dt="2026-10-22T02:54:13.036" v="36487"/>
          <ac:spMkLst>
            <pc:docMk/>
            <pc:sldMk cId="921645031" sldId="266"/>
            <ac:spMk id="1553" creationId="{B0DB1B2F-2BB6-A2D9-1765-5FBDD327AF57}"/>
          </ac:spMkLst>
        </pc:spChg>
        <pc:spChg chg="add del mod ord">
          <ac:chgData name="Jethro Hotbatahi Hasoloan" userId="6704a177-17bb-4244-9c06-d865e36c920b" providerId="ADAL" clId="{3E066727-BBB6-4D37-A6B5-32C7A00FA4F3}" dt="2026-10-22T01:56:52.452" v="14498"/>
          <ac:spMkLst>
            <pc:docMk/>
            <pc:sldMk cId="921645031" sldId="266"/>
            <ac:spMk id="1554" creationId="{45DF3CE3-931A-C2FC-2446-AD1BC32B8E58}"/>
          </ac:spMkLst>
        </pc:spChg>
        <pc:spChg chg="mod ord">
          <ac:chgData name="Jethro Hotbatahi Hasoloan" userId="6704a177-17bb-4244-9c06-d865e36c920b" providerId="ADAL" clId="{3E066727-BBB6-4D37-A6B5-32C7A00FA4F3}" dt="2026-10-22T02:54:13.036" v="36491"/>
          <ac:spMkLst>
            <pc:docMk/>
            <pc:sldMk cId="921645031" sldId="266"/>
            <ac:spMk id="1555" creationId="{6C40B4EF-27EE-30DD-097C-007C529E264F}"/>
          </ac:spMkLst>
        </pc:spChg>
        <pc:spChg chg="mod ord">
          <ac:chgData name="Jethro Hotbatahi Hasoloan" userId="6704a177-17bb-4244-9c06-d865e36c920b" providerId="ADAL" clId="{3E066727-BBB6-4D37-A6B5-32C7A00FA4F3}" dt="2026-10-22T02:54:13.036" v="36493"/>
          <ac:spMkLst>
            <pc:docMk/>
            <pc:sldMk cId="921645031" sldId="266"/>
            <ac:spMk id="1556" creationId="{01E3374C-2991-636A-3EEE-05644611EAD6}"/>
          </ac:spMkLst>
        </pc:spChg>
        <pc:spChg chg="mod ord">
          <ac:chgData name="Jethro Hotbatahi Hasoloan" userId="6704a177-17bb-4244-9c06-d865e36c920b" providerId="ADAL" clId="{3E066727-BBB6-4D37-A6B5-32C7A00FA4F3}" dt="2026-10-22T02:54:13.036" v="36495"/>
          <ac:spMkLst>
            <pc:docMk/>
            <pc:sldMk cId="921645031" sldId="266"/>
            <ac:spMk id="1557" creationId="{0AA523CA-288B-1F03-FB25-641851D31CC4}"/>
          </ac:spMkLst>
        </pc:spChg>
        <pc:spChg chg="mod ord">
          <ac:chgData name="Jethro Hotbatahi Hasoloan" userId="6704a177-17bb-4244-9c06-d865e36c920b" providerId="ADAL" clId="{3E066727-BBB6-4D37-A6B5-32C7A00FA4F3}" dt="2026-10-22T02:54:13.036" v="36497"/>
          <ac:spMkLst>
            <pc:docMk/>
            <pc:sldMk cId="921645031" sldId="266"/>
            <ac:spMk id="1558" creationId="{7DF0DD9E-B35A-8357-A552-B1A88B49CDA5}"/>
          </ac:spMkLst>
        </pc:spChg>
        <pc:spChg chg="mod ord">
          <ac:chgData name="Jethro Hotbatahi Hasoloan" userId="6704a177-17bb-4244-9c06-d865e36c920b" providerId="ADAL" clId="{3E066727-BBB6-4D37-A6B5-32C7A00FA4F3}" dt="2026-10-22T02:54:13.036" v="36499"/>
          <ac:spMkLst>
            <pc:docMk/>
            <pc:sldMk cId="921645031" sldId="266"/>
            <ac:spMk id="1559" creationId="{DF6BB088-92C9-5788-16CB-69DDC1EB5010}"/>
          </ac:spMkLst>
        </pc:spChg>
        <pc:spChg chg="add del mod modVis">
          <ac:chgData name="Jethro Hotbatahi Hasoloan" userId="6704a177-17bb-4244-9c06-d865e36c920b" providerId="ADAL" clId="{3E066727-BBB6-4D37-A6B5-32C7A00FA4F3}" dt="2026-10-22T01:56:52.573" v="14660"/>
          <ac:spMkLst>
            <pc:docMk/>
            <pc:sldMk cId="921645031" sldId="266"/>
            <ac:spMk id="1561" creationId="{BA686128-39ED-EBFE-B627-0AAA6B6A1872}"/>
          </ac:spMkLst>
        </pc:spChg>
        <pc:spChg chg="add del mod modVis">
          <ac:chgData name="Jethro Hotbatahi Hasoloan" userId="6704a177-17bb-4244-9c06-d865e36c920b" providerId="ADAL" clId="{3E066727-BBB6-4D37-A6B5-32C7A00FA4F3}" dt="2026-10-22T01:57:03.154" v="15412"/>
          <ac:spMkLst>
            <pc:docMk/>
            <pc:sldMk cId="921645031" sldId="266"/>
            <ac:spMk id="1566" creationId="{E235A99E-91D5-2C90-40ED-414260B0D063}"/>
          </ac:spMkLst>
        </pc:spChg>
        <pc:spChg chg="del mod ord">
          <ac:chgData name="Jethro Hotbatahi Hasoloan" userId="6704a177-17bb-4244-9c06-d865e36c920b" providerId="ADAL" clId="{3E066727-BBB6-4D37-A6B5-32C7A00FA4F3}" dt="2026-10-22T02:05:13.366" v="23478"/>
          <ac:spMkLst>
            <pc:docMk/>
            <pc:sldMk cId="921645031" sldId="266"/>
            <ac:spMk id="1567" creationId="{CE564C0A-FE92-06C1-EEDD-6458BC4DA0BA}"/>
          </ac:spMkLst>
        </pc:spChg>
        <pc:spChg chg="add del mod ord">
          <ac:chgData name="Jethro Hotbatahi Hasoloan" userId="6704a177-17bb-4244-9c06-d865e36c920b" providerId="ADAL" clId="{3E066727-BBB6-4D37-A6B5-32C7A00FA4F3}" dt="2026-10-22T01:57:14.721" v="15834"/>
          <ac:spMkLst>
            <pc:docMk/>
            <pc:sldMk cId="921645031" sldId="266"/>
            <ac:spMk id="1570" creationId="{5F86E34B-C023-4E43-21CB-DE7022D6FEE9}"/>
          </ac:spMkLst>
        </pc:spChg>
        <pc:spChg chg="add del mod modVis">
          <ac:chgData name="Jethro Hotbatahi Hasoloan" userId="6704a177-17bb-4244-9c06-d865e36c920b" providerId="ADAL" clId="{3E066727-BBB6-4D37-A6B5-32C7A00FA4F3}" dt="2026-10-22T01:57:14.942" v="15994"/>
          <ac:spMkLst>
            <pc:docMk/>
            <pc:sldMk cId="921645031" sldId="266"/>
            <ac:spMk id="1572" creationId="{90348D0A-9750-E477-746F-29995F24F71D}"/>
          </ac:spMkLst>
        </pc:spChg>
        <pc:spChg chg="add del mod modVis">
          <ac:chgData name="Jethro Hotbatahi Hasoloan" userId="6704a177-17bb-4244-9c06-d865e36c920b" providerId="ADAL" clId="{3E066727-BBB6-4D37-A6B5-32C7A00FA4F3}" dt="2026-10-22T02:00:10.111" v="16194"/>
          <ac:spMkLst>
            <pc:docMk/>
            <pc:sldMk cId="921645031" sldId="266"/>
            <ac:spMk id="1574" creationId="{0B2B7EDC-75A6-5E3B-560C-7059290A407F}"/>
          </ac:spMkLst>
        </pc:spChg>
        <pc:spChg chg="add del mod ord">
          <ac:chgData name="Jethro Hotbatahi Hasoloan" userId="6704a177-17bb-4244-9c06-d865e36c920b" providerId="ADAL" clId="{3E066727-BBB6-4D37-A6B5-32C7A00FA4F3}" dt="2026-10-22T02:00:50.384" v="18239"/>
          <ac:spMkLst>
            <pc:docMk/>
            <pc:sldMk cId="921645031" sldId="266"/>
            <ac:spMk id="1576" creationId="{45FCC37A-1985-F06A-91A2-4AD5307B0AB6}"/>
          </ac:spMkLst>
        </pc:spChg>
        <pc:spChg chg="add del mod modVis">
          <ac:chgData name="Jethro Hotbatahi Hasoloan" userId="6704a177-17bb-4244-9c06-d865e36c920b" providerId="ADAL" clId="{3E066727-BBB6-4D37-A6B5-32C7A00FA4F3}" dt="2026-10-22T02:00:15.399" v="16592"/>
          <ac:spMkLst>
            <pc:docMk/>
            <pc:sldMk cId="921645031" sldId="266"/>
            <ac:spMk id="1578" creationId="{BC679AF0-094E-67BF-76ED-A2276FD3DCA6}"/>
          </ac:spMkLst>
        </pc:spChg>
        <pc:spChg chg="add del mod modVis">
          <ac:chgData name="Jethro Hotbatahi Hasoloan" userId="6704a177-17bb-4244-9c06-d865e36c920b" providerId="ADAL" clId="{3E066727-BBB6-4D37-A6B5-32C7A00FA4F3}" dt="2026-10-22T02:00:16.640" v="16774"/>
          <ac:spMkLst>
            <pc:docMk/>
            <pc:sldMk cId="921645031" sldId="266"/>
            <ac:spMk id="1580" creationId="{0D160F09-F1B1-8DB8-C983-801C491D8777}"/>
          </ac:spMkLst>
        </pc:spChg>
        <pc:spChg chg="add del mod modVis">
          <ac:chgData name="Jethro Hotbatahi Hasoloan" userId="6704a177-17bb-4244-9c06-d865e36c920b" providerId="ADAL" clId="{3E066727-BBB6-4D37-A6B5-32C7A00FA4F3}" dt="2026-10-22T02:00:18.657" v="16956"/>
          <ac:spMkLst>
            <pc:docMk/>
            <pc:sldMk cId="921645031" sldId="266"/>
            <ac:spMk id="1582" creationId="{3D0E3F95-6316-8209-A002-8E8848FCC447}"/>
          </ac:spMkLst>
        </pc:spChg>
        <pc:spChg chg="add del mod modVis">
          <ac:chgData name="Jethro Hotbatahi Hasoloan" userId="6704a177-17bb-4244-9c06-d865e36c920b" providerId="ADAL" clId="{3E066727-BBB6-4D37-A6B5-32C7A00FA4F3}" dt="2026-10-22T02:00:24.831" v="17139"/>
          <ac:spMkLst>
            <pc:docMk/>
            <pc:sldMk cId="921645031" sldId="266"/>
            <ac:spMk id="1584" creationId="{33FBD255-4DBC-F714-0F70-4ECC39821D86}"/>
          </ac:spMkLst>
        </pc:spChg>
        <pc:spChg chg="add del mod ord">
          <ac:chgData name="Jethro Hotbatahi Hasoloan" userId="6704a177-17bb-4244-9c06-d865e36c920b" providerId="ADAL" clId="{3E066727-BBB6-4D37-A6B5-32C7A00FA4F3}" dt="2026-10-22T02:00:53.196" v="18457"/>
          <ac:spMkLst>
            <pc:docMk/>
            <pc:sldMk cId="921645031" sldId="266"/>
            <ac:spMk id="1592" creationId="{A6B711BB-42BD-DB30-9C95-362BB0BD8990}"/>
          </ac:spMkLst>
        </pc:spChg>
        <pc:spChg chg="add del mod ord">
          <ac:chgData name="Jethro Hotbatahi Hasoloan" userId="6704a177-17bb-4244-9c06-d865e36c920b" providerId="ADAL" clId="{3E066727-BBB6-4D37-A6B5-32C7A00FA4F3}" dt="2026-10-22T02:00:55.627" v="18675"/>
          <ac:spMkLst>
            <pc:docMk/>
            <pc:sldMk cId="921645031" sldId="266"/>
            <ac:spMk id="1594" creationId="{6F15F6BE-5024-0DF0-6521-6390B7A7F7DC}"/>
          </ac:spMkLst>
        </pc:spChg>
        <pc:spChg chg="add del mod ord">
          <ac:chgData name="Jethro Hotbatahi Hasoloan" userId="6704a177-17bb-4244-9c06-d865e36c920b" providerId="ADAL" clId="{3E066727-BBB6-4D37-A6B5-32C7A00FA4F3}" dt="2026-10-22T02:00:57.558" v="18911"/>
          <ac:spMkLst>
            <pc:docMk/>
            <pc:sldMk cId="921645031" sldId="266"/>
            <ac:spMk id="1596" creationId="{E4CD8DBC-B151-3620-4F9D-85BC369EFCE9}"/>
          </ac:spMkLst>
        </pc:spChg>
        <pc:spChg chg="add del mod modVis">
          <ac:chgData name="Jethro Hotbatahi Hasoloan" userId="6704a177-17bb-4244-9c06-d865e36c920b" providerId="ADAL" clId="{3E066727-BBB6-4D37-A6B5-32C7A00FA4F3}" dt="2026-10-22T02:00:57.770" v="19081"/>
          <ac:spMkLst>
            <pc:docMk/>
            <pc:sldMk cId="921645031" sldId="266"/>
            <ac:spMk id="1598" creationId="{85219AF1-39F5-C0BC-D6C3-28B52A2E5AA0}"/>
          </ac:spMkLst>
        </pc:spChg>
        <pc:spChg chg="add del mod">
          <ac:chgData name="Jethro Hotbatahi Hasoloan" userId="6704a177-17bb-4244-9c06-d865e36c920b" providerId="ADAL" clId="{3E066727-BBB6-4D37-A6B5-32C7A00FA4F3}" dt="2026-10-22T02:54:12.836" v="36349"/>
          <ac:spMkLst>
            <pc:docMk/>
            <pc:sldMk cId="921645031" sldId="266"/>
            <ac:spMk id="1604" creationId="{106D710D-D9B2-CF3F-7AE1-01D098227D79}"/>
          </ac:spMkLst>
        </pc:spChg>
        <pc:spChg chg="mod">
          <ac:chgData name="Jethro Hotbatahi Hasoloan" userId="6704a177-17bb-4244-9c06-d865e36c920b" providerId="ADAL" clId="{3E066727-BBB6-4D37-A6B5-32C7A00FA4F3}" dt="2026-10-22T02:54:13.036" v="36502"/>
          <ac:spMkLst>
            <pc:docMk/>
            <pc:sldMk cId="921645031" sldId="266"/>
            <ac:spMk id="1613" creationId="{13A2C7A8-7BD1-64F8-9018-901BCC6C212F}"/>
          </ac:spMkLst>
        </pc:spChg>
        <pc:spChg chg="mod">
          <ac:chgData name="Jethro Hotbatahi Hasoloan" userId="6704a177-17bb-4244-9c06-d865e36c920b" providerId="ADAL" clId="{3E066727-BBB6-4D37-A6B5-32C7A00FA4F3}" dt="2026-10-22T02:54:13.036" v="36503"/>
          <ac:spMkLst>
            <pc:docMk/>
            <pc:sldMk cId="921645031" sldId="266"/>
            <ac:spMk id="1614" creationId="{6750F42D-369B-9BE5-8F35-01A5B954499A}"/>
          </ac:spMkLst>
        </pc:spChg>
        <pc:grpChg chg="mod ord">
          <ac:chgData name="Jethro Hotbatahi Hasoloan" userId="6704a177-17bb-4244-9c06-d865e36c920b" providerId="ADAL" clId="{3E066727-BBB6-4D37-A6B5-32C7A00FA4F3}" dt="2026-10-22T02:54:13.036" v="36501"/>
          <ac:grpSpMkLst>
            <pc:docMk/>
            <pc:sldMk cId="921645031" sldId="266"/>
            <ac:grpSpMk id="1610" creationId="{5589F176-CA5F-6AA2-C640-20F21D69EF07}"/>
          </ac:grpSpMkLst>
        </pc:grpChg>
        <pc:graphicFrameChg chg="mod">
          <ac:chgData name="Jethro Hotbatahi Hasoloan" userId="6704a177-17bb-4244-9c06-d865e36c920b" providerId="ADAL" clId="{3E066727-BBB6-4D37-A6B5-32C7A00FA4F3}" dt="2026-10-22T02:54:13.036" v="36505"/>
          <ac:graphicFrameMkLst>
            <pc:docMk/>
            <pc:sldMk cId="921645031" sldId="266"/>
            <ac:graphicFrameMk id="13" creationId="{7552707D-C044-C49A-47C7-95E9AD149A73}"/>
          </ac:graphicFrameMkLst>
        </pc:graphicFrameChg>
        <pc:graphicFrameChg chg="del">
          <ac:chgData name="Jethro Hotbatahi Hasoloan" userId="6704a177-17bb-4244-9c06-d865e36c920b" providerId="ADAL" clId="{3E066727-BBB6-4D37-A6B5-32C7A00FA4F3}" dt="2026-10-22T01:42:56.066" v="800"/>
          <ac:graphicFrameMkLst>
            <pc:docMk/>
            <pc:sldMk cId="921645031" sldId="266"/>
            <ac:graphicFrameMk id="14" creationId="{41496E83-FD78-4C6C-0B05-7D531EAFEC3B}"/>
          </ac:graphicFrameMkLst>
        </pc:graphicFrameChg>
        <pc:graphicFrameChg chg="del">
          <ac:chgData name="Jethro Hotbatahi Hasoloan" userId="6704a177-17bb-4244-9c06-d865e36c920b" providerId="ADAL" clId="{3E066727-BBB6-4D37-A6B5-32C7A00FA4F3}" dt="2026-10-22T01:42:56.142" v="886"/>
          <ac:graphicFrameMkLst>
            <pc:docMk/>
            <pc:sldMk cId="921645031" sldId="266"/>
            <ac:graphicFrameMk id="22" creationId="{85245D41-60A8-FD00-C3BC-C0B26B7D3496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1:42:56.990" v="1227"/>
          <ac:graphicFrameMkLst>
            <pc:docMk/>
            <pc:sldMk cId="921645031" sldId="266"/>
            <ac:graphicFrameMk id="27" creationId="{8E65C3A9-0685-56A8-A9D2-D366A8BD4033}"/>
          </ac:graphicFrameMkLst>
        </pc:graphicFrameChg>
        <pc:graphicFrameChg chg="del">
          <ac:chgData name="Jethro Hotbatahi Hasoloan" userId="6704a177-17bb-4244-9c06-d865e36c920b" providerId="ADAL" clId="{3E066727-BBB6-4D37-A6B5-32C7A00FA4F3}" dt="2026-10-22T01:42:56.178" v="903"/>
          <ac:graphicFrameMkLst>
            <pc:docMk/>
            <pc:sldMk cId="921645031" sldId="266"/>
            <ac:graphicFrameMk id="34" creationId="{7610791A-1417-C840-4114-6842AB2BCCA5}"/>
          </ac:graphicFrameMkLst>
        </pc:graphicFrameChg>
        <pc:graphicFrameChg chg="del">
          <ac:chgData name="Jethro Hotbatahi Hasoloan" userId="6704a177-17bb-4244-9c06-d865e36c920b" providerId="ADAL" clId="{3E066727-BBB6-4D37-A6B5-32C7A00FA4F3}" dt="2026-10-22T01:42:56.225" v="920"/>
          <ac:graphicFrameMkLst>
            <pc:docMk/>
            <pc:sldMk cId="921645031" sldId="266"/>
            <ac:graphicFrameMk id="45" creationId="{75904264-C379-42B2-C10C-8FFEF482A95A}"/>
          </ac:graphicFrameMkLst>
        </pc:graphicFrameChg>
        <pc:graphicFrameChg chg="del">
          <ac:chgData name="Jethro Hotbatahi Hasoloan" userId="6704a177-17bb-4244-9c06-d865e36c920b" providerId="ADAL" clId="{3E066727-BBB6-4D37-A6B5-32C7A00FA4F3}" dt="2026-10-22T01:42:56.273" v="937"/>
          <ac:graphicFrameMkLst>
            <pc:docMk/>
            <pc:sldMk cId="921645031" sldId="266"/>
            <ac:graphicFrameMk id="57" creationId="{023F6620-8269-6ADE-6F50-C37497601DCA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1:44:14.827" v="4414"/>
          <ac:graphicFrameMkLst>
            <pc:docMk/>
            <pc:sldMk cId="921645031" sldId="266"/>
            <ac:graphicFrameMk id="66" creationId="{34BA0355-8917-731B-AABB-0E6D70375FAB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1:44:22.053" v="4565"/>
          <ac:graphicFrameMkLst>
            <pc:docMk/>
            <pc:sldMk cId="921645031" sldId="266"/>
            <ac:graphicFrameMk id="67" creationId="{269CD19A-57FF-CB13-220C-3E7C8C782F3C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1:44:23.787" v="4717"/>
          <ac:graphicFrameMkLst>
            <pc:docMk/>
            <pc:sldMk cId="921645031" sldId="266"/>
            <ac:graphicFrameMk id="68" creationId="{DEE82CA8-3080-C735-C3AE-EE2EA52C8820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1:44:25.534" v="4869"/>
          <ac:graphicFrameMkLst>
            <pc:docMk/>
            <pc:sldMk cId="921645031" sldId="266"/>
            <ac:graphicFrameMk id="69" creationId="{E555A8DD-A262-477E-EBBC-A6718D9DE94B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1:44:32.068" v="5038"/>
          <ac:graphicFrameMkLst>
            <pc:docMk/>
            <pc:sldMk cId="921645031" sldId="266"/>
            <ac:graphicFrameMk id="70" creationId="{5A7DBE64-A799-390C-7B43-3740D21A3730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1:44:35.237" v="5228"/>
          <ac:graphicFrameMkLst>
            <pc:docMk/>
            <pc:sldMk cId="921645031" sldId="266"/>
            <ac:graphicFrameMk id="73" creationId="{3236E76A-B6A0-4737-76FA-0536E5522DEC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1:44:38.171" v="5416"/>
          <ac:graphicFrameMkLst>
            <pc:docMk/>
            <pc:sldMk cId="921645031" sldId="266"/>
            <ac:graphicFrameMk id="75" creationId="{FC88F8B1-13BC-CF49-066B-3FF7A9DD08A3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1:44:41.306" v="5604"/>
          <ac:graphicFrameMkLst>
            <pc:docMk/>
            <pc:sldMk cId="921645031" sldId="266"/>
            <ac:graphicFrameMk id="77" creationId="{8A625D5D-AFB4-72EE-FB28-C39F1F618512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1:44:43.495" v="5756"/>
          <ac:graphicFrameMkLst>
            <pc:docMk/>
            <pc:sldMk cId="921645031" sldId="266"/>
            <ac:graphicFrameMk id="79" creationId="{8D200CC5-3D9A-90F5-CE10-EA24FA25FB35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2:01:33.035" v="19297"/>
          <ac:graphicFrameMkLst>
            <pc:docMk/>
            <pc:sldMk cId="921645031" sldId="266"/>
            <ac:graphicFrameMk id="81" creationId="{BDE16A25-3535-0196-3093-C06D550E473E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1:50:23.110" v="6264"/>
          <ac:graphicFrameMkLst>
            <pc:docMk/>
            <pc:sldMk cId="921645031" sldId="266"/>
            <ac:graphicFrameMk id="91" creationId="{30CF6A2A-993D-42A7-911F-7D61A215E279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1:50:30.696" v="6536"/>
          <ac:graphicFrameMkLst>
            <pc:docMk/>
            <pc:sldMk cId="921645031" sldId="266"/>
            <ac:graphicFrameMk id="92" creationId="{6BCE3E38-DA65-C782-0F13-B7B0A1ECD6DE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1:50:31.682" v="6816"/>
          <ac:graphicFrameMkLst>
            <pc:docMk/>
            <pc:sldMk cId="921645031" sldId="266"/>
            <ac:graphicFrameMk id="96" creationId="{716E6BBA-D71A-D1AB-68BF-7790B9DA723A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1:50:33.781" v="7092"/>
          <ac:graphicFrameMkLst>
            <pc:docMk/>
            <pc:sldMk cId="921645031" sldId="266"/>
            <ac:graphicFrameMk id="102" creationId="{F5685647-9E89-0C42-BD44-944F098FA782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1:50:37.292" v="7262"/>
          <ac:graphicFrameMkLst>
            <pc:docMk/>
            <pc:sldMk cId="921645031" sldId="266"/>
            <ac:graphicFrameMk id="106" creationId="{9335DC12-7A74-8FC0-0E25-2D60822835E5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1:50:42.139" v="7549"/>
          <ac:graphicFrameMkLst>
            <pc:docMk/>
            <pc:sldMk cId="921645031" sldId="266"/>
            <ac:graphicFrameMk id="108" creationId="{0742DA84-8B42-F63B-6121-00AB487F244D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1:50:44.012" v="7842"/>
          <ac:graphicFrameMkLst>
            <pc:docMk/>
            <pc:sldMk cId="921645031" sldId="266"/>
            <ac:graphicFrameMk id="112" creationId="{515158B7-31D8-94E5-0B71-CFDC50A6A9C9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1:50:51.456" v="8082"/>
          <ac:graphicFrameMkLst>
            <pc:docMk/>
            <pc:sldMk cId="921645031" sldId="266"/>
            <ac:graphicFrameMk id="116" creationId="{1D135575-2D5B-7AD3-1FB1-556126F89B2C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1:50:57.710" v="8436"/>
          <ac:graphicFrameMkLst>
            <pc:docMk/>
            <pc:sldMk cId="921645031" sldId="266"/>
            <ac:graphicFrameMk id="121" creationId="{00ACF9B2-FE24-98F0-F943-A03FB5E70501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1:51:01.277" v="8771"/>
          <ac:graphicFrameMkLst>
            <pc:docMk/>
            <pc:sldMk cId="921645031" sldId="266"/>
            <ac:graphicFrameMk id="127" creationId="{267527FC-CF99-FD9A-F7AE-8A86F591A087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2:53:24.723" v="34537"/>
          <ac:graphicFrameMkLst>
            <pc:docMk/>
            <pc:sldMk cId="921645031" sldId="266"/>
            <ac:graphicFrameMk id="256" creationId="{B890B183-E149-5FAC-156B-953FAA81CD0A}"/>
          </ac:graphicFrameMkLst>
        </pc:graphicFrameChg>
        <pc:graphicFrameChg chg="add mod ord">
          <ac:chgData name="Jethro Hotbatahi Hasoloan" userId="6704a177-17bb-4244-9c06-d865e36c920b" providerId="ADAL" clId="{3E066727-BBB6-4D37-A6B5-32C7A00FA4F3}" dt="2026-10-22T02:54:13.006" v="36433"/>
          <ac:graphicFrameMkLst>
            <pc:docMk/>
            <pc:sldMk cId="921645031" sldId="266"/>
            <ac:graphicFrameMk id="257" creationId="{0A6644A8-FE63-BD78-5346-BE0CFC607E28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2:01:35.803" v="19691"/>
          <ac:graphicFrameMkLst>
            <pc:docMk/>
            <pc:sldMk cId="921645031" sldId="266"/>
            <ac:graphicFrameMk id="262" creationId="{5E468434-3EFB-C4FA-3C60-FEB65E82E776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2:01:39.372" v="19865"/>
          <ac:graphicFrameMkLst>
            <pc:docMk/>
            <pc:sldMk cId="921645031" sldId="266"/>
            <ac:graphicFrameMk id="263" creationId="{474B645B-0B67-4B55-1C76-2646A5C81280}"/>
          </ac:graphicFrameMkLst>
        </pc:graphicFrameChg>
        <pc:graphicFrameChg chg="add mod ord">
          <ac:chgData name="Jethro Hotbatahi Hasoloan" userId="6704a177-17bb-4244-9c06-d865e36c920b" providerId="ADAL" clId="{3E066727-BBB6-4D37-A6B5-32C7A00FA4F3}" dt="2026-10-22T02:54:12.957" v="36368"/>
          <ac:graphicFrameMkLst>
            <pc:docMk/>
            <pc:sldMk cId="921645031" sldId="266"/>
            <ac:graphicFrameMk id="264" creationId="{8DD4BD3D-54AF-68AF-3AD9-4364AFC074D0}"/>
          </ac:graphicFrameMkLst>
        </pc:graphicFrameChg>
        <pc:graphicFrameChg chg="add mod ord">
          <ac:chgData name="Jethro Hotbatahi Hasoloan" userId="6704a177-17bb-4244-9c06-d865e36c920b" providerId="ADAL" clId="{3E066727-BBB6-4D37-A6B5-32C7A00FA4F3}" dt="2026-10-22T02:01:48.931" v="20271" actId="1076"/>
          <ac:graphicFrameMkLst>
            <pc:docMk/>
            <pc:sldMk cId="921645031" sldId="266"/>
            <ac:graphicFrameMk id="265" creationId="{EF348110-7C06-36DE-0F05-FFDB551A6097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2:01:53.817" v="21125"/>
          <ac:graphicFrameMkLst>
            <pc:docMk/>
            <pc:sldMk cId="921645031" sldId="266"/>
            <ac:graphicFrameMk id="272" creationId="{856AD68E-AFB7-7F8F-ECCB-060508492A7A}"/>
          </ac:graphicFrameMkLst>
        </pc:graphicFrameChg>
        <pc:graphicFrameChg chg="add mod ord">
          <ac:chgData name="Jethro Hotbatahi Hasoloan" userId="6704a177-17bb-4244-9c06-d865e36c920b" providerId="ADAL" clId="{3E066727-BBB6-4D37-A6B5-32C7A00FA4F3}" dt="2026-10-22T02:54:12.988" v="36405"/>
          <ac:graphicFrameMkLst>
            <pc:docMk/>
            <pc:sldMk cId="921645031" sldId="266"/>
            <ac:graphicFrameMk id="273" creationId="{5B3A28F7-6FB3-C038-DD4F-0675212D80C7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2:04:54.992" v="22242"/>
          <ac:graphicFrameMkLst>
            <pc:docMk/>
            <pc:sldMk cId="921645031" sldId="266"/>
            <ac:graphicFrameMk id="283" creationId="{E60CDF95-AEE7-BD86-544A-6F277391F0CF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2:04:56.996" v="22436"/>
          <ac:graphicFrameMkLst>
            <pc:docMk/>
            <pc:sldMk cId="921645031" sldId="266"/>
            <ac:graphicFrameMk id="285" creationId="{69A09B63-C28A-1DEB-B357-532CEB7EDE71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2:05:01" v="22662"/>
          <ac:graphicFrameMkLst>
            <pc:docMk/>
            <pc:sldMk cId="921645031" sldId="266"/>
            <ac:graphicFrameMk id="286" creationId="{32E7B2CB-5115-3F54-786C-0638E1FFE3C8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2:05:06.653" v="22876"/>
          <ac:graphicFrameMkLst>
            <pc:docMk/>
            <pc:sldMk cId="921645031" sldId="266"/>
            <ac:graphicFrameMk id="288" creationId="{78B40674-103D-026B-CBCA-C038FB05FA2F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2:05:08.891" v="23070"/>
          <ac:graphicFrameMkLst>
            <pc:docMk/>
            <pc:sldMk cId="921645031" sldId="266"/>
            <ac:graphicFrameMk id="289" creationId="{F925B662-0AC1-7FEE-4657-2B8895F03020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2:05:10.617" v="23282"/>
          <ac:graphicFrameMkLst>
            <pc:docMk/>
            <pc:sldMk cId="921645031" sldId="266"/>
            <ac:graphicFrameMk id="290" creationId="{3BA43BCD-D38D-E2FE-5EAC-D3D451D58A10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2:05:13.482" v="23534"/>
          <ac:graphicFrameMkLst>
            <pc:docMk/>
            <pc:sldMk cId="921645031" sldId="266"/>
            <ac:graphicFrameMk id="292" creationId="{1AAFC8AA-D7F2-5A2B-BC9B-963ABBFA76CD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2:05:15.873" v="23762"/>
          <ac:graphicFrameMkLst>
            <pc:docMk/>
            <pc:sldMk cId="921645031" sldId="266"/>
            <ac:graphicFrameMk id="294" creationId="{D08DF25E-D25C-1C69-E347-7B0423D160D5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2:05:17.545" v="24020"/>
          <ac:graphicFrameMkLst>
            <pc:docMk/>
            <pc:sldMk cId="921645031" sldId="266"/>
            <ac:graphicFrameMk id="296" creationId="{8C5754DD-CEA8-7F52-6890-2FF3ED8C97E7}"/>
          </ac:graphicFrameMkLst>
        </pc:graphicFrameChg>
        <pc:graphicFrameChg chg="add mod ord">
          <ac:chgData name="Jethro Hotbatahi Hasoloan" userId="6704a177-17bb-4244-9c06-d865e36c920b" providerId="ADAL" clId="{3E066727-BBB6-4D37-A6B5-32C7A00FA4F3}" dt="2026-10-22T02:54:13.032" v="36477"/>
          <ac:graphicFrameMkLst>
            <pc:docMk/>
            <pc:sldMk cId="921645031" sldId="266"/>
            <ac:graphicFrameMk id="299" creationId="{31329A98-6224-EE0C-BE1B-78EE645FE00B}"/>
          </ac:graphicFrameMkLst>
        </pc:graphicFrameChg>
        <pc:graphicFrameChg chg="add mod ord">
          <ac:chgData name="Jethro Hotbatahi Hasoloan" userId="6704a177-17bb-4244-9c06-d865e36c920b" providerId="ADAL" clId="{3E066727-BBB6-4D37-A6B5-32C7A00FA4F3}" dt="2026-10-22T02:12:08.306" v="25365" actId="1076"/>
          <ac:graphicFrameMkLst>
            <pc:docMk/>
            <pc:sldMk cId="921645031" sldId="266"/>
            <ac:graphicFrameMk id="309" creationId="{87215C10-1FD9-9380-5EF7-996138755251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2:53:27.173" v="34791"/>
          <ac:graphicFrameMkLst>
            <pc:docMk/>
            <pc:sldMk cId="921645031" sldId="266"/>
            <ac:graphicFrameMk id="312" creationId="{D4F0BB7B-56B1-EF27-D2B5-D42307959DE1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2:53:37.127" v="35021"/>
          <ac:graphicFrameMkLst>
            <pc:docMk/>
            <pc:sldMk cId="921645031" sldId="266"/>
            <ac:graphicFrameMk id="316" creationId="{9FE89A46-849F-141E-E99C-F2E8A67ED121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2:53:39.317" v="35268"/>
          <ac:graphicFrameMkLst>
            <pc:docMk/>
            <pc:sldMk cId="921645031" sldId="266"/>
            <ac:graphicFrameMk id="317" creationId="{46CD26FF-E16C-6183-B568-D78D0F05EA4E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2:53:55.284" v="35481"/>
          <ac:graphicFrameMkLst>
            <pc:docMk/>
            <pc:sldMk cId="921645031" sldId="266"/>
            <ac:graphicFrameMk id="319" creationId="{CD52F652-C8E5-E86E-B151-01990781C016}"/>
          </ac:graphicFrameMkLst>
        </pc:graphicFrameChg>
        <pc:graphicFrameChg chg="del">
          <ac:chgData name="Jethro Hotbatahi Hasoloan" userId="6704a177-17bb-4244-9c06-d865e36c920b" providerId="ADAL" clId="{3E066727-BBB6-4D37-A6B5-32C7A00FA4F3}" dt="2026-10-22T01:42:56.337" v="954"/>
          <ac:graphicFrameMkLst>
            <pc:docMk/>
            <pc:sldMk cId="921645031" sldId="266"/>
            <ac:graphicFrameMk id="1348" creationId="{16E3A307-E22F-65C2-85DC-DC0145D29D5E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1:56:22.048" v="12383"/>
          <ac:graphicFrameMkLst>
            <pc:docMk/>
            <pc:sldMk cId="921645031" sldId="266"/>
            <ac:graphicFrameMk id="1349" creationId="{829E3288-130B-5B89-C49A-7B61C132D781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1:43:50.542" v="3392"/>
          <ac:graphicFrameMkLst>
            <pc:docMk/>
            <pc:sldMk cId="921645031" sldId="266"/>
            <ac:graphicFrameMk id="1350" creationId="{D12F9850-98B1-F10E-AB14-1D74B5FDC1BF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1:50:19.083" v="6094"/>
          <ac:graphicFrameMkLst>
            <pc:docMk/>
            <pc:sldMk cId="921645031" sldId="266"/>
            <ac:graphicFrameMk id="1351" creationId="{60966CC1-EAD8-2195-9D07-7CB822A0E37D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2:04:51.826" v="21995"/>
          <ac:graphicFrameMkLst>
            <pc:docMk/>
            <pc:sldMk cId="921645031" sldId="266"/>
            <ac:graphicFrameMk id="1352" creationId="{603BF47B-5241-BEAC-8C61-721BF8ECC7E8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2:00:09.941" v="16036"/>
          <ac:graphicFrameMkLst>
            <pc:docMk/>
            <pc:sldMk cId="921645031" sldId="266"/>
            <ac:graphicFrameMk id="1353" creationId="{1C021BC5-720D-0F8F-24EE-BD2E5E9E9FAF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1:42:59.254" v="1440"/>
          <ac:graphicFrameMkLst>
            <pc:docMk/>
            <pc:sldMk cId="921645031" sldId="266"/>
            <ac:graphicFrameMk id="1357" creationId="{4F3B6F05-42D3-6966-B8B2-72B36BE62429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1:43:03.073" v="1686"/>
          <ac:graphicFrameMkLst>
            <pc:docMk/>
            <pc:sldMk cId="921645031" sldId="266"/>
            <ac:graphicFrameMk id="1359" creationId="{09EFA4DA-18BA-711E-794F-1144CB05D48E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1:43:09.640" v="1877"/>
          <ac:graphicFrameMkLst>
            <pc:docMk/>
            <pc:sldMk cId="921645031" sldId="266"/>
            <ac:graphicFrameMk id="1361" creationId="{3CB17CDE-3587-BCD6-3D63-278180887E42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1:43:12.505" v="2069"/>
          <ac:graphicFrameMkLst>
            <pc:docMk/>
            <pc:sldMk cId="921645031" sldId="266"/>
            <ac:graphicFrameMk id="1363" creationId="{24155E98-A7D4-EC61-A8F1-4026A0F31BEE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1:43:14.221" v="2261"/>
          <ac:graphicFrameMkLst>
            <pc:docMk/>
            <pc:sldMk cId="921645031" sldId="266"/>
            <ac:graphicFrameMk id="1364" creationId="{2EDE4286-F303-DEFD-5F46-313E78D5A90F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1:43:16.404" v="2470"/>
          <ac:graphicFrameMkLst>
            <pc:docMk/>
            <pc:sldMk cId="921645031" sldId="266"/>
            <ac:graphicFrameMk id="1365" creationId="{E5A3EC9C-06F6-ED30-9FC6-1E49DA57A76D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1:43:20.437" v="2700"/>
          <ac:graphicFrameMkLst>
            <pc:docMk/>
            <pc:sldMk cId="921645031" sldId="266"/>
            <ac:graphicFrameMk id="1367" creationId="{7D488525-438F-4C03-9809-10AF4C002F0D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1:43:22.182" v="2928"/>
          <ac:graphicFrameMkLst>
            <pc:docMk/>
            <pc:sldMk cId="921645031" sldId="266"/>
            <ac:graphicFrameMk id="1369" creationId="{6FB22017-D489-AAFB-06F9-EC5AB867FDBA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1:43:27.095" v="3120"/>
          <ac:graphicFrameMkLst>
            <pc:docMk/>
            <pc:sldMk cId="921645031" sldId="266"/>
            <ac:graphicFrameMk id="1371" creationId="{7526C1C4-C4D2-30B4-B86B-B5AB7CD684F1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2:01:34.740" v="19527"/>
          <ac:graphicFrameMkLst>
            <pc:docMk/>
            <pc:sldMk cId="921645031" sldId="266"/>
            <ac:graphicFrameMk id="1376" creationId="{898DF297-3829-0BB1-2495-091121375420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1:43:52.480" v="3578"/>
          <ac:graphicFrameMkLst>
            <pc:docMk/>
            <pc:sldMk cId="921645031" sldId="266"/>
            <ac:graphicFrameMk id="1380" creationId="{6CA0B843-DEDE-394F-6E46-C2ACE79AD900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1:44:06.943" v="3802"/>
          <ac:graphicFrameMkLst>
            <pc:docMk/>
            <pc:sldMk cId="921645031" sldId="266"/>
            <ac:graphicFrameMk id="1383" creationId="{F85746E6-ED60-A441-C4E9-B2A53BC4C261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1:44:10.495" v="4030"/>
          <ac:graphicFrameMkLst>
            <pc:docMk/>
            <pc:sldMk cId="921645031" sldId="266"/>
            <ac:graphicFrameMk id="1388" creationId="{271ABBA7-EEAE-DC34-E2D9-EBDC8D03BD86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1:44:12.254" v="4258"/>
          <ac:graphicFrameMkLst>
            <pc:docMk/>
            <pc:sldMk cId="921645031" sldId="266"/>
            <ac:graphicFrameMk id="1407" creationId="{C09647B3-9D13-F2BD-07CC-1A6C4C3F0C68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1:51:04.330" v="9009"/>
          <ac:graphicFrameMkLst>
            <pc:docMk/>
            <pc:sldMk cId="921645031" sldId="266"/>
            <ac:graphicFrameMk id="1476" creationId="{B32A37DD-8855-4BEE-7F2B-B4DAF2E4680F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1:51:20.154" v="9235"/>
          <ac:graphicFrameMkLst>
            <pc:docMk/>
            <pc:sldMk cId="921645031" sldId="266"/>
            <ac:graphicFrameMk id="1479" creationId="{D99981D6-31B6-9237-78CA-509C4C339576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1:51:27.444" v="9485"/>
          <ac:graphicFrameMkLst>
            <pc:docMk/>
            <pc:sldMk cId="921645031" sldId="266"/>
            <ac:graphicFrameMk id="1482" creationId="{1B8EA787-55B7-BD27-EE7A-10415E1A9244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1:51:37.302" v="9733"/>
          <ac:graphicFrameMkLst>
            <pc:docMk/>
            <pc:sldMk cId="921645031" sldId="266"/>
            <ac:graphicFrameMk id="1485" creationId="{8A6E78A8-01EF-3A15-3935-4DDC283DADC4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1:51:39.444" v="9979"/>
          <ac:graphicFrameMkLst>
            <pc:docMk/>
            <pc:sldMk cId="921645031" sldId="266"/>
            <ac:graphicFrameMk id="1488" creationId="{46722B3C-98A8-72AC-3EA9-F905B6632477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1:51:42.727" v="10169"/>
          <ac:graphicFrameMkLst>
            <pc:docMk/>
            <pc:sldMk cId="921645031" sldId="266"/>
            <ac:graphicFrameMk id="1491" creationId="{548075DB-B1C2-0665-8082-C723D72C8E00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1:51:49.217" v="10414"/>
          <ac:graphicFrameMkLst>
            <pc:docMk/>
            <pc:sldMk cId="921645031" sldId="266"/>
            <ac:graphicFrameMk id="1494" creationId="{32CD258C-D3EF-CCFE-38CB-440C4EEDAA6C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1:51:55.386" v="10650"/>
          <ac:graphicFrameMkLst>
            <pc:docMk/>
            <pc:sldMk cId="921645031" sldId="266"/>
            <ac:graphicFrameMk id="1497" creationId="{755D8FD4-C3AD-2FC7-FF14-91070E885E64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1:51:58.205" v="10832"/>
          <ac:graphicFrameMkLst>
            <pc:docMk/>
            <pc:sldMk cId="921645031" sldId="266"/>
            <ac:graphicFrameMk id="1502" creationId="{30626A41-876E-6836-75C8-9801BA997E94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1:52:00.655" v="11032"/>
          <ac:graphicFrameMkLst>
            <pc:docMk/>
            <pc:sldMk cId="921645031" sldId="266"/>
            <ac:graphicFrameMk id="1505" creationId="{6221CA5C-CC7E-4F01-99A3-9D99AB342003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1:52:06.962" v="11440"/>
          <ac:graphicFrameMkLst>
            <pc:docMk/>
            <pc:sldMk cId="921645031" sldId="266"/>
            <ac:graphicFrameMk id="1513" creationId="{756C49EA-C99F-F4E1-6CCF-51A6D0190D3B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1:52:11.712" v="11741"/>
          <ac:graphicFrameMkLst>
            <pc:docMk/>
            <pc:sldMk cId="921645031" sldId="266"/>
            <ac:graphicFrameMk id="1520" creationId="{FCBF13F6-4DF2-61FA-C057-B9F637B0FFAB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1:52:13.896" v="12072"/>
          <ac:graphicFrameMkLst>
            <pc:docMk/>
            <pc:sldMk cId="921645031" sldId="266"/>
            <ac:graphicFrameMk id="1524" creationId="{D05A4AAC-8376-CF8D-7C66-65995A92D88F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2:01:24.604" v="19127"/>
          <ac:graphicFrameMkLst>
            <pc:docMk/>
            <pc:sldMk cId="921645031" sldId="266"/>
            <ac:graphicFrameMk id="1529" creationId="{86DCD00B-C08C-9C8D-6D48-C056865AE8EC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1:56:22.828" v="12595"/>
          <ac:graphicFrameMkLst>
            <pc:docMk/>
            <pc:sldMk cId="921645031" sldId="266"/>
            <ac:graphicFrameMk id="1532" creationId="{D25F0589-CA5E-2399-E5FE-ADC795340085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1:56:26.371" v="12871"/>
          <ac:graphicFrameMkLst>
            <pc:docMk/>
            <pc:sldMk cId="921645031" sldId="266"/>
            <ac:graphicFrameMk id="1534" creationId="{27E1B4C1-EC9E-B053-26B0-6A4F37053655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1:56:29.636" v="13075"/>
          <ac:graphicFrameMkLst>
            <pc:docMk/>
            <pc:sldMk cId="921645031" sldId="266"/>
            <ac:graphicFrameMk id="1537" creationId="{4861C549-D0F0-3D3B-606B-B7B33F678A38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1:56:35.353" v="13259"/>
          <ac:graphicFrameMkLst>
            <pc:docMk/>
            <pc:sldMk cId="921645031" sldId="266"/>
            <ac:graphicFrameMk id="1539" creationId="{DBEB5E62-97BE-E9ED-4465-9F4EB2A1E352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1:56:43.689" v="13512"/>
          <ac:graphicFrameMkLst>
            <pc:docMk/>
            <pc:sldMk cId="921645031" sldId="266"/>
            <ac:graphicFrameMk id="1540" creationId="{BA8B407E-B58B-E838-417B-6EBFB7F0E8FD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1:56:45.650" v="13716"/>
          <ac:graphicFrameMkLst>
            <pc:docMk/>
            <pc:sldMk cId="921645031" sldId="266"/>
            <ac:graphicFrameMk id="1543" creationId="{66FC0646-D6AF-8E9D-7384-191665CC5D57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1:56:47.537" v="13965"/>
          <ac:graphicFrameMkLst>
            <pc:docMk/>
            <pc:sldMk cId="921645031" sldId="266"/>
            <ac:graphicFrameMk id="1544" creationId="{1C33E451-4C61-67FC-D2A8-12C807DC1E92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1:56:50.108" v="14298"/>
          <ac:graphicFrameMkLst>
            <pc:docMk/>
            <pc:sldMk cId="921645031" sldId="266"/>
            <ac:graphicFrameMk id="1547" creationId="{F8FFC755-100A-4F13-7110-3A14D0FB17F9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1:56:52.452" v="14500"/>
          <ac:graphicFrameMkLst>
            <pc:docMk/>
            <pc:sldMk cId="921645031" sldId="266"/>
            <ac:graphicFrameMk id="1560" creationId="{B04F28F0-AF02-0C74-E3F7-F3D06470F46C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1:56:56.296" v="14684"/>
          <ac:graphicFrameMkLst>
            <pc:docMk/>
            <pc:sldMk cId="921645031" sldId="266"/>
            <ac:graphicFrameMk id="1562" creationId="{D4CB7F14-6F70-4744-89BA-8CD239322CDE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1:56:59.192" v="14870"/>
          <ac:graphicFrameMkLst>
            <pc:docMk/>
            <pc:sldMk cId="921645031" sldId="266"/>
            <ac:graphicFrameMk id="1563" creationId="{918BDC2F-8F70-5BA7-082E-FB744A60A02D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1:57:01.007" v="15052"/>
          <ac:graphicFrameMkLst>
            <pc:docMk/>
            <pc:sldMk cId="921645031" sldId="266"/>
            <ac:graphicFrameMk id="1564" creationId="{8008B475-0953-6F34-39D9-76004F9B7855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1:57:02.942" v="15252"/>
          <ac:graphicFrameMkLst>
            <pc:docMk/>
            <pc:sldMk cId="921645031" sldId="266"/>
            <ac:graphicFrameMk id="1565" creationId="{D1179046-7716-36CE-0BD7-8D9B9A526BD8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1:57:07.838" v="15436"/>
          <ac:graphicFrameMkLst>
            <pc:docMk/>
            <pc:sldMk cId="921645031" sldId="266"/>
            <ac:graphicFrameMk id="1568" creationId="{FFF849CF-CC5B-9C9C-719D-F3B4609829E5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1:57:12.390" v="15654"/>
          <ac:graphicFrameMkLst>
            <pc:docMk/>
            <pc:sldMk cId="921645031" sldId="266"/>
            <ac:graphicFrameMk id="1569" creationId="{29C4F935-6247-6868-5DFE-CE88722A9FD5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1:57:14.727" v="15836"/>
          <ac:graphicFrameMkLst>
            <pc:docMk/>
            <pc:sldMk cId="921645031" sldId="266"/>
            <ac:graphicFrameMk id="1571" creationId="{81D4DA78-0958-F6F1-9A90-BC11EB7F56B4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2:01:52.895" v="20953"/>
          <ac:graphicFrameMkLst>
            <pc:docMk/>
            <pc:sldMk cId="921645031" sldId="266"/>
            <ac:graphicFrameMk id="1573" creationId="{C2CC8833-396F-3991-FFFC-603A081C4610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2:00:10.602" v="16252"/>
          <ac:graphicFrameMkLst>
            <pc:docMk/>
            <pc:sldMk cId="921645031" sldId="266"/>
            <ac:graphicFrameMk id="1575" creationId="{8128513D-1ACC-D816-6912-F74AF3931325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2:00:15.335" v="16432"/>
          <ac:graphicFrameMkLst>
            <pc:docMk/>
            <pc:sldMk cId="921645031" sldId="266"/>
            <ac:graphicFrameMk id="1577" creationId="{6083D740-416E-868F-EA4B-B96329129F15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2:00:16.577" v="16614"/>
          <ac:graphicFrameMkLst>
            <pc:docMk/>
            <pc:sldMk cId="921645031" sldId="266"/>
            <ac:graphicFrameMk id="1579" creationId="{E1B8206B-C867-B13C-75C1-7F7D86DBD71C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2:00:18.548" v="16796"/>
          <ac:graphicFrameMkLst>
            <pc:docMk/>
            <pc:sldMk cId="921645031" sldId="266"/>
            <ac:graphicFrameMk id="1581" creationId="{F1A292FD-126B-7754-6C71-1FBC0532EED0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2:00:24.705" v="16979"/>
          <ac:graphicFrameMkLst>
            <pc:docMk/>
            <pc:sldMk cId="921645031" sldId="266"/>
            <ac:graphicFrameMk id="1583" creationId="{80DEAF52-4BCF-EBBC-0B12-C19A3CBD9DAB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2:00:28.491" v="17143"/>
          <ac:graphicFrameMkLst>
            <pc:docMk/>
            <pc:sldMk cId="921645031" sldId="266"/>
            <ac:graphicFrameMk id="1585" creationId="{AF564EFD-CF91-C03D-A567-FECA2DB2FCA8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2:00:32.677" v="17305"/>
          <ac:graphicFrameMkLst>
            <pc:docMk/>
            <pc:sldMk cId="921645031" sldId="266"/>
            <ac:graphicFrameMk id="1586" creationId="{EF5ABE1B-45D3-20A3-7EB2-73B4996B70A8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2:00:35.988" v="17507"/>
          <ac:graphicFrameMkLst>
            <pc:docMk/>
            <pc:sldMk cId="921645031" sldId="266"/>
            <ac:graphicFrameMk id="1587" creationId="{E6EC19A0-7F35-C4E2-B956-C23C51D62B98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2:00:40.531" v="17709"/>
          <ac:graphicFrameMkLst>
            <pc:docMk/>
            <pc:sldMk cId="921645031" sldId="266"/>
            <ac:graphicFrameMk id="1588" creationId="{5D7C3018-A949-B1B3-4040-7072FAA9CA5A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2:00:42.375" v="17891"/>
          <ac:graphicFrameMkLst>
            <pc:docMk/>
            <pc:sldMk cId="921645031" sldId="266"/>
            <ac:graphicFrameMk id="1589" creationId="{9BF60000-41CC-A502-0D76-124D529DE50F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2:00:45.191" v="18077"/>
          <ac:graphicFrameMkLst>
            <pc:docMk/>
            <pc:sldMk cId="921645031" sldId="266"/>
            <ac:graphicFrameMk id="1590" creationId="{BCCDEA65-C6BD-0F5F-4C4F-49B15F5CC7B3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2:00:50.536" v="18295"/>
          <ac:graphicFrameMkLst>
            <pc:docMk/>
            <pc:sldMk cId="921645031" sldId="266"/>
            <ac:graphicFrameMk id="1591" creationId="{E2A70346-8746-5E68-F3EC-A39249CA8185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2:00:53.343" v="18513"/>
          <ac:graphicFrameMkLst>
            <pc:docMk/>
            <pc:sldMk cId="921645031" sldId="266"/>
            <ac:graphicFrameMk id="1593" creationId="{D84B4B46-1518-B437-D487-C6B4FBF85E1A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2:00:55.806" v="18731"/>
          <ac:graphicFrameMkLst>
            <pc:docMk/>
            <pc:sldMk cId="921645031" sldId="266"/>
            <ac:graphicFrameMk id="1595" creationId="{0A5BFD5B-1686-84BA-F881-75D21D922154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2:00:57.574" v="18923"/>
          <ac:graphicFrameMkLst>
            <pc:docMk/>
            <pc:sldMk cId="921645031" sldId="266"/>
            <ac:graphicFrameMk id="1597" creationId="{9114B90D-5BEA-0F83-F50F-9619B95B8032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2:54:13.036" v="36489"/>
          <ac:graphicFrameMkLst>
            <pc:docMk/>
            <pc:sldMk cId="921645031" sldId="266"/>
            <ac:graphicFrameMk id="1599" creationId="{3A6A9DC9-7C67-1EE3-A376-10A29D30A08B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2:53:59.154" v="35655"/>
          <ac:graphicFrameMkLst>
            <pc:docMk/>
            <pc:sldMk cId="921645031" sldId="266"/>
            <ac:graphicFrameMk id="1600" creationId="{C817935C-AAC5-CE5C-4843-DEE935CE196B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2:54:02.643" v="35821"/>
          <ac:graphicFrameMkLst>
            <pc:docMk/>
            <pc:sldMk cId="921645031" sldId="266"/>
            <ac:graphicFrameMk id="1601" creationId="{7CF7234E-D6F1-AE64-A296-3B000DA67105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2:54:07.782" v="35985"/>
          <ac:graphicFrameMkLst>
            <pc:docMk/>
            <pc:sldMk cId="921645031" sldId="266"/>
            <ac:graphicFrameMk id="1602" creationId="{054F5E6B-22E7-D3EE-B0AC-CF0C2E93523A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2:54:11.863" v="36193"/>
          <ac:graphicFrameMkLst>
            <pc:docMk/>
            <pc:sldMk cId="921645031" sldId="266"/>
            <ac:graphicFrameMk id="1603" creationId="{FD75460F-8F65-934F-DECE-B0B504128743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2:54:12.840" v="36351"/>
          <ac:graphicFrameMkLst>
            <pc:docMk/>
            <pc:sldMk cId="921645031" sldId="266"/>
            <ac:graphicFrameMk id="1605" creationId="{4BF326AC-0E67-3407-90E9-D66C7CF07834}"/>
          </ac:graphicFrameMkLst>
        </pc:graphicFrameChg>
        <pc:graphicFrameChg chg="add mod ord">
          <ac:chgData name="Jethro Hotbatahi Hasoloan" userId="6704a177-17bb-4244-9c06-d865e36c920b" providerId="ADAL" clId="{3E066727-BBB6-4D37-A6B5-32C7A00FA4F3}" dt="2026-10-22T02:54:13.016" v="36449"/>
          <ac:graphicFrameMkLst>
            <pc:docMk/>
            <pc:sldMk cId="921645031" sldId="266"/>
            <ac:graphicFrameMk id="1606" creationId="{1AAF28FB-7614-3E02-4825-3F4E4F894D1C}"/>
          </ac:graphicFrameMkLst>
        </pc:graphicFrameChg>
        <pc:picChg chg="del mod ord">
          <ac:chgData name="Jethro Hotbatahi Hasoloan" userId="6704a177-17bb-4244-9c06-d865e36c920b" providerId="ADAL" clId="{3E066727-BBB6-4D37-A6B5-32C7A00FA4F3}" dt="2026-10-22T04:13:21.562" v="75890" actId="478"/>
          <ac:picMkLst>
            <pc:docMk/>
            <pc:sldMk cId="921645031" sldId="266"/>
            <ac:picMk id="52" creationId="{394D8E1D-1297-932A-A4DD-9DE6ED6DAE26}"/>
          </ac:picMkLst>
        </pc:picChg>
        <pc:cxnChg chg="add del mod ord">
          <ac:chgData name="Jethro Hotbatahi Hasoloan" userId="6704a177-17bb-4244-9c06-d865e36c920b" providerId="ADAL" clId="{3E066727-BBB6-4D37-A6B5-32C7A00FA4F3}" dt="2026-10-22T01:50:30.680" v="6521"/>
          <ac:cxnSpMkLst>
            <pc:docMk/>
            <pc:sldMk cId="921645031" sldId="266"/>
            <ac:cxnSpMk id="85" creationId="{459BD5B1-CD6C-36FF-7A96-C2BBFC20405C}"/>
          </ac:cxnSpMkLst>
        </pc:cxnChg>
        <pc:cxnChg chg="add del mod ord">
          <ac:chgData name="Jethro Hotbatahi Hasoloan" userId="6704a177-17bb-4244-9c06-d865e36c920b" providerId="ADAL" clId="{3E066727-BBB6-4D37-A6B5-32C7A00FA4F3}" dt="2026-10-22T01:50:42.124" v="7537"/>
          <ac:cxnSpMkLst>
            <pc:docMk/>
            <pc:sldMk cId="921645031" sldId="266"/>
            <ac:cxnSpMk id="86" creationId="{723EA815-51F7-1F44-2B3A-CE95FBEE8D9C}"/>
          </ac:cxnSpMkLst>
        </pc:cxnChg>
        <pc:cxnChg chg="add del mod ord">
          <ac:chgData name="Jethro Hotbatahi Hasoloan" userId="6704a177-17bb-4244-9c06-d865e36c920b" providerId="ADAL" clId="{3E066727-BBB6-4D37-A6B5-32C7A00FA4F3}" dt="2026-10-22T01:50:31.682" v="6801"/>
          <ac:cxnSpMkLst>
            <pc:docMk/>
            <pc:sldMk cId="921645031" sldId="266"/>
            <ac:cxnSpMk id="87" creationId="{F5C035DE-1921-1341-F759-A9E1ECC29D3C}"/>
          </ac:cxnSpMkLst>
        </pc:cxnChg>
        <pc:cxnChg chg="add del mod ord">
          <ac:chgData name="Jethro Hotbatahi Hasoloan" userId="6704a177-17bb-4244-9c06-d865e36c920b" providerId="ADAL" clId="{3E066727-BBB6-4D37-A6B5-32C7A00FA4F3}" dt="2026-10-22T01:50:43.980" v="7830"/>
          <ac:cxnSpMkLst>
            <pc:docMk/>
            <pc:sldMk cId="921645031" sldId="266"/>
            <ac:cxnSpMk id="88" creationId="{8F0AB3DC-68FB-57A4-A7E7-82D5A2428C4E}"/>
          </ac:cxnSpMkLst>
        </pc:cxnChg>
        <pc:cxnChg chg="add del mod ord">
          <ac:chgData name="Jethro Hotbatahi Hasoloan" userId="6704a177-17bb-4244-9c06-d865e36c920b" providerId="ADAL" clId="{3E066727-BBB6-4D37-A6B5-32C7A00FA4F3}" dt="2026-10-22T01:50:37.292" v="7260"/>
          <ac:cxnSpMkLst>
            <pc:docMk/>
            <pc:sldMk cId="921645031" sldId="266"/>
            <ac:cxnSpMk id="90" creationId="{C736216F-0DB8-CA52-55B0-A0C18266C3C0}"/>
          </ac:cxnSpMkLst>
        </pc:cxnChg>
        <pc:cxnChg chg="add del mod ord">
          <ac:chgData name="Jethro Hotbatahi Hasoloan" userId="6704a177-17bb-4244-9c06-d865e36c920b" providerId="ADAL" clId="{3E066727-BBB6-4D37-A6B5-32C7A00FA4F3}" dt="2026-10-22T01:51:27.444" v="9473"/>
          <ac:cxnSpMkLst>
            <pc:docMk/>
            <pc:sldMk cId="921645031" sldId="266"/>
            <ac:cxnSpMk id="111" creationId="{27D296E8-48B4-DD08-AAA1-2154D9057372}"/>
          </ac:cxnSpMkLst>
        </pc:cxnChg>
        <pc:cxnChg chg="add del mod ord">
          <ac:chgData name="Jethro Hotbatahi Hasoloan" userId="6704a177-17bb-4244-9c06-d865e36c920b" providerId="ADAL" clId="{3E066727-BBB6-4D37-A6B5-32C7A00FA4F3}" dt="2026-10-22T01:51:37.282" v="9721"/>
          <ac:cxnSpMkLst>
            <pc:docMk/>
            <pc:sldMk cId="921645031" sldId="266"/>
            <ac:cxnSpMk id="115" creationId="{B17CC714-37F6-87D8-9E8F-4C3801ED8B32}"/>
          </ac:cxnSpMkLst>
        </pc:cxnChg>
        <pc:cxnChg chg="add del mod ord">
          <ac:chgData name="Jethro Hotbatahi Hasoloan" userId="6704a177-17bb-4244-9c06-d865e36c920b" providerId="ADAL" clId="{3E066727-BBB6-4D37-A6B5-32C7A00FA4F3}" dt="2026-10-22T01:51:39.444" v="9967"/>
          <ac:cxnSpMkLst>
            <pc:docMk/>
            <pc:sldMk cId="921645031" sldId="266"/>
            <ac:cxnSpMk id="118" creationId="{42C3D545-28D1-C604-0E6B-C78F6AD398F0}"/>
          </ac:cxnSpMkLst>
        </pc:cxnChg>
        <pc:cxnChg chg="add del mod ord">
          <ac:chgData name="Jethro Hotbatahi Hasoloan" userId="6704a177-17bb-4244-9c06-d865e36c920b" providerId="ADAL" clId="{3E066727-BBB6-4D37-A6B5-32C7A00FA4F3}" dt="2026-10-22T01:51:42.727" v="10167"/>
          <ac:cxnSpMkLst>
            <pc:docMk/>
            <pc:sldMk cId="921645031" sldId="266"/>
            <ac:cxnSpMk id="120" creationId="{511BD377-A346-E10D-80C6-F8FE3A2F0DD8}"/>
          </ac:cxnSpMkLst>
        </pc:cxnChg>
        <pc:cxnChg chg="add del mod ord">
          <ac:chgData name="Jethro Hotbatahi Hasoloan" userId="6704a177-17bb-4244-9c06-d865e36c920b" providerId="ADAL" clId="{3E066727-BBB6-4D37-A6B5-32C7A00FA4F3}" dt="2026-10-22T01:51:55.370" v="10616"/>
          <ac:cxnSpMkLst>
            <pc:docMk/>
            <pc:sldMk cId="921645031" sldId="266"/>
            <ac:cxnSpMk id="125" creationId="{7EF34451-A7FD-AE4F-FA94-6423C390E696}"/>
          </ac:cxnSpMkLst>
        </pc:cxnChg>
        <pc:cxnChg chg="add del mod ord">
          <ac:chgData name="Jethro Hotbatahi Hasoloan" userId="6704a177-17bb-4244-9c06-d865e36c920b" providerId="ADAL" clId="{3E066727-BBB6-4D37-A6B5-32C7A00FA4F3}" dt="2026-10-22T01:51:55.386" v="10638"/>
          <ac:cxnSpMkLst>
            <pc:docMk/>
            <pc:sldMk cId="921645031" sldId="266"/>
            <ac:cxnSpMk id="126" creationId="{0A7F18B2-735A-7113-3F79-273B76FDC33E}"/>
          </ac:cxnSpMkLst>
        </pc:cxnChg>
        <pc:cxnChg chg="add mod ord">
          <ac:chgData name="Jethro Hotbatahi Hasoloan" userId="6704a177-17bb-4244-9c06-d865e36c920b" providerId="ADAL" clId="{3E066727-BBB6-4D37-A6B5-32C7A00FA4F3}" dt="2026-10-22T02:54:13.006" v="36435"/>
          <ac:cxnSpMkLst>
            <pc:docMk/>
            <pc:sldMk cId="921645031" sldId="266"/>
            <ac:cxnSpMk id="276" creationId="{667DE671-729C-C434-BA18-55BE6A7481A5}"/>
          </ac:cxnSpMkLst>
        </pc:cxnChg>
        <pc:cxnChg chg="add mod ord">
          <ac:chgData name="Jethro Hotbatahi Hasoloan" userId="6704a177-17bb-4244-9c06-d865e36c920b" providerId="ADAL" clId="{3E066727-BBB6-4D37-A6B5-32C7A00FA4F3}" dt="2026-10-22T02:54:13.016" v="36451"/>
          <ac:cxnSpMkLst>
            <pc:docMk/>
            <pc:sldMk cId="921645031" sldId="266"/>
            <ac:cxnSpMk id="279" creationId="{43971890-7369-1F14-10BB-34AF07124763}"/>
          </ac:cxnSpMkLst>
        </pc:cxnChg>
        <pc:cxnChg chg="add mod ord">
          <ac:chgData name="Jethro Hotbatahi Hasoloan" userId="6704a177-17bb-4244-9c06-d865e36c920b" providerId="ADAL" clId="{3E066727-BBB6-4D37-A6B5-32C7A00FA4F3}" dt="2026-10-22T02:54:12.957" v="36370"/>
          <ac:cxnSpMkLst>
            <pc:docMk/>
            <pc:sldMk cId="921645031" sldId="266"/>
            <ac:cxnSpMk id="302" creationId="{391BA6D5-0006-5137-C94F-B71C623C0958}"/>
          </ac:cxnSpMkLst>
        </pc:cxnChg>
        <pc:cxnChg chg="add mod ord">
          <ac:chgData name="Jethro Hotbatahi Hasoloan" userId="6704a177-17bb-4244-9c06-d865e36c920b" providerId="ADAL" clId="{3E066727-BBB6-4D37-A6B5-32C7A00FA4F3}" dt="2026-10-22T02:54:12.990" v="36407"/>
          <ac:cxnSpMkLst>
            <pc:docMk/>
            <pc:sldMk cId="921645031" sldId="266"/>
            <ac:cxnSpMk id="305" creationId="{136DD520-D2E9-BC0E-7D9D-5B7A0DEC1FA7}"/>
          </ac:cxnSpMkLst>
        </pc:cxnChg>
        <pc:cxnChg chg="add del mod ord">
          <ac:chgData name="Jethro Hotbatahi Hasoloan" userId="6704a177-17bb-4244-9c06-d865e36c920b" providerId="ADAL" clId="{3E066727-BBB6-4D37-A6B5-32C7A00FA4F3}" dt="2026-10-22T02:12:15.886" v="25378"/>
          <ac:cxnSpMkLst>
            <pc:docMk/>
            <pc:sldMk cId="921645031" sldId="266"/>
            <ac:cxnSpMk id="308" creationId="{4E94357D-E2E3-11F2-0C75-B15522897B8E}"/>
          </ac:cxnSpMkLst>
        </pc:cxnChg>
        <pc:cxnChg chg="mod ord">
          <ac:chgData name="Jethro Hotbatahi Hasoloan" userId="6704a177-17bb-4244-9c06-d865e36c920b" providerId="ADAL" clId="{3E066727-BBB6-4D37-A6B5-32C7A00FA4F3}" dt="2026-10-22T02:54:12.974" v="36388"/>
          <ac:cxnSpMkLst>
            <pc:docMk/>
            <pc:sldMk cId="921645031" sldId="266"/>
            <ac:cxnSpMk id="1389" creationId="{53F2AE81-DC6E-E63A-B6DF-CA9BBF1603D8}"/>
          </ac:cxnSpMkLst>
        </pc:cxnChg>
        <pc:cxnChg chg="mod ord">
          <ac:chgData name="Jethro Hotbatahi Hasoloan" userId="6704a177-17bb-4244-9c06-d865e36c920b" providerId="ADAL" clId="{3E066727-BBB6-4D37-A6B5-32C7A00FA4F3}" dt="2026-10-22T02:54:12.974" v="36390"/>
          <ac:cxnSpMkLst>
            <pc:docMk/>
            <pc:sldMk cId="921645031" sldId="266"/>
            <ac:cxnSpMk id="1390" creationId="{BC1655FB-53D6-51DC-E8D3-CCBF72A800D6}"/>
          </ac:cxnSpMkLst>
        </pc:cxnChg>
        <pc:cxnChg chg="mod ord">
          <ac:chgData name="Jethro Hotbatahi Hasoloan" userId="6704a177-17bb-4244-9c06-d865e36c920b" providerId="ADAL" clId="{3E066727-BBB6-4D37-A6B5-32C7A00FA4F3}" dt="2026-10-22T02:54:12.974" v="36392"/>
          <ac:cxnSpMkLst>
            <pc:docMk/>
            <pc:sldMk cId="921645031" sldId="266"/>
            <ac:cxnSpMk id="1391" creationId="{0B672D6F-D07A-34A7-C1C9-542B8C0BE884}"/>
          </ac:cxnSpMkLst>
        </pc:cxnChg>
        <pc:cxnChg chg="add del mod ord">
          <ac:chgData name="Jethro Hotbatahi Hasoloan" userId="6704a177-17bb-4244-9c06-d865e36c920b" providerId="ADAL" clId="{3E066727-BBB6-4D37-A6B5-32C7A00FA4F3}" dt="2026-10-22T01:51:58.205" v="10830"/>
          <ac:cxnSpMkLst>
            <pc:docMk/>
            <pc:sldMk cId="921645031" sldId="266"/>
            <ac:cxnSpMk id="1475" creationId="{A074C840-B37E-3698-3537-391096057A08}"/>
          </ac:cxnSpMkLst>
        </pc:cxnChg>
        <pc:cxnChg chg="add del mod ord">
          <ac:chgData name="Jethro Hotbatahi Hasoloan" userId="6704a177-17bb-4244-9c06-d865e36c920b" providerId="ADAL" clId="{3E066727-BBB6-4D37-A6B5-32C7A00FA4F3}" dt="2026-10-22T01:52:00.655" v="11030"/>
          <ac:cxnSpMkLst>
            <pc:docMk/>
            <pc:sldMk cId="921645031" sldId="266"/>
            <ac:cxnSpMk id="1478" creationId="{2911262C-D6D1-0955-5BBA-417D3D89A016}"/>
          </ac:cxnSpMkLst>
        </pc:cxnChg>
        <pc:cxnChg chg="add mod ord">
          <ac:chgData name="Jethro Hotbatahi Hasoloan" userId="6704a177-17bb-4244-9c06-d865e36c920b" providerId="ADAL" clId="{3E066727-BBB6-4D37-A6B5-32C7A00FA4F3}" dt="2026-10-22T02:54:13.018" v="36453"/>
          <ac:cxnSpMkLst>
            <pc:docMk/>
            <pc:sldMk cId="921645031" sldId="266"/>
            <ac:cxnSpMk id="1499" creationId="{E54FFA60-51B5-6ADC-5BDF-AE8C4598CEE1}"/>
          </ac:cxnSpMkLst>
        </pc:cxnChg>
        <pc:cxnChg chg="add mod ord">
          <ac:chgData name="Jethro Hotbatahi Hasoloan" userId="6704a177-17bb-4244-9c06-d865e36c920b" providerId="ADAL" clId="{3E066727-BBB6-4D37-A6B5-32C7A00FA4F3}" dt="2026-10-22T02:54:13.018" v="36455"/>
          <ac:cxnSpMkLst>
            <pc:docMk/>
            <pc:sldMk cId="921645031" sldId="266"/>
            <ac:cxnSpMk id="1500" creationId="{47EB8A9C-44EF-8BE2-35ED-8AF60F648D1E}"/>
          </ac:cxnSpMkLst>
        </pc:cxnChg>
        <pc:cxnChg chg="add mod ord">
          <ac:chgData name="Jethro Hotbatahi Hasoloan" userId="6704a177-17bb-4244-9c06-d865e36c920b" providerId="ADAL" clId="{3E066727-BBB6-4D37-A6B5-32C7A00FA4F3}" dt="2026-10-22T02:54:13.020" v="36457"/>
          <ac:cxnSpMkLst>
            <pc:docMk/>
            <pc:sldMk cId="921645031" sldId="266"/>
            <ac:cxnSpMk id="1503" creationId="{8AE201A9-C442-0C85-FFA5-1A6D884DA045}"/>
          </ac:cxnSpMkLst>
        </pc:cxnChg>
        <pc:cxnChg chg="add mod ord">
          <ac:chgData name="Jethro Hotbatahi Hasoloan" userId="6704a177-17bb-4244-9c06-d865e36c920b" providerId="ADAL" clId="{3E066727-BBB6-4D37-A6B5-32C7A00FA4F3}" dt="2026-10-22T02:54:13.020" v="36459"/>
          <ac:cxnSpMkLst>
            <pc:docMk/>
            <pc:sldMk cId="921645031" sldId="266"/>
            <ac:cxnSpMk id="1512" creationId="{A27F886C-CADB-2597-1DFE-807D2240AE4D}"/>
          </ac:cxnSpMkLst>
        </pc:cxnChg>
        <pc:cxnChg chg="add del mod ord">
          <ac:chgData name="Jethro Hotbatahi Hasoloan" userId="6704a177-17bb-4244-9c06-d865e36c920b" providerId="ADAL" clId="{3E066727-BBB6-4D37-A6B5-32C7A00FA4F3}" dt="2026-10-22T02:54:02.643" v="35819"/>
          <ac:cxnSpMkLst>
            <pc:docMk/>
            <pc:sldMk cId="921645031" sldId="266"/>
            <ac:cxnSpMk id="1518" creationId="{F1CF12C9-6709-2E36-A1CC-4538B08B7236}"/>
          </ac:cxnSpMkLst>
        </pc:cxnChg>
        <pc:cxnChg chg="add del mod ord">
          <ac:chgData name="Jethro Hotbatahi Hasoloan" userId="6704a177-17bb-4244-9c06-d865e36c920b" providerId="ADAL" clId="{3E066727-BBB6-4D37-A6B5-32C7A00FA4F3}" dt="2026-10-22T02:53:45.889" v="35448"/>
          <ac:cxnSpMkLst>
            <pc:docMk/>
            <pc:sldMk cId="921645031" sldId="266"/>
            <ac:cxnSpMk id="1519" creationId="{B3C2989C-3A61-381C-884D-E89164A56215}"/>
          </ac:cxnSpMkLst>
        </pc:cxnChg>
        <pc:cxnChg chg="add del mod ord">
          <ac:chgData name="Jethro Hotbatahi Hasoloan" userId="6704a177-17bb-4244-9c06-d865e36c920b" providerId="ADAL" clId="{3E066727-BBB6-4D37-A6B5-32C7A00FA4F3}" dt="2026-10-22T02:53:55.263" v="35475"/>
          <ac:cxnSpMkLst>
            <pc:docMk/>
            <pc:sldMk cId="921645031" sldId="266"/>
            <ac:cxnSpMk id="1523" creationId="{AE8FABB5-88AD-B6CC-1815-F18F100B6514}"/>
          </ac:cxnSpMkLst>
        </pc:cxnChg>
        <pc:cxnChg chg="add del mod ord">
          <ac:chgData name="Jethro Hotbatahi Hasoloan" userId="6704a177-17bb-4244-9c06-d865e36c920b" providerId="ADAL" clId="{3E066727-BBB6-4D37-A6B5-32C7A00FA4F3}" dt="2026-10-22T02:53:59.150" v="35649"/>
          <ac:cxnSpMkLst>
            <pc:docMk/>
            <pc:sldMk cId="921645031" sldId="266"/>
            <ac:cxnSpMk id="1528" creationId="{2B461B86-F7A1-42B9-E236-294E2B3C8D4B}"/>
          </ac:cxnSpMkLst>
        </pc:cxnChg>
      </pc:sldChg>
      <pc:sldChg chg="del">
        <pc:chgData name="Jethro Hotbatahi Hasoloan" userId="6704a177-17bb-4244-9c06-d865e36c920b" providerId="ADAL" clId="{3E066727-BBB6-4D37-A6B5-32C7A00FA4F3}" dt="2026-10-22T02:55:02.488" v="36506" actId="47"/>
        <pc:sldMkLst>
          <pc:docMk/>
          <pc:sldMk cId="1854598618" sldId="267"/>
        </pc:sldMkLst>
      </pc:sldChg>
      <pc:sldChg chg="del">
        <pc:chgData name="Jethro Hotbatahi Hasoloan" userId="6704a177-17bb-4244-9c06-d865e36c920b" providerId="ADAL" clId="{3E066727-BBB6-4D37-A6B5-32C7A00FA4F3}" dt="2026-10-22T02:56:30.213" v="36523" actId="2696"/>
        <pc:sldMkLst>
          <pc:docMk/>
          <pc:sldMk cId="2051259370" sldId="268"/>
        </pc:sldMkLst>
      </pc:sldChg>
      <pc:sldChg chg="del">
        <pc:chgData name="Jethro Hotbatahi Hasoloan" userId="6704a177-17bb-4244-9c06-d865e36c920b" providerId="ADAL" clId="{3E066727-BBB6-4D37-A6B5-32C7A00FA4F3}" dt="2026-10-22T02:56:30.213" v="36523" actId="2696"/>
        <pc:sldMkLst>
          <pc:docMk/>
          <pc:sldMk cId="1051713624" sldId="269"/>
        </pc:sldMkLst>
      </pc:sldChg>
      <pc:sldChg chg="del">
        <pc:chgData name="Jethro Hotbatahi Hasoloan" userId="6704a177-17bb-4244-9c06-d865e36c920b" providerId="ADAL" clId="{3E066727-BBB6-4D37-A6B5-32C7A00FA4F3}" dt="2026-10-22T02:56:30.213" v="36523" actId="2696"/>
        <pc:sldMkLst>
          <pc:docMk/>
          <pc:sldMk cId="2758458986" sldId="272"/>
        </pc:sldMkLst>
      </pc:sldChg>
      <pc:sldChg chg="del">
        <pc:chgData name="Jethro Hotbatahi Hasoloan" userId="6704a177-17bb-4244-9c06-d865e36c920b" providerId="ADAL" clId="{3E066727-BBB6-4D37-A6B5-32C7A00FA4F3}" dt="2026-10-22T02:43:31.334" v="26711" actId="47"/>
        <pc:sldMkLst>
          <pc:docMk/>
          <pc:sldMk cId="1641802767" sldId="273"/>
        </pc:sldMkLst>
      </pc:sldChg>
      <pc:sldChg chg="del">
        <pc:chgData name="Jethro Hotbatahi Hasoloan" userId="6704a177-17bb-4244-9c06-d865e36c920b" providerId="ADAL" clId="{3E066727-BBB6-4D37-A6B5-32C7A00FA4F3}" dt="2026-10-22T02:55:02.488" v="36506" actId="47"/>
        <pc:sldMkLst>
          <pc:docMk/>
          <pc:sldMk cId="1255025424" sldId="275"/>
        </pc:sldMkLst>
      </pc:sldChg>
      <pc:sldChg chg="del">
        <pc:chgData name="Jethro Hotbatahi Hasoloan" userId="6704a177-17bb-4244-9c06-d865e36c920b" providerId="ADAL" clId="{3E066727-BBB6-4D37-A6B5-32C7A00FA4F3}" dt="2026-10-22T02:55:02.488" v="36506" actId="47"/>
        <pc:sldMkLst>
          <pc:docMk/>
          <pc:sldMk cId="3175941255" sldId="276"/>
        </pc:sldMkLst>
      </pc:sldChg>
      <pc:sldChg chg="del">
        <pc:chgData name="Jethro Hotbatahi Hasoloan" userId="6704a177-17bb-4244-9c06-d865e36c920b" providerId="ADAL" clId="{3E066727-BBB6-4D37-A6B5-32C7A00FA4F3}" dt="2026-10-22T02:55:02.488" v="36506" actId="47"/>
        <pc:sldMkLst>
          <pc:docMk/>
          <pc:sldMk cId="2957219205" sldId="277"/>
        </pc:sldMkLst>
      </pc:sldChg>
      <pc:sldChg chg="del">
        <pc:chgData name="Jethro Hotbatahi Hasoloan" userId="6704a177-17bb-4244-9c06-d865e36c920b" providerId="ADAL" clId="{3E066727-BBB6-4D37-A6B5-32C7A00FA4F3}" dt="2026-10-22T02:55:02.488" v="36506" actId="47"/>
        <pc:sldMkLst>
          <pc:docMk/>
          <pc:sldMk cId="3587037687" sldId="278"/>
        </pc:sldMkLst>
      </pc:sldChg>
      <pc:sldChg chg="del">
        <pc:chgData name="Jethro Hotbatahi Hasoloan" userId="6704a177-17bb-4244-9c06-d865e36c920b" providerId="ADAL" clId="{3E066727-BBB6-4D37-A6B5-32C7A00FA4F3}" dt="2026-10-22T02:55:02.488" v="36506" actId="47"/>
        <pc:sldMkLst>
          <pc:docMk/>
          <pc:sldMk cId="2162356211" sldId="279"/>
        </pc:sldMkLst>
      </pc:sldChg>
      <pc:sldChg chg="del">
        <pc:chgData name="Jethro Hotbatahi Hasoloan" userId="6704a177-17bb-4244-9c06-d865e36c920b" providerId="ADAL" clId="{3E066727-BBB6-4D37-A6B5-32C7A00FA4F3}" dt="2026-10-22T02:55:02.488" v="36506" actId="47"/>
        <pc:sldMkLst>
          <pc:docMk/>
          <pc:sldMk cId="3421575296" sldId="280"/>
        </pc:sldMkLst>
      </pc:sldChg>
      <pc:sldChg chg="del">
        <pc:chgData name="Jethro Hotbatahi Hasoloan" userId="6704a177-17bb-4244-9c06-d865e36c920b" providerId="ADAL" clId="{3E066727-BBB6-4D37-A6B5-32C7A00FA4F3}" dt="2026-10-22T02:55:46.159" v="36515" actId="47"/>
        <pc:sldMkLst>
          <pc:docMk/>
          <pc:sldMk cId="2678069763" sldId="281"/>
        </pc:sldMkLst>
      </pc:sldChg>
      <pc:sldChg chg="modSp mod">
        <pc:chgData name="Jethro Hotbatahi Hasoloan" userId="6704a177-17bb-4244-9c06-d865e36c920b" providerId="ADAL" clId="{3E066727-BBB6-4D37-A6B5-32C7A00FA4F3}" dt="2026-10-22T04:13:04.031" v="75889" actId="299"/>
        <pc:sldMkLst>
          <pc:docMk/>
          <pc:sldMk cId="454061649" sldId="282"/>
        </pc:sldMkLst>
        <pc:spChg chg="mod">
          <ac:chgData name="Jethro Hotbatahi Hasoloan" userId="6704a177-17bb-4244-9c06-d865e36c920b" providerId="ADAL" clId="{3E066727-BBB6-4D37-A6B5-32C7A00FA4F3}" dt="2026-10-22T04:13:04.031" v="75889" actId="299"/>
          <ac:spMkLst>
            <pc:docMk/>
            <pc:sldMk cId="454061649" sldId="282"/>
            <ac:spMk id="2" creationId="{3A4459B9-9057-9BFE-3F51-AADF7077CFE3}"/>
          </ac:spMkLst>
        </pc:spChg>
        <pc:spChg chg="mod">
          <ac:chgData name="Jethro Hotbatahi Hasoloan" userId="6704a177-17bb-4244-9c06-d865e36c920b" providerId="ADAL" clId="{3E066727-BBB6-4D37-A6B5-32C7A00FA4F3}" dt="2026-10-22T01:39:29.872" v="3" actId="20577"/>
          <ac:spMkLst>
            <pc:docMk/>
            <pc:sldMk cId="454061649" sldId="282"/>
            <ac:spMk id="3" creationId="{9412C1D3-4A3D-EF2F-2151-255E72AE777F}"/>
          </ac:spMkLst>
        </pc:spChg>
      </pc:sldChg>
      <pc:sldChg chg="del">
        <pc:chgData name="Jethro Hotbatahi Hasoloan" userId="6704a177-17bb-4244-9c06-d865e36c920b" providerId="ADAL" clId="{3E066727-BBB6-4D37-A6B5-32C7A00FA4F3}" dt="2026-10-22T02:56:39.632" v="36524" actId="2696"/>
        <pc:sldMkLst>
          <pc:docMk/>
          <pc:sldMk cId="4274865890" sldId="283"/>
        </pc:sldMkLst>
      </pc:sldChg>
      <pc:sldChg chg="del">
        <pc:chgData name="Jethro Hotbatahi Hasoloan" userId="6704a177-17bb-4244-9c06-d865e36c920b" providerId="ADAL" clId="{3E066727-BBB6-4D37-A6B5-32C7A00FA4F3}" dt="2026-10-22T02:55:02.488" v="36506" actId="47"/>
        <pc:sldMkLst>
          <pc:docMk/>
          <pc:sldMk cId="1246127750" sldId="284"/>
        </pc:sldMkLst>
      </pc:sldChg>
      <pc:sldChg chg="del">
        <pc:chgData name="Jethro Hotbatahi Hasoloan" userId="6704a177-17bb-4244-9c06-d865e36c920b" providerId="ADAL" clId="{3E066727-BBB6-4D37-A6B5-32C7A00FA4F3}" dt="2026-10-22T02:55:02.488" v="36506" actId="47"/>
        <pc:sldMkLst>
          <pc:docMk/>
          <pc:sldMk cId="2784093298" sldId="285"/>
        </pc:sldMkLst>
      </pc:sldChg>
      <pc:sldChg chg="del">
        <pc:chgData name="Jethro Hotbatahi Hasoloan" userId="6704a177-17bb-4244-9c06-d865e36c920b" providerId="ADAL" clId="{3E066727-BBB6-4D37-A6B5-32C7A00FA4F3}" dt="2026-10-22T02:55:02.488" v="36506" actId="47"/>
        <pc:sldMkLst>
          <pc:docMk/>
          <pc:sldMk cId="1743968412" sldId="286"/>
        </pc:sldMkLst>
      </pc:sldChg>
      <pc:sldChg chg="del">
        <pc:chgData name="Jethro Hotbatahi Hasoloan" userId="6704a177-17bb-4244-9c06-d865e36c920b" providerId="ADAL" clId="{3E066727-BBB6-4D37-A6B5-32C7A00FA4F3}" dt="2026-10-22T02:55:02.488" v="36506" actId="47"/>
        <pc:sldMkLst>
          <pc:docMk/>
          <pc:sldMk cId="904355885" sldId="288"/>
        </pc:sldMkLst>
      </pc:sldChg>
      <pc:sldChg chg="del">
        <pc:chgData name="Jethro Hotbatahi Hasoloan" userId="6704a177-17bb-4244-9c06-d865e36c920b" providerId="ADAL" clId="{3E066727-BBB6-4D37-A6B5-32C7A00FA4F3}" dt="2026-10-22T02:55:02.488" v="36506" actId="47"/>
        <pc:sldMkLst>
          <pc:docMk/>
          <pc:sldMk cId="1420176126" sldId="289"/>
        </pc:sldMkLst>
      </pc:sldChg>
      <pc:sldChg chg="del">
        <pc:chgData name="Jethro Hotbatahi Hasoloan" userId="6704a177-17bb-4244-9c06-d865e36c920b" providerId="ADAL" clId="{3E066727-BBB6-4D37-A6B5-32C7A00FA4F3}" dt="2026-10-22T02:55:46.159" v="36515" actId="47"/>
        <pc:sldMkLst>
          <pc:docMk/>
          <pc:sldMk cId="2873165681" sldId="290"/>
        </pc:sldMkLst>
      </pc:sldChg>
      <pc:sldChg chg="del">
        <pc:chgData name="Jethro Hotbatahi Hasoloan" userId="6704a177-17bb-4244-9c06-d865e36c920b" providerId="ADAL" clId="{3E066727-BBB6-4D37-A6B5-32C7A00FA4F3}" dt="2026-10-22T02:55:02.488" v="36506" actId="47"/>
        <pc:sldMkLst>
          <pc:docMk/>
          <pc:sldMk cId="808596002" sldId="291"/>
        </pc:sldMkLst>
      </pc:sldChg>
      <pc:sldChg chg="del">
        <pc:chgData name="Jethro Hotbatahi Hasoloan" userId="6704a177-17bb-4244-9c06-d865e36c920b" providerId="ADAL" clId="{3E066727-BBB6-4D37-A6B5-32C7A00FA4F3}" dt="2026-10-22T02:55:46.159" v="36515" actId="47"/>
        <pc:sldMkLst>
          <pc:docMk/>
          <pc:sldMk cId="3863750030" sldId="292"/>
        </pc:sldMkLst>
      </pc:sldChg>
      <pc:sldChg chg="del">
        <pc:chgData name="Jethro Hotbatahi Hasoloan" userId="6704a177-17bb-4244-9c06-d865e36c920b" providerId="ADAL" clId="{3E066727-BBB6-4D37-A6B5-32C7A00FA4F3}" dt="2026-10-22T02:12:27.365" v="25832" actId="47"/>
        <pc:sldMkLst>
          <pc:docMk/>
          <pc:sldMk cId="3920371676" sldId="293"/>
        </pc:sldMkLst>
      </pc:sldChg>
      <pc:sldChg chg="del">
        <pc:chgData name="Jethro Hotbatahi Hasoloan" userId="6704a177-17bb-4244-9c06-d865e36c920b" providerId="ADAL" clId="{3E066727-BBB6-4D37-A6B5-32C7A00FA4F3}" dt="2026-10-22T02:55:02.488" v="36506" actId="47"/>
        <pc:sldMkLst>
          <pc:docMk/>
          <pc:sldMk cId="2504301754" sldId="294"/>
        </pc:sldMkLst>
      </pc:sldChg>
      <pc:sldChg chg="delSp modSp del mod">
        <pc:chgData name="Jethro Hotbatahi Hasoloan" userId="6704a177-17bb-4244-9c06-d865e36c920b" providerId="ADAL" clId="{3E066727-BBB6-4D37-A6B5-32C7A00FA4F3}" dt="2026-10-22T04:19:52.007" v="78349" actId="47"/>
        <pc:sldMkLst>
          <pc:docMk/>
          <pc:sldMk cId="1141468399" sldId="295"/>
        </pc:sldMkLst>
        <pc:spChg chg="mod">
          <ac:chgData name="Jethro Hotbatahi Hasoloan" userId="6704a177-17bb-4244-9c06-d865e36c920b" providerId="ADAL" clId="{3E066727-BBB6-4D37-A6B5-32C7A00FA4F3}" dt="2026-10-22T04:12:34.686" v="75855" actId="299"/>
          <ac:spMkLst>
            <pc:docMk/>
            <pc:sldMk cId="1141468399" sldId="295"/>
            <ac:spMk id="3" creationId="{D4C70D0C-CF06-ED38-CF58-D6FAFB84AEDA}"/>
          </ac:spMkLst>
        </pc:spChg>
        <pc:spChg chg="mod">
          <ac:chgData name="Jethro Hotbatahi Hasoloan" userId="6704a177-17bb-4244-9c06-d865e36c920b" providerId="ADAL" clId="{3E066727-BBB6-4D37-A6B5-32C7A00FA4F3}" dt="2026-10-22T02:20:17.741" v="26160" actId="14100"/>
          <ac:spMkLst>
            <pc:docMk/>
            <pc:sldMk cId="1141468399" sldId="295"/>
            <ac:spMk id="10" creationId="{DFC99DB8-8BA3-3FE5-E6B5-B92E0B52A734}"/>
          </ac:spMkLst>
        </pc:spChg>
        <pc:spChg chg="mod">
          <ac:chgData name="Jethro Hotbatahi Hasoloan" userId="6704a177-17bb-4244-9c06-d865e36c920b" providerId="ADAL" clId="{3E066727-BBB6-4D37-A6B5-32C7A00FA4F3}" dt="2026-10-22T04:12:01.818" v="75851" actId="1076"/>
          <ac:spMkLst>
            <pc:docMk/>
            <pc:sldMk cId="1141468399" sldId="295"/>
            <ac:spMk id="38" creationId="{060DD07C-CB47-0061-0391-92438F86D72F}"/>
          </ac:spMkLst>
        </pc:spChg>
        <pc:spChg chg="mod">
          <ac:chgData name="Jethro Hotbatahi Hasoloan" userId="6704a177-17bb-4244-9c06-d865e36c920b" providerId="ADAL" clId="{3E066727-BBB6-4D37-A6B5-32C7A00FA4F3}" dt="2026-10-22T04:12:01.818" v="75851" actId="1076"/>
          <ac:spMkLst>
            <pc:docMk/>
            <pc:sldMk cId="1141468399" sldId="295"/>
            <ac:spMk id="40" creationId="{E426A2D2-E945-13C6-A4D6-1974AAE16F44}"/>
          </ac:spMkLst>
        </pc:spChg>
        <pc:spChg chg="mod">
          <ac:chgData name="Jethro Hotbatahi Hasoloan" userId="6704a177-17bb-4244-9c06-d865e36c920b" providerId="ADAL" clId="{3E066727-BBB6-4D37-A6B5-32C7A00FA4F3}" dt="2026-10-22T04:12:01.818" v="75851" actId="1076"/>
          <ac:spMkLst>
            <pc:docMk/>
            <pc:sldMk cId="1141468399" sldId="295"/>
            <ac:spMk id="42" creationId="{837F2300-1494-E6C2-11EA-5D4B3A0759FA}"/>
          </ac:spMkLst>
        </pc:spChg>
        <pc:spChg chg="mod">
          <ac:chgData name="Jethro Hotbatahi Hasoloan" userId="6704a177-17bb-4244-9c06-d865e36c920b" providerId="ADAL" clId="{3E066727-BBB6-4D37-A6B5-32C7A00FA4F3}" dt="2026-10-22T04:12:01.818" v="75851" actId="1076"/>
          <ac:spMkLst>
            <pc:docMk/>
            <pc:sldMk cId="1141468399" sldId="295"/>
            <ac:spMk id="43" creationId="{181CB2A6-A28B-03DE-5A14-32E8CEEF8DC6}"/>
          </ac:spMkLst>
        </pc:spChg>
        <pc:spChg chg="mod">
          <ac:chgData name="Jethro Hotbatahi Hasoloan" userId="6704a177-17bb-4244-9c06-d865e36c920b" providerId="ADAL" clId="{3E066727-BBB6-4D37-A6B5-32C7A00FA4F3}" dt="2026-10-22T04:12:01.818" v="75851" actId="1076"/>
          <ac:spMkLst>
            <pc:docMk/>
            <pc:sldMk cId="1141468399" sldId="295"/>
            <ac:spMk id="47" creationId="{80CBE2C1-72F1-2FD2-6779-15F24BB48A86}"/>
          </ac:spMkLst>
        </pc:spChg>
        <pc:spChg chg="mod">
          <ac:chgData name="Jethro Hotbatahi Hasoloan" userId="6704a177-17bb-4244-9c06-d865e36c920b" providerId="ADAL" clId="{3E066727-BBB6-4D37-A6B5-32C7A00FA4F3}" dt="2026-10-22T02:20:23.818" v="26161" actId="14100"/>
          <ac:spMkLst>
            <pc:docMk/>
            <pc:sldMk cId="1141468399" sldId="295"/>
            <ac:spMk id="48" creationId="{DDD80FF4-F833-C435-721C-44FFB8AEADCE}"/>
          </ac:spMkLst>
        </pc:spChg>
        <pc:spChg chg="mod">
          <ac:chgData name="Jethro Hotbatahi Hasoloan" userId="6704a177-17bb-4244-9c06-d865e36c920b" providerId="ADAL" clId="{3E066727-BBB6-4D37-A6B5-32C7A00FA4F3}" dt="2026-10-22T04:12:01.818" v="75851" actId="1076"/>
          <ac:spMkLst>
            <pc:docMk/>
            <pc:sldMk cId="1141468399" sldId="295"/>
            <ac:spMk id="49" creationId="{B3161A66-3015-6B10-2024-88534B147ECB}"/>
          </ac:spMkLst>
        </pc:spChg>
        <pc:spChg chg="mod">
          <ac:chgData name="Jethro Hotbatahi Hasoloan" userId="6704a177-17bb-4244-9c06-d865e36c920b" providerId="ADAL" clId="{3E066727-BBB6-4D37-A6B5-32C7A00FA4F3}" dt="2026-10-22T04:12:01.818" v="75851" actId="1076"/>
          <ac:spMkLst>
            <pc:docMk/>
            <pc:sldMk cId="1141468399" sldId="295"/>
            <ac:spMk id="50" creationId="{556875D4-F3B3-04C8-D0D9-442622A14059}"/>
          </ac:spMkLst>
        </pc:spChg>
        <pc:spChg chg="mod">
          <ac:chgData name="Jethro Hotbatahi Hasoloan" userId="6704a177-17bb-4244-9c06-d865e36c920b" providerId="ADAL" clId="{3E066727-BBB6-4D37-A6B5-32C7A00FA4F3}" dt="2026-10-22T02:23:49.736" v="26179"/>
          <ac:spMkLst>
            <pc:docMk/>
            <pc:sldMk cId="1141468399" sldId="295"/>
            <ac:spMk id="51" creationId="{B339A63A-31C4-6979-52F4-985623A296B5}"/>
          </ac:spMkLst>
        </pc:spChg>
        <pc:spChg chg="mod">
          <ac:chgData name="Jethro Hotbatahi Hasoloan" userId="6704a177-17bb-4244-9c06-d865e36c920b" providerId="ADAL" clId="{3E066727-BBB6-4D37-A6B5-32C7A00FA4F3}" dt="2026-10-22T04:12:01.818" v="75851" actId="1076"/>
          <ac:spMkLst>
            <pc:docMk/>
            <pc:sldMk cId="1141468399" sldId="295"/>
            <ac:spMk id="52" creationId="{D3354FF1-2D2D-99EA-68D6-5AE06E7FB296}"/>
          </ac:spMkLst>
        </pc:spChg>
        <pc:spChg chg="mod">
          <ac:chgData name="Jethro Hotbatahi Hasoloan" userId="6704a177-17bb-4244-9c06-d865e36c920b" providerId="ADAL" clId="{3E066727-BBB6-4D37-A6B5-32C7A00FA4F3}" dt="2026-10-22T02:24:55.730" v="26181"/>
          <ac:spMkLst>
            <pc:docMk/>
            <pc:sldMk cId="1141468399" sldId="295"/>
            <ac:spMk id="53" creationId="{BD0177E7-3F20-1B56-E698-904FB2793003}"/>
          </ac:spMkLst>
        </pc:spChg>
        <pc:spChg chg="mod">
          <ac:chgData name="Jethro Hotbatahi Hasoloan" userId="6704a177-17bb-4244-9c06-d865e36c920b" providerId="ADAL" clId="{3E066727-BBB6-4D37-A6B5-32C7A00FA4F3}" dt="2026-10-22T04:12:01.818" v="75851" actId="1076"/>
          <ac:spMkLst>
            <pc:docMk/>
            <pc:sldMk cId="1141468399" sldId="295"/>
            <ac:spMk id="62" creationId="{8D94066D-C6F2-F639-BA09-7B64F97B7B79}"/>
          </ac:spMkLst>
        </pc:spChg>
        <pc:spChg chg="mod">
          <ac:chgData name="Jethro Hotbatahi Hasoloan" userId="6704a177-17bb-4244-9c06-d865e36c920b" providerId="ADAL" clId="{3E066727-BBB6-4D37-A6B5-32C7A00FA4F3}" dt="2026-10-22T04:12:01.818" v="75851" actId="1076"/>
          <ac:spMkLst>
            <pc:docMk/>
            <pc:sldMk cId="1141468399" sldId="295"/>
            <ac:spMk id="64" creationId="{7D2DE642-AFCE-84A9-C3F9-95A42AE8C473}"/>
          </ac:spMkLst>
        </pc:spChg>
        <pc:spChg chg="mod">
          <ac:chgData name="Jethro Hotbatahi Hasoloan" userId="6704a177-17bb-4244-9c06-d865e36c920b" providerId="ADAL" clId="{3E066727-BBB6-4D37-A6B5-32C7A00FA4F3}" dt="2026-10-22T02:25:02.362" v="26194" actId="20577"/>
          <ac:spMkLst>
            <pc:docMk/>
            <pc:sldMk cId="1141468399" sldId="295"/>
            <ac:spMk id="79" creationId="{2492C067-967B-1CF9-BFB8-A127E1D98338}"/>
          </ac:spMkLst>
        </pc:spChg>
        <pc:grpChg chg="del">
          <ac:chgData name="Jethro Hotbatahi Hasoloan" userId="6704a177-17bb-4244-9c06-d865e36c920b" providerId="ADAL" clId="{3E066727-BBB6-4D37-A6B5-32C7A00FA4F3}" dt="2026-10-22T04:11:55.294" v="75850" actId="478"/>
          <ac:grpSpMkLst>
            <pc:docMk/>
            <pc:sldMk cId="1141468399" sldId="295"/>
            <ac:grpSpMk id="11" creationId="{3C86F602-ACF8-5DEE-D618-53BF28109438}"/>
          </ac:grpSpMkLst>
        </pc:grpChg>
        <pc:grpChg chg="del">
          <ac:chgData name="Jethro Hotbatahi Hasoloan" userId="6704a177-17bb-4244-9c06-d865e36c920b" providerId="ADAL" clId="{3E066727-BBB6-4D37-A6B5-32C7A00FA4F3}" dt="2026-10-22T04:11:55.294" v="75850" actId="478"/>
          <ac:grpSpMkLst>
            <pc:docMk/>
            <pc:sldMk cId="1141468399" sldId="295"/>
            <ac:grpSpMk id="17" creationId="{50F288AA-9B68-0D6D-806D-C978227C9CA6}"/>
          </ac:grpSpMkLst>
        </pc:grpChg>
        <pc:grpChg chg="del">
          <ac:chgData name="Jethro Hotbatahi Hasoloan" userId="6704a177-17bb-4244-9c06-d865e36c920b" providerId="ADAL" clId="{3E066727-BBB6-4D37-A6B5-32C7A00FA4F3}" dt="2026-10-22T04:11:55.294" v="75850" actId="478"/>
          <ac:grpSpMkLst>
            <pc:docMk/>
            <pc:sldMk cId="1141468399" sldId="295"/>
            <ac:grpSpMk id="23" creationId="{61C4A91F-A623-69B7-A064-965E10B0C20D}"/>
          </ac:grpSpMkLst>
        </pc:grpChg>
        <pc:grpChg chg="del">
          <ac:chgData name="Jethro Hotbatahi Hasoloan" userId="6704a177-17bb-4244-9c06-d865e36c920b" providerId="ADAL" clId="{3E066727-BBB6-4D37-A6B5-32C7A00FA4F3}" dt="2026-10-22T04:11:55.294" v="75850" actId="478"/>
          <ac:grpSpMkLst>
            <pc:docMk/>
            <pc:sldMk cId="1141468399" sldId="295"/>
            <ac:grpSpMk id="30" creationId="{CD8DCC66-2B5B-EF7B-69BA-39C88C8F8922}"/>
          </ac:grpSpMkLst>
        </pc:grpChg>
        <pc:grpChg chg="del">
          <ac:chgData name="Jethro Hotbatahi Hasoloan" userId="6704a177-17bb-4244-9c06-d865e36c920b" providerId="ADAL" clId="{3E066727-BBB6-4D37-A6B5-32C7A00FA4F3}" dt="2026-10-22T04:11:55.294" v="75850" actId="478"/>
          <ac:grpSpMkLst>
            <pc:docMk/>
            <pc:sldMk cId="1141468399" sldId="295"/>
            <ac:grpSpMk id="81" creationId="{525B0196-FF06-0CA7-74F8-D609FB890981}"/>
          </ac:grpSpMkLst>
        </pc:grpChg>
        <pc:grpChg chg="del">
          <ac:chgData name="Jethro Hotbatahi Hasoloan" userId="6704a177-17bb-4244-9c06-d865e36c920b" providerId="ADAL" clId="{3E066727-BBB6-4D37-A6B5-32C7A00FA4F3}" dt="2026-10-22T04:11:55.294" v="75850" actId="478"/>
          <ac:grpSpMkLst>
            <pc:docMk/>
            <pc:sldMk cId="1141468399" sldId="295"/>
            <ac:grpSpMk id="87" creationId="{CB0D8C50-8B6E-1D15-F51B-A6D4DA71B2E9}"/>
          </ac:grpSpMkLst>
        </pc:grpChg>
        <pc:cxnChg chg="del">
          <ac:chgData name="Jethro Hotbatahi Hasoloan" userId="6704a177-17bb-4244-9c06-d865e36c920b" providerId="ADAL" clId="{3E066727-BBB6-4D37-A6B5-32C7A00FA4F3}" dt="2026-10-22T04:11:55.294" v="75850" actId="478"/>
          <ac:cxnSpMkLst>
            <pc:docMk/>
            <pc:sldMk cId="1141468399" sldId="295"/>
            <ac:cxnSpMk id="5" creationId="{703A0E9F-00DF-24DC-F5FA-249D748EADEA}"/>
          </ac:cxnSpMkLst>
        </pc:cxnChg>
      </pc:sldChg>
      <pc:sldChg chg="del">
        <pc:chgData name="Jethro Hotbatahi Hasoloan" userId="6704a177-17bb-4244-9c06-d865e36c920b" providerId="ADAL" clId="{3E066727-BBB6-4D37-A6B5-32C7A00FA4F3}" dt="2026-10-22T02:56:39.632" v="36524" actId="2696"/>
        <pc:sldMkLst>
          <pc:docMk/>
          <pc:sldMk cId="2334539370" sldId="296"/>
        </pc:sldMkLst>
      </pc:sldChg>
      <pc:sldChg chg="del">
        <pc:chgData name="Jethro Hotbatahi Hasoloan" userId="6704a177-17bb-4244-9c06-d865e36c920b" providerId="ADAL" clId="{3E066727-BBB6-4D37-A6B5-32C7A00FA4F3}" dt="2026-10-22T05:23:28.996" v="128888" actId="47"/>
        <pc:sldMkLst>
          <pc:docMk/>
          <pc:sldMk cId="855294607" sldId="298"/>
        </pc:sldMkLst>
      </pc:sldChg>
      <pc:sldChg chg="del">
        <pc:chgData name="Jethro Hotbatahi Hasoloan" userId="6704a177-17bb-4244-9c06-d865e36c920b" providerId="ADAL" clId="{3E066727-BBB6-4D37-A6B5-32C7A00FA4F3}" dt="2026-10-22T02:55:02.488" v="36506" actId="47"/>
        <pc:sldMkLst>
          <pc:docMk/>
          <pc:sldMk cId="3677638322" sldId="300"/>
        </pc:sldMkLst>
      </pc:sldChg>
      <pc:sldChg chg="del">
        <pc:chgData name="Jethro Hotbatahi Hasoloan" userId="6704a177-17bb-4244-9c06-d865e36c920b" providerId="ADAL" clId="{3E066727-BBB6-4D37-A6B5-32C7A00FA4F3}" dt="2026-10-22T02:56:30.213" v="36523" actId="2696"/>
        <pc:sldMkLst>
          <pc:docMk/>
          <pc:sldMk cId="142312911" sldId="301"/>
        </pc:sldMkLst>
      </pc:sldChg>
      <pc:sldChg chg="del">
        <pc:chgData name="Jethro Hotbatahi Hasoloan" userId="6704a177-17bb-4244-9c06-d865e36c920b" providerId="ADAL" clId="{3E066727-BBB6-4D37-A6B5-32C7A00FA4F3}" dt="2026-10-22T02:56:06.971" v="36522" actId="2696"/>
        <pc:sldMkLst>
          <pc:docMk/>
          <pc:sldMk cId="3177568209" sldId="302"/>
        </pc:sldMkLst>
      </pc:sldChg>
      <pc:sldChg chg="delSp modSp del mod">
        <pc:chgData name="Jethro Hotbatahi Hasoloan" userId="6704a177-17bb-4244-9c06-d865e36c920b" providerId="ADAL" clId="{3E066727-BBB6-4D37-A6B5-32C7A00FA4F3}" dt="2026-10-22T05:23:45.015" v="128891" actId="47"/>
        <pc:sldMkLst>
          <pc:docMk/>
          <pc:sldMk cId="2780969762" sldId="303"/>
        </pc:sldMkLst>
        <pc:spChg chg="del">
          <ac:chgData name="Jethro Hotbatahi Hasoloan" userId="6704a177-17bb-4244-9c06-d865e36c920b" providerId="ADAL" clId="{3E066727-BBB6-4D37-A6B5-32C7A00FA4F3}" dt="2026-10-22T05:04:14.586" v="121287" actId="478"/>
          <ac:spMkLst>
            <pc:docMk/>
            <pc:sldMk cId="2780969762" sldId="303"/>
            <ac:spMk id="3" creationId="{EC735CB3-3729-DD4F-7609-4E788E04F231}"/>
          </ac:spMkLst>
        </pc:spChg>
        <pc:spChg chg="mod">
          <ac:chgData name="Jethro Hotbatahi Hasoloan" userId="6704a177-17bb-4244-9c06-d865e36c920b" providerId="ADAL" clId="{3E066727-BBB6-4D37-A6B5-32C7A00FA4F3}" dt="2026-10-22T05:04:22.501" v="121300" actId="20577"/>
          <ac:spMkLst>
            <pc:docMk/>
            <pc:sldMk cId="2780969762" sldId="303"/>
            <ac:spMk id="8" creationId="{15462837-2DC3-4B66-D1EB-20171B30605F}"/>
          </ac:spMkLst>
        </pc:spChg>
        <pc:spChg chg="mod">
          <ac:chgData name="Jethro Hotbatahi Hasoloan" userId="6704a177-17bb-4244-9c06-d865e36c920b" providerId="ADAL" clId="{3E066727-BBB6-4D37-A6B5-32C7A00FA4F3}" dt="2026-10-22T05:04:48.656" v="121305" actId="1076"/>
          <ac:spMkLst>
            <pc:docMk/>
            <pc:sldMk cId="2780969762" sldId="303"/>
            <ac:spMk id="12" creationId="{788F7363-FCB4-097E-A7F5-2264B24D5938}"/>
          </ac:spMkLst>
        </pc:spChg>
        <pc:spChg chg="mod">
          <ac:chgData name="Jethro Hotbatahi Hasoloan" userId="6704a177-17bb-4244-9c06-d865e36c920b" providerId="ADAL" clId="{3E066727-BBB6-4D37-A6B5-32C7A00FA4F3}" dt="2026-10-22T05:04:29.503" v="121301" actId="20577"/>
          <ac:spMkLst>
            <pc:docMk/>
            <pc:sldMk cId="2780969762" sldId="303"/>
            <ac:spMk id="13" creationId="{BF3A5944-FC35-5C6C-5FE9-3E814A4B4ED6}"/>
          </ac:spMkLst>
        </pc:spChg>
        <pc:spChg chg="mod">
          <ac:chgData name="Jethro Hotbatahi Hasoloan" userId="6704a177-17bb-4244-9c06-d865e36c920b" providerId="ADAL" clId="{3E066727-BBB6-4D37-A6B5-32C7A00FA4F3}" dt="2026-10-22T05:04:46.087" v="121304" actId="1076"/>
          <ac:spMkLst>
            <pc:docMk/>
            <pc:sldMk cId="2780969762" sldId="303"/>
            <ac:spMk id="14" creationId="{54C25E47-8393-1781-63B3-BDC3FE16B9E1}"/>
          </ac:spMkLst>
        </pc:spChg>
        <pc:spChg chg="mod">
          <ac:chgData name="Jethro Hotbatahi Hasoloan" userId="6704a177-17bb-4244-9c06-d865e36c920b" providerId="ADAL" clId="{3E066727-BBB6-4D37-A6B5-32C7A00FA4F3}" dt="2026-10-22T05:04:42.469" v="121303" actId="1076"/>
          <ac:spMkLst>
            <pc:docMk/>
            <pc:sldMk cId="2780969762" sldId="303"/>
            <ac:spMk id="15" creationId="{B7233946-8985-D42D-928B-9309971EB4CD}"/>
          </ac:spMkLst>
        </pc:spChg>
        <pc:spChg chg="del">
          <ac:chgData name="Jethro Hotbatahi Hasoloan" userId="6704a177-17bb-4244-9c06-d865e36c920b" providerId="ADAL" clId="{3E066727-BBB6-4D37-A6B5-32C7A00FA4F3}" dt="2026-10-22T05:04:36.300" v="121302" actId="478"/>
          <ac:spMkLst>
            <pc:docMk/>
            <pc:sldMk cId="2780969762" sldId="303"/>
            <ac:spMk id="16" creationId="{3AB34C7C-FFA7-ADE9-CE45-5ACDFB280647}"/>
          </ac:spMkLst>
        </pc:spChg>
      </pc:sldChg>
      <pc:sldChg chg="del">
        <pc:chgData name="Jethro Hotbatahi Hasoloan" userId="6704a177-17bb-4244-9c06-d865e36c920b" providerId="ADAL" clId="{3E066727-BBB6-4D37-A6B5-32C7A00FA4F3}" dt="2026-10-22T02:56:39.632" v="36524" actId="2696"/>
        <pc:sldMkLst>
          <pc:docMk/>
          <pc:sldMk cId="794161831" sldId="306"/>
        </pc:sldMkLst>
      </pc:sldChg>
      <pc:sldChg chg="del">
        <pc:chgData name="Jethro Hotbatahi Hasoloan" userId="6704a177-17bb-4244-9c06-d865e36c920b" providerId="ADAL" clId="{3E066727-BBB6-4D37-A6B5-32C7A00FA4F3}" dt="2026-10-22T02:55:02.488" v="36506" actId="47"/>
        <pc:sldMkLst>
          <pc:docMk/>
          <pc:sldMk cId="2005880281" sldId="307"/>
        </pc:sldMkLst>
      </pc:sldChg>
      <pc:sldChg chg="del">
        <pc:chgData name="Jethro Hotbatahi Hasoloan" userId="6704a177-17bb-4244-9c06-d865e36c920b" providerId="ADAL" clId="{3E066727-BBB6-4D37-A6B5-32C7A00FA4F3}" dt="2026-10-22T01:40:10.300" v="4" actId="47"/>
        <pc:sldMkLst>
          <pc:docMk/>
          <pc:sldMk cId="4236876075" sldId="308"/>
        </pc:sldMkLst>
      </pc:sldChg>
      <pc:sldChg chg="del">
        <pc:chgData name="Jethro Hotbatahi Hasoloan" userId="6704a177-17bb-4244-9c06-d865e36c920b" providerId="ADAL" clId="{3E066727-BBB6-4D37-A6B5-32C7A00FA4F3}" dt="2026-10-22T02:55:02.488" v="36506" actId="47"/>
        <pc:sldMkLst>
          <pc:docMk/>
          <pc:sldMk cId="4010928618" sldId="309"/>
        </pc:sldMkLst>
      </pc:sldChg>
      <pc:sldChg chg="del">
        <pc:chgData name="Jethro Hotbatahi Hasoloan" userId="6704a177-17bb-4244-9c06-d865e36c920b" providerId="ADAL" clId="{3E066727-BBB6-4D37-A6B5-32C7A00FA4F3}" dt="2026-10-22T02:55:02.488" v="36506" actId="47"/>
        <pc:sldMkLst>
          <pc:docMk/>
          <pc:sldMk cId="1714785003" sldId="310"/>
        </pc:sldMkLst>
      </pc:sldChg>
      <pc:sldChg chg="del">
        <pc:chgData name="Jethro Hotbatahi Hasoloan" userId="6704a177-17bb-4244-9c06-d865e36c920b" providerId="ADAL" clId="{3E066727-BBB6-4D37-A6B5-32C7A00FA4F3}" dt="2026-10-22T02:55:46.159" v="36515" actId="47"/>
        <pc:sldMkLst>
          <pc:docMk/>
          <pc:sldMk cId="438078076" sldId="311"/>
        </pc:sldMkLst>
      </pc:sldChg>
      <pc:sldChg chg="del">
        <pc:chgData name="Jethro Hotbatahi Hasoloan" userId="6704a177-17bb-4244-9c06-d865e36c920b" providerId="ADAL" clId="{3E066727-BBB6-4D37-A6B5-32C7A00FA4F3}" dt="2026-10-22T02:55:02.488" v="36506" actId="47"/>
        <pc:sldMkLst>
          <pc:docMk/>
          <pc:sldMk cId="4106497261" sldId="312"/>
        </pc:sldMkLst>
      </pc:sldChg>
      <pc:sldChg chg="del">
        <pc:chgData name="Jethro Hotbatahi Hasoloan" userId="6704a177-17bb-4244-9c06-d865e36c920b" providerId="ADAL" clId="{3E066727-BBB6-4D37-A6B5-32C7A00FA4F3}" dt="2026-10-22T02:55:02.488" v="36506" actId="47"/>
        <pc:sldMkLst>
          <pc:docMk/>
          <pc:sldMk cId="435512722" sldId="313"/>
        </pc:sldMkLst>
      </pc:sldChg>
      <pc:sldChg chg="del">
        <pc:chgData name="Jethro Hotbatahi Hasoloan" userId="6704a177-17bb-4244-9c06-d865e36c920b" providerId="ADAL" clId="{3E066727-BBB6-4D37-A6B5-32C7A00FA4F3}" dt="2026-10-22T02:55:02.488" v="36506" actId="47"/>
        <pc:sldMkLst>
          <pc:docMk/>
          <pc:sldMk cId="538408427" sldId="314"/>
        </pc:sldMkLst>
      </pc:sldChg>
      <pc:sldChg chg="del">
        <pc:chgData name="Jethro Hotbatahi Hasoloan" userId="6704a177-17bb-4244-9c06-d865e36c920b" providerId="ADAL" clId="{3E066727-BBB6-4D37-A6B5-32C7A00FA4F3}" dt="2026-10-22T02:55:02.488" v="36506" actId="47"/>
        <pc:sldMkLst>
          <pc:docMk/>
          <pc:sldMk cId="1186676200" sldId="315"/>
        </pc:sldMkLst>
      </pc:sldChg>
      <pc:sldChg chg="del">
        <pc:chgData name="Jethro Hotbatahi Hasoloan" userId="6704a177-17bb-4244-9c06-d865e36c920b" providerId="ADAL" clId="{3E066727-BBB6-4D37-A6B5-32C7A00FA4F3}" dt="2026-10-22T02:55:02.488" v="36506" actId="47"/>
        <pc:sldMkLst>
          <pc:docMk/>
          <pc:sldMk cId="2375859747" sldId="316"/>
        </pc:sldMkLst>
      </pc:sldChg>
      <pc:sldChg chg="del">
        <pc:chgData name="Jethro Hotbatahi Hasoloan" userId="6704a177-17bb-4244-9c06-d865e36c920b" providerId="ADAL" clId="{3E066727-BBB6-4D37-A6B5-32C7A00FA4F3}" dt="2026-10-22T02:55:02.488" v="36506" actId="47"/>
        <pc:sldMkLst>
          <pc:docMk/>
          <pc:sldMk cId="2716787235" sldId="317"/>
        </pc:sldMkLst>
      </pc:sldChg>
      <pc:sldChg chg="del">
        <pc:chgData name="Jethro Hotbatahi Hasoloan" userId="6704a177-17bb-4244-9c06-d865e36c920b" providerId="ADAL" clId="{3E066727-BBB6-4D37-A6B5-32C7A00FA4F3}" dt="2026-10-22T02:56:30.213" v="36523" actId="2696"/>
        <pc:sldMkLst>
          <pc:docMk/>
          <pc:sldMk cId="3387527502" sldId="318"/>
        </pc:sldMkLst>
      </pc:sldChg>
      <pc:sldChg chg="del">
        <pc:chgData name="Jethro Hotbatahi Hasoloan" userId="6704a177-17bb-4244-9c06-d865e36c920b" providerId="ADAL" clId="{3E066727-BBB6-4D37-A6B5-32C7A00FA4F3}" dt="2026-10-22T02:55:02.488" v="36506" actId="47"/>
        <pc:sldMkLst>
          <pc:docMk/>
          <pc:sldMk cId="775062178" sldId="319"/>
        </pc:sldMkLst>
      </pc:sldChg>
      <pc:sldChg chg="addSp delSp modSp del mod">
        <pc:chgData name="Jethro Hotbatahi Hasoloan" userId="6704a177-17bb-4244-9c06-d865e36c920b" providerId="ADAL" clId="{3E066727-BBB6-4D37-A6B5-32C7A00FA4F3}" dt="2026-10-22T05:23:00.637" v="128883" actId="47"/>
        <pc:sldMkLst>
          <pc:docMk/>
          <pc:sldMk cId="936902391" sldId="320"/>
        </pc:sldMkLst>
        <pc:spChg chg="del mod ord">
          <ac:chgData name="Jethro Hotbatahi Hasoloan" userId="6704a177-17bb-4244-9c06-d865e36c920b" providerId="ADAL" clId="{3E066727-BBB6-4D37-A6B5-32C7A00FA4F3}" dt="2026-10-22T03:51:35.777" v="61918" actId="478"/>
          <ac:spMkLst>
            <pc:docMk/>
            <pc:sldMk cId="936902391" sldId="320"/>
            <ac:spMk id="2" creationId="{B748984D-8FF3-4F68-3814-AD5C05D34B81}"/>
          </ac:spMkLst>
        </pc:spChg>
        <pc:spChg chg="del mod ord">
          <ac:chgData name="Jethro Hotbatahi Hasoloan" userId="6704a177-17bb-4244-9c06-d865e36c920b" providerId="ADAL" clId="{3E066727-BBB6-4D37-A6B5-32C7A00FA4F3}" dt="2026-10-22T03:51:33.397" v="61917" actId="478"/>
          <ac:spMkLst>
            <pc:docMk/>
            <pc:sldMk cId="936902391" sldId="320"/>
            <ac:spMk id="3" creationId="{C3D16B1E-01C1-ACED-FF76-57AD64E22AEF}"/>
          </ac:spMkLst>
        </pc:spChg>
        <pc:spChg chg="add del mod modVis">
          <ac:chgData name="Jethro Hotbatahi Hasoloan" userId="6704a177-17bb-4244-9c06-d865e36c920b" providerId="ADAL" clId="{3E066727-BBB6-4D37-A6B5-32C7A00FA4F3}" dt="2026-10-22T02:43:47.957" v="28547"/>
          <ac:spMkLst>
            <pc:docMk/>
            <pc:sldMk cId="936902391" sldId="320"/>
            <ac:spMk id="5" creationId="{5A3037D1-B679-BF56-58A5-5DFEA2C92E4F}"/>
          </ac:spMkLst>
        </pc:spChg>
        <pc:spChg chg="mod">
          <ac:chgData name="Jethro Hotbatahi Hasoloan" userId="6704a177-17bb-4244-9c06-d865e36c920b" providerId="ADAL" clId="{3E066727-BBB6-4D37-A6B5-32C7A00FA4F3}" dt="2026-10-22T04:40:56.996" v="93091"/>
          <ac:spMkLst>
            <pc:docMk/>
            <pc:sldMk cId="936902391" sldId="320"/>
            <ac:spMk id="6" creationId="{C01C0EA0-3228-8D2F-D1CA-1F918091F2DA}"/>
          </ac:spMkLst>
        </pc:spChg>
        <pc:spChg chg="del mod">
          <ac:chgData name="Jethro Hotbatahi Hasoloan" userId="6704a177-17bb-4244-9c06-d865e36c920b" providerId="ADAL" clId="{3E066727-BBB6-4D37-A6B5-32C7A00FA4F3}" dt="2026-10-22T02:43:47.441" v="28107"/>
          <ac:spMkLst>
            <pc:docMk/>
            <pc:sldMk cId="936902391" sldId="320"/>
            <ac:spMk id="7" creationId="{37D0C666-B90E-42F3-8609-86ABEDA7ECC9}"/>
          </ac:spMkLst>
        </pc:spChg>
        <pc:spChg chg="del mod">
          <ac:chgData name="Jethro Hotbatahi Hasoloan" userId="6704a177-17bb-4244-9c06-d865e36c920b" providerId="ADAL" clId="{3E066727-BBB6-4D37-A6B5-32C7A00FA4F3}" dt="2026-10-22T02:43:47.629" v="28185"/>
          <ac:spMkLst>
            <pc:docMk/>
            <pc:sldMk cId="936902391" sldId="320"/>
            <ac:spMk id="8" creationId="{9B63757F-0682-4A13-8943-5EE774D6F54F}"/>
          </ac:spMkLst>
        </pc:spChg>
        <pc:spChg chg="del mod">
          <ac:chgData name="Jethro Hotbatahi Hasoloan" userId="6704a177-17bb-4244-9c06-d865e36c920b" providerId="ADAL" clId="{3E066727-BBB6-4D37-A6B5-32C7A00FA4F3}" dt="2026-10-22T02:43:47.629" v="28186"/>
          <ac:spMkLst>
            <pc:docMk/>
            <pc:sldMk cId="936902391" sldId="320"/>
            <ac:spMk id="9" creationId="{D6FF571E-A7EE-4A5C-BC39-B88D2BD71A7A}"/>
          </ac:spMkLst>
        </pc:spChg>
        <pc:spChg chg="mod ord">
          <ac:chgData name="Jethro Hotbatahi Hasoloan" userId="6704a177-17bb-4244-9c06-d865e36c920b" providerId="ADAL" clId="{3E066727-BBB6-4D37-A6B5-32C7A00FA4F3}" dt="2026-10-22T04:40:57.012" v="93131"/>
          <ac:spMkLst>
            <pc:docMk/>
            <pc:sldMk cId="936902391" sldId="320"/>
            <ac:spMk id="11" creationId="{8AC88941-2904-57C3-28BC-8D9C4EB0FDFC}"/>
          </ac:spMkLst>
        </pc:spChg>
        <pc:spChg chg="mod ord">
          <ac:chgData name="Jethro Hotbatahi Hasoloan" userId="6704a177-17bb-4244-9c06-d865e36c920b" providerId="ADAL" clId="{3E066727-BBB6-4D37-A6B5-32C7A00FA4F3}" dt="2026-10-22T04:40:57.012" v="93135"/>
          <ac:spMkLst>
            <pc:docMk/>
            <pc:sldMk cId="936902391" sldId="320"/>
            <ac:spMk id="12" creationId="{8C69D6E3-5115-1236-50AA-2035D19C84B2}"/>
          </ac:spMkLst>
        </pc:spChg>
        <pc:spChg chg="del mod ord">
          <ac:chgData name="Jethro Hotbatahi Hasoloan" userId="6704a177-17bb-4244-9c06-d865e36c920b" providerId="ADAL" clId="{3E066727-BBB6-4D37-A6B5-32C7A00FA4F3}" dt="2026-10-22T03:25:23.319" v="41830" actId="478"/>
          <ac:spMkLst>
            <pc:docMk/>
            <pc:sldMk cId="936902391" sldId="320"/>
            <ac:spMk id="13" creationId="{3CEC51B6-C4F4-40D5-268E-1765D2E88B19}"/>
          </ac:spMkLst>
        </pc:spChg>
        <pc:spChg chg="del mod">
          <ac:chgData name="Jethro Hotbatahi Hasoloan" userId="6704a177-17bb-4244-9c06-d865e36c920b" providerId="ADAL" clId="{3E066727-BBB6-4D37-A6B5-32C7A00FA4F3}" dt="2026-10-22T02:43:47.441" v="28108"/>
          <ac:spMkLst>
            <pc:docMk/>
            <pc:sldMk cId="936902391" sldId="320"/>
            <ac:spMk id="14" creationId="{F0B52095-5054-4F00-8ECB-D7FFF19D2EED}"/>
          </ac:spMkLst>
        </pc:spChg>
        <pc:spChg chg="mod ord">
          <ac:chgData name="Jethro Hotbatahi Hasoloan" userId="6704a177-17bb-4244-9c06-d865e36c920b" providerId="ADAL" clId="{3E066727-BBB6-4D37-A6B5-32C7A00FA4F3}" dt="2026-10-22T04:40:57.012" v="93139"/>
          <ac:spMkLst>
            <pc:docMk/>
            <pc:sldMk cId="936902391" sldId="320"/>
            <ac:spMk id="15" creationId="{BD3F8D96-FC43-772F-AB64-CE0198211848}"/>
          </ac:spMkLst>
        </pc:spChg>
        <pc:spChg chg="del mod">
          <ac:chgData name="Jethro Hotbatahi Hasoloan" userId="6704a177-17bb-4244-9c06-d865e36c920b" providerId="ADAL" clId="{3E066727-BBB6-4D37-A6B5-32C7A00FA4F3}" dt="2026-10-22T02:43:47.441" v="28109"/>
          <ac:spMkLst>
            <pc:docMk/>
            <pc:sldMk cId="936902391" sldId="320"/>
            <ac:spMk id="16" creationId="{24620B3E-C31B-4326-879F-CE1EC5282766}"/>
          </ac:spMkLst>
        </pc:spChg>
        <pc:spChg chg="del mod">
          <ac:chgData name="Jethro Hotbatahi Hasoloan" userId="6704a177-17bb-4244-9c06-d865e36c920b" providerId="ADAL" clId="{3E066727-BBB6-4D37-A6B5-32C7A00FA4F3}" dt="2026-10-22T02:43:47.455" v="28110"/>
          <ac:spMkLst>
            <pc:docMk/>
            <pc:sldMk cId="936902391" sldId="320"/>
            <ac:spMk id="17" creationId="{0C9E23EC-9AA8-4C32-9C8A-67593A7E69AD}"/>
          </ac:spMkLst>
        </pc:spChg>
        <pc:spChg chg="del mod">
          <ac:chgData name="Jethro Hotbatahi Hasoloan" userId="6704a177-17bb-4244-9c06-d865e36c920b" providerId="ADAL" clId="{3E066727-BBB6-4D37-A6B5-32C7A00FA4F3}" dt="2026-10-22T02:43:47.455" v="28111"/>
          <ac:spMkLst>
            <pc:docMk/>
            <pc:sldMk cId="936902391" sldId="320"/>
            <ac:spMk id="18" creationId="{4193677C-5299-44D5-A9C4-66FB56C2217C}"/>
          </ac:spMkLst>
        </pc:spChg>
        <pc:spChg chg="mod ord">
          <ac:chgData name="Jethro Hotbatahi Hasoloan" userId="6704a177-17bb-4244-9c06-d865e36c920b" providerId="ADAL" clId="{3E066727-BBB6-4D37-A6B5-32C7A00FA4F3}" dt="2026-10-22T04:40:57.059" v="93206"/>
          <ac:spMkLst>
            <pc:docMk/>
            <pc:sldMk cId="936902391" sldId="320"/>
            <ac:spMk id="19" creationId="{68C7CF5D-102E-4C6B-D4A9-8D0554D7069A}"/>
          </ac:spMkLst>
        </pc:spChg>
        <pc:spChg chg="mod ord">
          <ac:chgData name="Jethro Hotbatahi Hasoloan" userId="6704a177-17bb-4244-9c06-d865e36c920b" providerId="ADAL" clId="{3E066727-BBB6-4D37-A6B5-32C7A00FA4F3}" dt="2026-10-22T04:40:56.996" v="93090"/>
          <ac:spMkLst>
            <pc:docMk/>
            <pc:sldMk cId="936902391" sldId="320"/>
            <ac:spMk id="20" creationId="{AB41680E-FFF7-7E1C-2067-4899EFBAF5EB}"/>
          </ac:spMkLst>
        </pc:spChg>
        <pc:spChg chg="del mod">
          <ac:chgData name="Jethro Hotbatahi Hasoloan" userId="6704a177-17bb-4244-9c06-d865e36c920b" providerId="ADAL" clId="{3E066727-BBB6-4D37-A6B5-32C7A00FA4F3}" dt="2026-10-22T02:43:47.455" v="28112"/>
          <ac:spMkLst>
            <pc:docMk/>
            <pc:sldMk cId="936902391" sldId="320"/>
            <ac:spMk id="22" creationId="{4411DD2F-6B1A-49E7-886C-917927B7FABB}"/>
          </ac:spMkLst>
        </pc:spChg>
        <pc:spChg chg="del mod">
          <ac:chgData name="Jethro Hotbatahi Hasoloan" userId="6704a177-17bb-4244-9c06-d865e36c920b" providerId="ADAL" clId="{3E066727-BBB6-4D37-A6B5-32C7A00FA4F3}" dt="2026-10-22T02:43:47.455" v="28113"/>
          <ac:spMkLst>
            <pc:docMk/>
            <pc:sldMk cId="936902391" sldId="320"/>
            <ac:spMk id="23" creationId="{2DB9DE4A-8E24-44DC-BFD9-02E4A9CC5A68}"/>
          </ac:spMkLst>
        </pc:spChg>
        <pc:spChg chg="del mod">
          <ac:chgData name="Jethro Hotbatahi Hasoloan" userId="6704a177-17bb-4244-9c06-d865e36c920b" providerId="ADAL" clId="{3E066727-BBB6-4D37-A6B5-32C7A00FA4F3}" dt="2026-10-22T02:43:47.455" v="28114"/>
          <ac:spMkLst>
            <pc:docMk/>
            <pc:sldMk cId="936902391" sldId="320"/>
            <ac:spMk id="24" creationId="{41168BD4-04D6-47D2-A7D3-EA4F6DA15CAF}"/>
          </ac:spMkLst>
        </pc:spChg>
        <pc:spChg chg="del mod">
          <ac:chgData name="Jethro Hotbatahi Hasoloan" userId="6704a177-17bb-4244-9c06-d865e36c920b" providerId="ADAL" clId="{3E066727-BBB6-4D37-A6B5-32C7A00FA4F3}" dt="2026-10-22T02:43:47.455" v="28115"/>
          <ac:spMkLst>
            <pc:docMk/>
            <pc:sldMk cId="936902391" sldId="320"/>
            <ac:spMk id="26" creationId="{3A5B5CB1-AD5F-46F3-AAB3-1AD81014F366}"/>
          </ac:spMkLst>
        </pc:spChg>
        <pc:spChg chg="del mod">
          <ac:chgData name="Jethro Hotbatahi Hasoloan" userId="6704a177-17bb-4244-9c06-d865e36c920b" providerId="ADAL" clId="{3E066727-BBB6-4D37-A6B5-32C7A00FA4F3}" dt="2026-10-22T02:43:47.455" v="28116"/>
          <ac:spMkLst>
            <pc:docMk/>
            <pc:sldMk cId="936902391" sldId="320"/>
            <ac:spMk id="27" creationId="{5C604930-B950-4E80-B6F0-61E853AE1AA3}"/>
          </ac:spMkLst>
        </pc:spChg>
        <pc:spChg chg="del mod">
          <ac:chgData name="Jethro Hotbatahi Hasoloan" userId="6704a177-17bb-4244-9c06-d865e36c920b" providerId="ADAL" clId="{3E066727-BBB6-4D37-A6B5-32C7A00FA4F3}" dt="2026-10-22T02:43:47.712" v="28194"/>
          <ac:spMkLst>
            <pc:docMk/>
            <pc:sldMk cId="936902391" sldId="320"/>
            <ac:spMk id="29" creationId="{E2074191-6FAD-412F-9074-C362E9C4D41E}"/>
          </ac:spMkLst>
        </pc:spChg>
        <pc:spChg chg="mod">
          <ac:chgData name="Jethro Hotbatahi Hasoloan" userId="6704a177-17bb-4244-9c06-d865e36c920b" providerId="ADAL" clId="{3E066727-BBB6-4D37-A6B5-32C7A00FA4F3}" dt="2026-10-22T04:40:57.059" v="93211"/>
          <ac:spMkLst>
            <pc:docMk/>
            <pc:sldMk cId="936902391" sldId="320"/>
            <ac:spMk id="30" creationId="{83B811C2-4A77-F43A-6D4B-41FA1DBFFC82}"/>
          </ac:spMkLst>
        </pc:spChg>
        <pc:spChg chg="del mod">
          <ac:chgData name="Jethro Hotbatahi Hasoloan" userId="6704a177-17bb-4244-9c06-d865e36c920b" providerId="ADAL" clId="{3E066727-BBB6-4D37-A6B5-32C7A00FA4F3}" dt="2026-10-22T02:43:47.712" v="28195"/>
          <ac:spMkLst>
            <pc:docMk/>
            <pc:sldMk cId="936902391" sldId="320"/>
            <ac:spMk id="31" creationId="{1F053F05-9196-4A8F-A09B-7774582EBF07}"/>
          </ac:spMkLst>
        </pc:spChg>
        <pc:spChg chg="del mod">
          <ac:chgData name="Jethro Hotbatahi Hasoloan" userId="6704a177-17bb-4244-9c06-d865e36c920b" providerId="ADAL" clId="{3E066727-BBB6-4D37-A6B5-32C7A00FA4F3}" dt="2026-10-22T04:40:57.059" v="93212"/>
          <ac:spMkLst>
            <pc:docMk/>
            <pc:sldMk cId="936902391" sldId="320"/>
            <ac:spMk id="32" creationId="{2FF4E81E-E491-2900-881F-5691DAE37E29}"/>
          </ac:spMkLst>
        </pc:spChg>
        <pc:spChg chg="del mod">
          <ac:chgData name="Jethro Hotbatahi Hasoloan" userId="6704a177-17bb-4244-9c06-d865e36c920b" providerId="ADAL" clId="{3E066727-BBB6-4D37-A6B5-32C7A00FA4F3}" dt="2026-10-22T02:43:47.712" v="28196"/>
          <ac:spMkLst>
            <pc:docMk/>
            <pc:sldMk cId="936902391" sldId="320"/>
            <ac:spMk id="33" creationId="{E02CCEEF-4EE4-40B1-AF51-CD23C46DEE78}"/>
          </ac:spMkLst>
        </pc:spChg>
        <pc:spChg chg="mod">
          <ac:chgData name="Jethro Hotbatahi Hasoloan" userId="6704a177-17bb-4244-9c06-d865e36c920b" providerId="ADAL" clId="{3E066727-BBB6-4D37-A6B5-32C7A00FA4F3}" dt="2026-10-22T04:40:57.059" v="93213"/>
          <ac:spMkLst>
            <pc:docMk/>
            <pc:sldMk cId="936902391" sldId="320"/>
            <ac:spMk id="34" creationId="{35F29506-2379-EDFC-F344-7BEE13364510}"/>
          </ac:spMkLst>
        </pc:spChg>
        <pc:spChg chg="del mod">
          <ac:chgData name="Jethro Hotbatahi Hasoloan" userId="6704a177-17bb-4244-9c06-d865e36c920b" providerId="ADAL" clId="{3E066727-BBB6-4D37-A6B5-32C7A00FA4F3}" dt="2026-10-22T02:43:47.712" v="28197"/>
          <ac:spMkLst>
            <pc:docMk/>
            <pc:sldMk cId="936902391" sldId="320"/>
            <ac:spMk id="35" creationId="{A5762F98-D1B7-4338-AFDB-D03D7D360217}"/>
          </ac:spMkLst>
        </pc:spChg>
        <pc:spChg chg="mod">
          <ac:chgData name="Jethro Hotbatahi Hasoloan" userId="6704a177-17bb-4244-9c06-d865e36c920b" providerId="ADAL" clId="{3E066727-BBB6-4D37-A6B5-32C7A00FA4F3}" dt="2026-10-22T04:40:57.059" v="93214"/>
          <ac:spMkLst>
            <pc:docMk/>
            <pc:sldMk cId="936902391" sldId="320"/>
            <ac:spMk id="36" creationId="{31DD9E7E-6314-D01F-651A-6B592F97CE5F}"/>
          </ac:spMkLst>
        </pc:spChg>
        <pc:spChg chg="del mod">
          <ac:chgData name="Jethro Hotbatahi Hasoloan" userId="6704a177-17bb-4244-9c06-d865e36c920b" providerId="ADAL" clId="{3E066727-BBB6-4D37-A6B5-32C7A00FA4F3}" dt="2026-10-22T02:43:47.724" v="28198"/>
          <ac:spMkLst>
            <pc:docMk/>
            <pc:sldMk cId="936902391" sldId="320"/>
            <ac:spMk id="37" creationId="{DADEA3E0-BF72-4065-A922-D65B489C1ECD}"/>
          </ac:spMkLst>
        </pc:spChg>
        <pc:spChg chg="mod">
          <ac:chgData name="Jethro Hotbatahi Hasoloan" userId="6704a177-17bb-4244-9c06-d865e36c920b" providerId="ADAL" clId="{3E066727-BBB6-4D37-A6B5-32C7A00FA4F3}" dt="2026-10-22T04:40:57.075" v="93215"/>
          <ac:spMkLst>
            <pc:docMk/>
            <pc:sldMk cId="936902391" sldId="320"/>
            <ac:spMk id="38" creationId="{7CD407BC-1647-FE2A-AC98-180B01A45C8F}"/>
          </ac:spMkLst>
        </pc:spChg>
        <pc:spChg chg="add del mod modVis">
          <ac:chgData name="Jethro Hotbatahi Hasoloan" userId="6704a177-17bb-4244-9c06-d865e36c920b" providerId="ADAL" clId="{3E066727-BBB6-4D37-A6B5-32C7A00FA4F3}" dt="2026-10-22T02:46:44.868" v="29181"/>
          <ac:spMkLst>
            <pc:docMk/>
            <pc:sldMk cId="936902391" sldId="320"/>
            <ac:spMk id="44" creationId="{37C5D556-D522-87C8-C3BB-6599A4A583A3}"/>
          </ac:spMkLst>
        </pc:spChg>
        <pc:spChg chg="add del mod modVis">
          <ac:chgData name="Jethro Hotbatahi Hasoloan" userId="6704a177-17bb-4244-9c06-d865e36c920b" providerId="ADAL" clId="{3E066727-BBB6-4D37-A6B5-32C7A00FA4F3}" dt="2026-10-22T02:46:59.818" v="29537"/>
          <ac:spMkLst>
            <pc:docMk/>
            <pc:sldMk cId="936902391" sldId="320"/>
            <ac:spMk id="46" creationId="{BBAED430-2577-5CCF-8CEC-35BBDB7F5138}"/>
          </ac:spMkLst>
        </pc:spChg>
        <pc:spChg chg="add del mod modVis">
          <ac:chgData name="Jethro Hotbatahi Hasoloan" userId="6704a177-17bb-4244-9c06-d865e36c920b" providerId="ADAL" clId="{3E066727-BBB6-4D37-A6B5-32C7A00FA4F3}" dt="2026-10-22T02:47:04.329" v="29893"/>
          <ac:spMkLst>
            <pc:docMk/>
            <pc:sldMk cId="936902391" sldId="320"/>
            <ac:spMk id="48" creationId="{16CB4ED7-76CD-CD4B-C438-44F62DAB27AB}"/>
          </ac:spMkLst>
        </pc:spChg>
        <pc:spChg chg="del mod ord">
          <ac:chgData name="Jethro Hotbatahi Hasoloan" userId="6704a177-17bb-4244-9c06-d865e36c920b" providerId="ADAL" clId="{3E066727-BBB6-4D37-A6B5-32C7A00FA4F3}" dt="2026-10-22T02:46:43.591" v="28761"/>
          <ac:spMkLst>
            <pc:docMk/>
            <pc:sldMk cId="936902391" sldId="320"/>
            <ac:spMk id="49" creationId="{D861CC92-EFC2-4107-E6A2-AFA6C9220B7F}"/>
          </ac:spMkLst>
        </pc:spChg>
        <pc:spChg chg="add del mod modVis">
          <ac:chgData name="Jethro Hotbatahi Hasoloan" userId="6704a177-17bb-4244-9c06-d865e36c920b" providerId="ADAL" clId="{3E066727-BBB6-4D37-A6B5-32C7A00FA4F3}" dt="2026-10-22T02:47:09.583" v="30249"/>
          <ac:spMkLst>
            <pc:docMk/>
            <pc:sldMk cId="936902391" sldId="320"/>
            <ac:spMk id="51" creationId="{349DE918-FD0E-0350-4A7B-38DE2339B06B}"/>
          </ac:spMkLst>
        </pc:spChg>
        <pc:spChg chg="mod ord">
          <ac:chgData name="Jethro Hotbatahi Hasoloan" userId="6704a177-17bb-4244-9c06-d865e36c920b" providerId="ADAL" clId="{3E066727-BBB6-4D37-A6B5-32C7A00FA4F3}" dt="2026-10-22T04:43:03.457" v="93351" actId="20577"/>
          <ac:spMkLst>
            <pc:docMk/>
            <pc:sldMk cId="936902391" sldId="320"/>
            <ac:spMk id="52" creationId="{1803D01E-0A48-ABB0-78B0-99C0E2972D43}"/>
          </ac:spMkLst>
        </pc:spChg>
        <pc:spChg chg="mod ord">
          <ac:chgData name="Jethro Hotbatahi Hasoloan" userId="6704a177-17bb-4244-9c06-d865e36c920b" providerId="ADAL" clId="{3E066727-BBB6-4D37-A6B5-32C7A00FA4F3}" dt="2026-10-22T04:43:06.893" v="93353" actId="20577"/>
          <ac:spMkLst>
            <pc:docMk/>
            <pc:sldMk cId="936902391" sldId="320"/>
            <ac:spMk id="53" creationId="{3523D32B-AF96-2B41-F1B5-4C908B15B887}"/>
          </ac:spMkLst>
        </pc:spChg>
        <pc:spChg chg="add del mod modVis">
          <ac:chgData name="Jethro Hotbatahi Hasoloan" userId="6704a177-17bb-4244-9c06-d865e36c920b" providerId="ADAL" clId="{3E066727-BBB6-4D37-A6B5-32C7A00FA4F3}" dt="2026-10-22T02:47:12.818" v="30603"/>
          <ac:spMkLst>
            <pc:docMk/>
            <pc:sldMk cId="936902391" sldId="320"/>
            <ac:spMk id="55" creationId="{45ECC7C8-6490-885B-0297-361B35C4066F}"/>
          </ac:spMkLst>
        </pc:spChg>
        <pc:spChg chg="del mod ord">
          <ac:chgData name="Jethro Hotbatahi Hasoloan" userId="6704a177-17bb-4244-9c06-d865e36c920b" providerId="ADAL" clId="{3E066727-BBB6-4D37-A6B5-32C7A00FA4F3}" dt="2026-10-22T03:51:33.397" v="61917" actId="478"/>
          <ac:spMkLst>
            <pc:docMk/>
            <pc:sldMk cId="936902391" sldId="320"/>
            <ac:spMk id="56" creationId="{F472BB04-4B11-B1A4-583D-9CCD9D265705}"/>
          </ac:spMkLst>
        </pc:spChg>
        <pc:spChg chg="del mod ord">
          <ac:chgData name="Jethro Hotbatahi Hasoloan" userId="6704a177-17bb-4244-9c06-d865e36c920b" providerId="ADAL" clId="{3E066727-BBB6-4D37-A6B5-32C7A00FA4F3}" dt="2026-10-22T03:51:33.397" v="61917" actId="478"/>
          <ac:spMkLst>
            <pc:docMk/>
            <pc:sldMk cId="936902391" sldId="320"/>
            <ac:spMk id="57" creationId="{F17B30F6-3699-C5F8-4F52-EDBA7AECDBA7}"/>
          </ac:spMkLst>
        </pc:spChg>
        <pc:spChg chg="mod ord">
          <ac:chgData name="Jethro Hotbatahi Hasoloan" userId="6704a177-17bb-4244-9c06-d865e36c920b" providerId="ADAL" clId="{3E066727-BBB6-4D37-A6B5-32C7A00FA4F3}" dt="2026-10-22T04:43:09.802" v="93355" actId="20577"/>
          <ac:spMkLst>
            <pc:docMk/>
            <pc:sldMk cId="936902391" sldId="320"/>
            <ac:spMk id="58" creationId="{B00F594B-CDB2-4FD4-19D5-64F2E853C472}"/>
          </ac:spMkLst>
        </pc:spChg>
        <pc:spChg chg="mod ord">
          <ac:chgData name="Jethro Hotbatahi Hasoloan" userId="6704a177-17bb-4244-9c06-d865e36c920b" providerId="ADAL" clId="{3E066727-BBB6-4D37-A6B5-32C7A00FA4F3}" dt="2026-10-22T04:43:12.352" v="93358" actId="20577"/>
          <ac:spMkLst>
            <pc:docMk/>
            <pc:sldMk cId="936902391" sldId="320"/>
            <ac:spMk id="59" creationId="{1AF0546F-A7C2-091F-BB45-4CE4A222EF32}"/>
          </ac:spMkLst>
        </pc:spChg>
        <pc:spChg chg="mod ord">
          <ac:chgData name="Jethro Hotbatahi Hasoloan" userId="6704a177-17bb-4244-9c06-d865e36c920b" providerId="ADAL" clId="{3E066727-BBB6-4D37-A6B5-32C7A00FA4F3}" dt="2026-10-22T04:43:15.436" v="93360" actId="20577"/>
          <ac:spMkLst>
            <pc:docMk/>
            <pc:sldMk cId="936902391" sldId="320"/>
            <ac:spMk id="60" creationId="{F58EDEAE-A07C-148B-B28E-76A9B45F0294}"/>
          </ac:spMkLst>
        </pc:spChg>
        <pc:spChg chg="del mod ord">
          <ac:chgData name="Jethro Hotbatahi Hasoloan" userId="6704a177-17bb-4244-9c06-d865e36c920b" providerId="ADAL" clId="{3E066727-BBB6-4D37-A6B5-32C7A00FA4F3}" dt="2026-10-22T03:51:35.777" v="61918" actId="478"/>
          <ac:spMkLst>
            <pc:docMk/>
            <pc:sldMk cId="936902391" sldId="320"/>
            <ac:spMk id="63" creationId="{9130D7B1-585B-6CB2-ACD8-7DC714E7F759}"/>
          </ac:spMkLst>
        </pc:spChg>
        <pc:spChg chg="add del mod modVis">
          <ac:chgData name="Jethro Hotbatahi Hasoloan" userId="6704a177-17bb-4244-9c06-d865e36c920b" providerId="ADAL" clId="{3E066727-BBB6-4D37-A6B5-32C7A00FA4F3}" dt="2026-10-22T02:47:15.282" v="30972"/>
          <ac:spMkLst>
            <pc:docMk/>
            <pc:sldMk cId="936902391" sldId="320"/>
            <ac:spMk id="64" creationId="{6ADB48D8-930F-3A09-6FFC-FE9844C9F8CB}"/>
          </ac:spMkLst>
        </pc:spChg>
        <pc:spChg chg="add del mod modVis">
          <ac:chgData name="Jethro Hotbatahi Hasoloan" userId="6704a177-17bb-4244-9c06-d865e36c920b" providerId="ADAL" clId="{3E066727-BBB6-4D37-A6B5-32C7A00FA4F3}" dt="2026-10-22T02:47:19.874" v="31326"/>
          <ac:spMkLst>
            <pc:docMk/>
            <pc:sldMk cId="936902391" sldId="320"/>
            <ac:spMk id="66" creationId="{21C17502-0CDE-C2E7-EA03-B85C1D42A3B6}"/>
          </ac:spMkLst>
        </pc:spChg>
        <pc:spChg chg="add del mod modVis">
          <ac:chgData name="Jethro Hotbatahi Hasoloan" userId="6704a177-17bb-4244-9c06-d865e36c920b" providerId="ADAL" clId="{3E066727-BBB6-4D37-A6B5-32C7A00FA4F3}" dt="2026-10-22T02:47:28.298" v="31678"/>
          <ac:spMkLst>
            <pc:docMk/>
            <pc:sldMk cId="936902391" sldId="320"/>
            <ac:spMk id="68" creationId="{EBABD239-B27F-2DA2-9E73-A1B34419E293}"/>
          </ac:spMkLst>
        </pc:spChg>
        <pc:spChg chg="add del mod modVis">
          <ac:chgData name="Jethro Hotbatahi Hasoloan" userId="6704a177-17bb-4244-9c06-d865e36c920b" providerId="ADAL" clId="{3E066727-BBB6-4D37-A6B5-32C7A00FA4F3}" dt="2026-10-22T02:47:33.790" v="32030"/>
          <ac:spMkLst>
            <pc:docMk/>
            <pc:sldMk cId="936902391" sldId="320"/>
            <ac:spMk id="70" creationId="{74A40986-57E9-F3DA-84A0-6B7C188A1E99}"/>
          </ac:spMkLst>
        </pc:spChg>
        <pc:spChg chg="add del mod modVis">
          <ac:chgData name="Jethro Hotbatahi Hasoloan" userId="6704a177-17bb-4244-9c06-d865e36c920b" providerId="ADAL" clId="{3E066727-BBB6-4D37-A6B5-32C7A00FA4F3}" dt="2026-10-22T02:47:46.270" v="32362"/>
          <ac:spMkLst>
            <pc:docMk/>
            <pc:sldMk cId="936902391" sldId="320"/>
            <ac:spMk id="72" creationId="{8554555B-A296-D38F-FD13-82C4DB992A85}"/>
          </ac:spMkLst>
        </pc:spChg>
        <pc:spChg chg="mod">
          <ac:chgData name="Jethro Hotbatahi Hasoloan" userId="6704a177-17bb-4244-9c06-d865e36c920b" providerId="ADAL" clId="{3E066727-BBB6-4D37-A6B5-32C7A00FA4F3}" dt="2026-10-22T04:40:57.075" v="93228"/>
          <ac:spMkLst>
            <pc:docMk/>
            <pc:sldMk cId="936902391" sldId="320"/>
            <ac:spMk id="74" creationId="{47B38C59-D58C-4B5A-A6EE-38A0314406DA}"/>
          </ac:spMkLst>
        </pc:spChg>
        <pc:spChg chg="add del mod modVis">
          <ac:chgData name="Jethro Hotbatahi Hasoloan" userId="6704a177-17bb-4244-9c06-d865e36c920b" providerId="ADAL" clId="{3E066727-BBB6-4D37-A6B5-32C7A00FA4F3}" dt="2026-10-22T02:47:57.333" v="32705"/>
          <ac:spMkLst>
            <pc:docMk/>
            <pc:sldMk cId="936902391" sldId="320"/>
            <ac:spMk id="76" creationId="{CF63750F-BC9D-472D-9BF3-E132964D06BE}"/>
          </ac:spMkLst>
        </pc:spChg>
        <pc:spChg chg="add del mod modVis">
          <ac:chgData name="Jethro Hotbatahi Hasoloan" userId="6704a177-17bb-4244-9c06-d865e36c920b" providerId="ADAL" clId="{3E066727-BBB6-4D37-A6B5-32C7A00FA4F3}" dt="2026-10-22T02:48:10.214" v="33039"/>
          <ac:spMkLst>
            <pc:docMk/>
            <pc:sldMk cId="936902391" sldId="320"/>
            <ac:spMk id="78" creationId="{A092549D-0F7C-67DB-0931-5CB2AC2F3254}"/>
          </ac:spMkLst>
        </pc:spChg>
        <pc:spChg chg="add del mod modVis">
          <ac:chgData name="Jethro Hotbatahi Hasoloan" userId="6704a177-17bb-4244-9c06-d865e36c920b" providerId="ADAL" clId="{3E066727-BBB6-4D37-A6B5-32C7A00FA4F3}" dt="2026-10-22T02:48:13.013" v="33371"/>
          <ac:spMkLst>
            <pc:docMk/>
            <pc:sldMk cId="936902391" sldId="320"/>
            <ac:spMk id="80" creationId="{7434F249-419D-B1F4-42D5-1E27EE61AB84}"/>
          </ac:spMkLst>
        </pc:spChg>
        <pc:spChg chg="add del mod modVis">
          <ac:chgData name="Jethro Hotbatahi Hasoloan" userId="6704a177-17bb-4244-9c06-d865e36c920b" providerId="ADAL" clId="{3E066727-BBB6-4D37-A6B5-32C7A00FA4F3}" dt="2026-10-22T02:48:17.988" v="33703"/>
          <ac:spMkLst>
            <pc:docMk/>
            <pc:sldMk cId="936902391" sldId="320"/>
            <ac:spMk id="82" creationId="{FDE9E363-3077-E77D-1D90-1107C3C92EDA}"/>
          </ac:spMkLst>
        </pc:spChg>
        <pc:spChg chg="add del mod modVis">
          <ac:chgData name="Jethro Hotbatahi Hasoloan" userId="6704a177-17bb-4244-9c06-d865e36c920b" providerId="ADAL" clId="{3E066727-BBB6-4D37-A6B5-32C7A00FA4F3}" dt="2026-10-22T02:48:22.619" v="34033"/>
          <ac:spMkLst>
            <pc:docMk/>
            <pc:sldMk cId="936902391" sldId="320"/>
            <ac:spMk id="84" creationId="{287EC4DF-520B-5B59-C30E-8E306B7550A0}"/>
          </ac:spMkLst>
        </pc:spChg>
        <pc:spChg chg="add del mod modVis">
          <ac:chgData name="Jethro Hotbatahi Hasoloan" userId="6704a177-17bb-4244-9c06-d865e36c920b" providerId="ADAL" clId="{3E066727-BBB6-4D37-A6B5-32C7A00FA4F3}" dt="2026-10-22T02:48:29.889" v="34374"/>
          <ac:spMkLst>
            <pc:docMk/>
            <pc:sldMk cId="936902391" sldId="320"/>
            <ac:spMk id="86" creationId="{AD3A597D-DD6D-9183-A2CD-07CED7019DFB}"/>
          </ac:spMkLst>
        </pc:spChg>
        <pc:spChg chg="add del mod modVis">
          <ac:chgData name="Jethro Hotbatahi Hasoloan" userId="6704a177-17bb-4244-9c06-d865e36c920b" providerId="ADAL" clId="{3E066727-BBB6-4D37-A6B5-32C7A00FA4F3}" dt="2026-10-22T03:23:36.434" v="36923"/>
          <ac:spMkLst>
            <pc:docMk/>
            <pc:sldMk cId="936902391" sldId="320"/>
            <ac:spMk id="88" creationId="{A98AF9C3-CC10-C96A-E891-3C2A8809CCFA}"/>
          </ac:spMkLst>
        </pc:spChg>
        <pc:spChg chg="mod ord">
          <ac:chgData name="Jethro Hotbatahi Hasoloan" userId="6704a177-17bb-4244-9c06-d865e36c920b" providerId="ADAL" clId="{3E066727-BBB6-4D37-A6B5-32C7A00FA4F3}" dt="2026-10-22T04:40:57.059" v="93208"/>
          <ac:spMkLst>
            <pc:docMk/>
            <pc:sldMk cId="936902391" sldId="320"/>
            <ac:spMk id="90" creationId="{6BF856F4-53B1-2983-897B-B4332B2E73F6}"/>
          </ac:spMkLst>
        </pc:spChg>
        <pc:spChg chg="add del mod modVis">
          <ac:chgData name="Jethro Hotbatahi Hasoloan" userId="6704a177-17bb-4244-9c06-d865e36c920b" providerId="ADAL" clId="{3E066727-BBB6-4D37-A6B5-32C7A00FA4F3}" dt="2026-10-22T03:23:43.955" v="37247"/>
          <ac:spMkLst>
            <pc:docMk/>
            <pc:sldMk cId="936902391" sldId="320"/>
            <ac:spMk id="91" creationId="{199E0485-28B2-6365-D382-B7BA17761995}"/>
          </ac:spMkLst>
        </pc:spChg>
        <pc:spChg chg="add del mod modVis">
          <ac:chgData name="Jethro Hotbatahi Hasoloan" userId="6704a177-17bb-4244-9c06-d865e36c920b" providerId="ADAL" clId="{3E066727-BBB6-4D37-A6B5-32C7A00FA4F3}" dt="2026-10-22T03:23:47.896" v="37571"/>
          <ac:spMkLst>
            <pc:docMk/>
            <pc:sldMk cId="936902391" sldId="320"/>
            <ac:spMk id="93" creationId="{852ECADA-979C-0956-5CD5-16C8DA05A3C1}"/>
          </ac:spMkLst>
        </pc:spChg>
        <pc:spChg chg="add del mod modVis">
          <ac:chgData name="Jethro Hotbatahi Hasoloan" userId="6704a177-17bb-4244-9c06-d865e36c920b" providerId="ADAL" clId="{3E066727-BBB6-4D37-A6B5-32C7A00FA4F3}" dt="2026-10-22T03:23:53.258" v="37895"/>
          <ac:spMkLst>
            <pc:docMk/>
            <pc:sldMk cId="936902391" sldId="320"/>
            <ac:spMk id="95" creationId="{8A2A38F3-7A09-7FF7-F469-D69FC1D33506}"/>
          </ac:spMkLst>
        </pc:spChg>
        <pc:spChg chg="add del mod modVis">
          <ac:chgData name="Jethro Hotbatahi Hasoloan" userId="6704a177-17bb-4244-9c06-d865e36c920b" providerId="ADAL" clId="{3E066727-BBB6-4D37-A6B5-32C7A00FA4F3}" dt="2026-10-22T03:23:57.899" v="38219"/>
          <ac:spMkLst>
            <pc:docMk/>
            <pc:sldMk cId="936902391" sldId="320"/>
            <ac:spMk id="97" creationId="{5735CA3E-AA1E-C03E-E92B-CDA7B12CBCF7}"/>
          </ac:spMkLst>
        </pc:spChg>
        <pc:spChg chg="add del mod modVis">
          <ac:chgData name="Jethro Hotbatahi Hasoloan" userId="6704a177-17bb-4244-9c06-d865e36c920b" providerId="ADAL" clId="{3E066727-BBB6-4D37-A6B5-32C7A00FA4F3}" dt="2026-10-22T03:24:02.452" v="38565"/>
          <ac:spMkLst>
            <pc:docMk/>
            <pc:sldMk cId="936902391" sldId="320"/>
            <ac:spMk id="99" creationId="{BB840986-605E-8D9C-F892-77D4F8A698B1}"/>
          </ac:spMkLst>
        </pc:spChg>
        <pc:spChg chg="add del mod modVis">
          <ac:chgData name="Jethro Hotbatahi Hasoloan" userId="6704a177-17bb-4244-9c06-d865e36c920b" providerId="ADAL" clId="{3E066727-BBB6-4D37-A6B5-32C7A00FA4F3}" dt="2026-10-22T03:24:24.593" v="38891"/>
          <ac:spMkLst>
            <pc:docMk/>
            <pc:sldMk cId="936902391" sldId="320"/>
            <ac:spMk id="101" creationId="{886341CC-6700-CF5C-EAAD-8DF4CE180704}"/>
          </ac:spMkLst>
        </pc:spChg>
        <pc:spChg chg="mod ord">
          <ac:chgData name="Jethro Hotbatahi Hasoloan" userId="6704a177-17bb-4244-9c06-d865e36c920b" providerId="ADAL" clId="{3E066727-BBB6-4D37-A6B5-32C7A00FA4F3}" dt="2026-10-22T04:40:56.979" v="93086"/>
          <ac:spMkLst>
            <pc:docMk/>
            <pc:sldMk cId="936902391" sldId="320"/>
            <ac:spMk id="102" creationId="{E6DE24EE-45F4-4AB6-C793-880BF9E5AABD}"/>
          </ac:spMkLst>
        </pc:spChg>
        <pc:spChg chg="mod">
          <ac:chgData name="Jethro Hotbatahi Hasoloan" userId="6704a177-17bb-4244-9c06-d865e36c920b" providerId="ADAL" clId="{3E066727-BBB6-4D37-A6B5-32C7A00FA4F3}" dt="2026-10-22T04:40:56.979" v="93087"/>
          <ac:spMkLst>
            <pc:docMk/>
            <pc:sldMk cId="936902391" sldId="320"/>
            <ac:spMk id="103" creationId="{118DE80A-470C-0312-E4E2-E3E6B1F4DEF5}"/>
          </ac:spMkLst>
        </pc:spChg>
        <pc:spChg chg="add del mod modVis">
          <ac:chgData name="Jethro Hotbatahi Hasoloan" userId="6704a177-17bb-4244-9c06-d865e36c920b" providerId="ADAL" clId="{3E066727-BBB6-4D37-A6B5-32C7A00FA4F3}" dt="2026-10-22T03:24:27.101" v="39217"/>
          <ac:spMkLst>
            <pc:docMk/>
            <pc:sldMk cId="936902391" sldId="320"/>
            <ac:spMk id="106" creationId="{EDE7DE78-4DBC-086E-EB9B-C75706037550}"/>
          </ac:spMkLst>
        </pc:spChg>
        <pc:spChg chg="add del mod modVis">
          <ac:chgData name="Jethro Hotbatahi Hasoloan" userId="6704a177-17bb-4244-9c06-d865e36c920b" providerId="ADAL" clId="{3E066727-BBB6-4D37-A6B5-32C7A00FA4F3}" dt="2026-10-22T03:24:31.095" v="39543"/>
          <ac:spMkLst>
            <pc:docMk/>
            <pc:sldMk cId="936902391" sldId="320"/>
            <ac:spMk id="109" creationId="{7B73762B-30E8-D474-95DC-16FBE5BABA55}"/>
          </ac:spMkLst>
        </pc:spChg>
        <pc:spChg chg="add del mod modVis">
          <ac:chgData name="Jethro Hotbatahi Hasoloan" userId="6704a177-17bb-4244-9c06-d865e36c920b" providerId="ADAL" clId="{3E066727-BBB6-4D37-A6B5-32C7A00FA4F3}" dt="2026-10-22T03:24:35.425" v="39867"/>
          <ac:spMkLst>
            <pc:docMk/>
            <pc:sldMk cId="936902391" sldId="320"/>
            <ac:spMk id="111" creationId="{984D3720-01E2-C615-F424-8E8110F61416}"/>
          </ac:spMkLst>
        </pc:spChg>
        <pc:spChg chg="add del mod modVis">
          <ac:chgData name="Jethro Hotbatahi Hasoloan" userId="6704a177-17bb-4244-9c06-d865e36c920b" providerId="ADAL" clId="{3E066727-BBB6-4D37-A6B5-32C7A00FA4F3}" dt="2026-10-22T03:24:39.564" v="40210"/>
          <ac:spMkLst>
            <pc:docMk/>
            <pc:sldMk cId="936902391" sldId="320"/>
            <ac:spMk id="113" creationId="{8EEDEA74-39DE-3506-D2AD-21FFDA2F3FE8}"/>
          </ac:spMkLst>
        </pc:spChg>
        <pc:spChg chg="add del mod modVis">
          <ac:chgData name="Jethro Hotbatahi Hasoloan" userId="6704a177-17bb-4244-9c06-d865e36c920b" providerId="ADAL" clId="{3E066727-BBB6-4D37-A6B5-32C7A00FA4F3}" dt="2026-10-22T03:24:46.410" v="40520"/>
          <ac:spMkLst>
            <pc:docMk/>
            <pc:sldMk cId="936902391" sldId="320"/>
            <ac:spMk id="116" creationId="{F14CFDC6-5DFA-876C-CF2A-9D17670D8988}"/>
          </ac:spMkLst>
        </pc:spChg>
        <pc:spChg chg="add del mod modVis">
          <ac:chgData name="Jethro Hotbatahi Hasoloan" userId="6704a177-17bb-4244-9c06-d865e36c920b" providerId="ADAL" clId="{3E066727-BBB6-4D37-A6B5-32C7A00FA4F3}" dt="2026-10-22T03:24:51.074" v="40830"/>
          <ac:spMkLst>
            <pc:docMk/>
            <pc:sldMk cId="936902391" sldId="320"/>
            <ac:spMk id="120" creationId="{E0D47427-7351-BCEA-CB1A-092F97A5D0E2}"/>
          </ac:spMkLst>
        </pc:spChg>
        <pc:spChg chg="add del mod modVis">
          <ac:chgData name="Jethro Hotbatahi Hasoloan" userId="6704a177-17bb-4244-9c06-d865e36c920b" providerId="ADAL" clId="{3E066727-BBB6-4D37-A6B5-32C7A00FA4F3}" dt="2026-10-22T03:24:55.719" v="41140"/>
          <ac:spMkLst>
            <pc:docMk/>
            <pc:sldMk cId="936902391" sldId="320"/>
            <ac:spMk id="122" creationId="{EC2536D4-32DC-5E9C-55ED-A632E64ACCFF}"/>
          </ac:spMkLst>
        </pc:spChg>
        <pc:spChg chg="add del mod modVis">
          <ac:chgData name="Jethro Hotbatahi Hasoloan" userId="6704a177-17bb-4244-9c06-d865e36c920b" providerId="ADAL" clId="{3E066727-BBB6-4D37-A6B5-32C7A00FA4F3}" dt="2026-10-22T03:24:59.822" v="41486"/>
          <ac:spMkLst>
            <pc:docMk/>
            <pc:sldMk cId="936902391" sldId="320"/>
            <ac:spMk id="124" creationId="{A8A44A02-63BC-883B-4A7C-0BF455D471E8}"/>
          </ac:spMkLst>
        </pc:spChg>
        <pc:spChg chg="mod">
          <ac:chgData name="Jethro Hotbatahi Hasoloan" userId="6704a177-17bb-4244-9c06-d865e36c920b" providerId="ADAL" clId="{3E066727-BBB6-4D37-A6B5-32C7A00FA4F3}" dt="2026-10-22T04:40:56.996" v="93094"/>
          <ac:spMkLst>
            <pc:docMk/>
            <pc:sldMk cId="936902391" sldId="320"/>
            <ac:spMk id="127" creationId="{FCC57ECC-0E9E-71D5-11ED-43D13BDEC1AF}"/>
          </ac:spMkLst>
        </pc:spChg>
        <pc:spChg chg="del mod ord">
          <ac:chgData name="Jethro Hotbatahi Hasoloan" userId="6704a177-17bb-4244-9c06-d865e36c920b" providerId="ADAL" clId="{3E066727-BBB6-4D37-A6B5-32C7A00FA4F3}" dt="2026-10-22T03:48:38.765" v="59729"/>
          <ac:spMkLst>
            <pc:docMk/>
            <pc:sldMk cId="936902391" sldId="320"/>
            <ac:spMk id="128" creationId="{A2855174-B6E5-659E-DCC9-073465F6F486}"/>
          </ac:spMkLst>
        </pc:spChg>
        <pc:spChg chg="add del mod modVis">
          <ac:chgData name="Jethro Hotbatahi Hasoloan" userId="6704a177-17bb-4244-9c06-d865e36c920b" providerId="ADAL" clId="{3E066727-BBB6-4D37-A6B5-32C7A00FA4F3}" dt="2026-10-22T03:47:01.388" v="56940"/>
          <ac:spMkLst>
            <pc:docMk/>
            <pc:sldMk cId="936902391" sldId="320"/>
            <ac:spMk id="129" creationId="{2EE8B9D3-5A2D-A0D3-4418-2D42EB1AD8DB}"/>
          </ac:spMkLst>
        </pc:spChg>
        <pc:spChg chg="add del mod ord">
          <ac:chgData name="Jethro Hotbatahi Hasoloan" userId="6704a177-17bb-4244-9c06-d865e36c920b" providerId="ADAL" clId="{3E066727-BBB6-4D37-A6B5-32C7A00FA4F3}" dt="2026-10-22T03:47:11.468" v="58006"/>
          <ac:spMkLst>
            <pc:docMk/>
            <pc:sldMk cId="936902391" sldId="320"/>
            <ac:spMk id="130" creationId="{C0B111C3-AD7B-3ECC-134E-CCDF6CD10197}"/>
          </ac:spMkLst>
        </pc:spChg>
        <pc:spChg chg="add del mod modVis">
          <ac:chgData name="Jethro Hotbatahi Hasoloan" userId="6704a177-17bb-4244-9c06-d865e36c920b" providerId="ADAL" clId="{3E066727-BBB6-4D37-A6B5-32C7A00FA4F3}" dt="2026-10-22T03:47:04.373" v="57258"/>
          <ac:spMkLst>
            <pc:docMk/>
            <pc:sldMk cId="936902391" sldId="320"/>
            <ac:spMk id="132" creationId="{BFFB4236-C228-35E4-AF56-CA325542AA50}"/>
          </ac:spMkLst>
        </pc:spChg>
        <pc:spChg chg="del mod ord">
          <ac:chgData name="Jethro Hotbatahi Hasoloan" userId="6704a177-17bb-4244-9c06-d865e36c920b" providerId="ADAL" clId="{3E066727-BBB6-4D37-A6B5-32C7A00FA4F3}" dt="2026-10-22T03:26:12.333" v="41846"/>
          <ac:spMkLst>
            <pc:docMk/>
            <pc:sldMk cId="936902391" sldId="320"/>
            <ac:spMk id="133" creationId="{32DC16D0-765A-AF1D-D2D3-CA32F9105580}"/>
          </ac:spMkLst>
        </pc:spChg>
        <pc:spChg chg="add del mod modVis">
          <ac:chgData name="Jethro Hotbatahi Hasoloan" userId="6704a177-17bb-4244-9c06-d865e36c920b" providerId="ADAL" clId="{3E066727-BBB6-4D37-A6B5-32C7A00FA4F3}" dt="2026-10-22T03:47:08.772" v="57961"/>
          <ac:spMkLst>
            <pc:docMk/>
            <pc:sldMk cId="936902391" sldId="320"/>
            <ac:spMk id="135" creationId="{76AB5455-926F-09B0-EA10-519B27AF59CE}"/>
          </ac:spMkLst>
        </pc:spChg>
        <pc:spChg chg="add del mod ord">
          <ac:chgData name="Jethro Hotbatahi Hasoloan" userId="6704a177-17bb-4244-9c06-d865e36c920b" providerId="ADAL" clId="{3E066727-BBB6-4D37-A6B5-32C7A00FA4F3}" dt="2026-10-22T03:47:11.468" v="58008"/>
          <ac:spMkLst>
            <pc:docMk/>
            <pc:sldMk cId="936902391" sldId="320"/>
            <ac:spMk id="136" creationId="{13ED785B-38D6-47AD-BE55-3105D57AF30C}"/>
          </ac:spMkLst>
        </pc:spChg>
        <pc:spChg chg="del mod ord">
          <ac:chgData name="Jethro Hotbatahi Hasoloan" userId="6704a177-17bb-4244-9c06-d865e36c920b" providerId="ADAL" clId="{3E066727-BBB6-4D37-A6B5-32C7A00FA4F3}" dt="2026-10-22T03:23:35.995" v="36534"/>
          <ac:spMkLst>
            <pc:docMk/>
            <pc:sldMk cId="936902391" sldId="320"/>
            <ac:spMk id="137" creationId="{ACACE456-9922-EF87-9A44-67AC0C3D7A48}"/>
          </ac:spMkLst>
        </pc:spChg>
        <pc:spChg chg="add del mod">
          <ac:chgData name="Jethro Hotbatahi Hasoloan" userId="6704a177-17bb-4244-9c06-d865e36c920b" providerId="ADAL" clId="{3E066727-BBB6-4D37-A6B5-32C7A00FA4F3}" dt="2026-10-22T03:47:11.468" v="58009"/>
          <ac:spMkLst>
            <pc:docMk/>
            <pc:sldMk cId="936902391" sldId="320"/>
            <ac:spMk id="138" creationId="{1FDC3622-7AEA-6259-449F-1EA0019009C2}"/>
          </ac:spMkLst>
        </pc:spChg>
        <pc:spChg chg="del mod ord">
          <ac:chgData name="Jethro Hotbatahi Hasoloan" userId="6704a177-17bb-4244-9c06-d865e36c920b" providerId="ADAL" clId="{3E066727-BBB6-4D37-A6B5-32C7A00FA4F3}" dt="2026-10-22T02:49:04.162" v="34385" actId="478"/>
          <ac:spMkLst>
            <pc:docMk/>
            <pc:sldMk cId="936902391" sldId="320"/>
            <ac:spMk id="139" creationId="{629BF955-66B5-7A56-C1F2-681CD97F819F}"/>
          </ac:spMkLst>
        </pc:spChg>
        <pc:spChg chg="del mod ord">
          <ac:chgData name="Jethro Hotbatahi Hasoloan" userId="6704a177-17bb-4244-9c06-d865e36c920b" providerId="ADAL" clId="{3E066727-BBB6-4D37-A6B5-32C7A00FA4F3}" dt="2026-10-22T03:26:12.333" v="41848"/>
          <ac:spMkLst>
            <pc:docMk/>
            <pc:sldMk cId="936902391" sldId="320"/>
            <ac:spMk id="140" creationId="{DCD2278F-3ECA-7164-C277-5138CE6D57C4}"/>
          </ac:spMkLst>
        </pc:spChg>
        <pc:spChg chg="del mod ord">
          <ac:chgData name="Jethro Hotbatahi Hasoloan" userId="6704a177-17bb-4244-9c06-d865e36c920b" providerId="ADAL" clId="{3E066727-BBB6-4D37-A6B5-32C7A00FA4F3}" dt="2026-10-22T02:49:06.386" v="34386" actId="478"/>
          <ac:spMkLst>
            <pc:docMk/>
            <pc:sldMk cId="936902391" sldId="320"/>
            <ac:spMk id="141" creationId="{89AF8AF4-7A5E-BAA3-EA05-AE2D70790A08}"/>
          </ac:spMkLst>
        </pc:spChg>
        <pc:spChg chg="del mod">
          <ac:chgData name="Jethro Hotbatahi Hasoloan" userId="6704a177-17bb-4244-9c06-d865e36c920b" providerId="ADAL" clId="{3E066727-BBB6-4D37-A6B5-32C7A00FA4F3}" dt="2026-10-22T02:46:40.307" v="28757"/>
          <ac:spMkLst>
            <pc:docMk/>
            <pc:sldMk cId="936902391" sldId="320"/>
            <ac:spMk id="142" creationId="{1BB578B0-E10C-6607-928B-459C998547C2}"/>
          </ac:spMkLst>
        </pc:spChg>
        <pc:spChg chg="mod">
          <ac:chgData name="Jethro Hotbatahi Hasoloan" userId="6704a177-17bb-4244-9c06-d865e36c920b" providerId="ADAL" clId="{3E066727-BBB6-4D37-A6B5-32C7A00FA4F3}" dt="2026-10-22T04:40:57.043" v="93189"/>
          <ac:spMkLst>
            <pc:docMk/>
            <pc:sldMk cId="936902391" sldId="320"/>
            <ac:spMk id="143" creationId="{FBE4730B-8F37-F24E-C3E8-8471FD88CE8D}"/>
          </ac:spMkLst>
        </pc:spChg>
        <pc:spChg chg="del mod ord">
          <ac:chgData name="Jethro Hotbatahi Hasoloan" userId="6704a177-17bb-4244-9c06-d865e36c920b" providerId="ADAL" clId="{3E066727-BBB6-4D37-A6B5-32C7A00FA4F3}" dt="2026-10-22T02:49:07.581" v="34387" actId="478"/>
          <ac:spMkLst>
            <pc:docMk/>
            <pc:sldMk cId="936902391" sldId="320"/>
            <ac:spMk id="144" creationId="{89817DD8-6915-6D2B-C948-1B146861C838}"/>
          </ac:spMkLst>
        </pc:spChg>
        <pc:spChg chg="mod ord">
          <ac:chgData name="Jethro Hotbatahi Hasoloan" userId="6704a177-17bb-4244-9c06-d865e36c920b" providerId="ADAL" clId="{3E066727-BBB6-4D37-A6B5-32C7A00FA4F3}" dt="2026-10-22T04:40:57.043" v="93184"/>
          <ac:spMkLst>
            <pc:docMk/>
            <pc:sldMk cId="936902391" sldId="320"/>
            <ac:spMk id="145" creationId="{64F6EC1B-BE2E-B12A-92DB-17E1F62252C4}"/>
          </ac:spMkLst>
        </pc:spChg>
        <pc:spChg chg="mod ord">
          <ac:chgData name="Jethro Hotbatahi Hasoloan" userId="6704a177-17bb-4244-9c06-d865e36c920b" providerId="ADAL" clId="{3E066727-BBB6-4D37-A6B5-32C7A00FA4F3}" dt="2026-10-22T04:40:57.043" v="93182"/>
          <ac:spMkLst>
            <pc:docMk/>
            <pc:sldMk cId="936902391" sldId="320"/>
            <ac:spMk id="146" creationId="{5701B26B-7BB1-5EFC-922A-22CB2FC757E5}"/>
          </ac:spMkLst>
        </pc:spChg>
        <pc:spChg chg="mod">
          <ac:chgData name="Jethro Hotbatahi Hasoloan" userId="6704a177-17bb-4244-9c06-d865e36c920b" providerId="ADAL" clId="{3E066727-BBB6-4D37-A6B5-32C7A00FA4F3}" dt="2026-10-22T04:40:56.996" v="93088"/>
          <ac:spMkLst>
            <pc:docMk/>
            <pc:sldMk cId="936902391" sldId="320"/>
            <ac:spMk id="147" creationId="{93C7E21C-8845-F5B0-8514-E6F4C1CCA709}"/>
          </ac:spMkLst>
        </pc:spChg>
        <pc:spChg chg="del mod ord">
          <ac:chgData name="Jethro Hotbatahi Hasoloan" userId="6704a177-17bb-4244-9c06-d865e36c920b" providerId="ADAL" clId="{3E066727-BBB6-4D37-A6B5-32C7A00FA4F3}" dt="2026-10-22T02:49:09.128" v="34388" actId="478"/>
          <ac:spMkLst>
            <pc:docMk/>
            <pc:sldMk cId="936902391" sldId="320"/>
            <ac:spMk id="148" creationId="{2813770F-9DEF-0357-36FE-BE7EFA5C1857}"/>
          </ac:spMkLst>
        </pc:spChg>
        <pc:spChg chg="add del mod">
          <ac:chgData name="Jethro Hotbatahi Hasoloan" userId="6704a177-17bb-4244-9c06-d865e36c920b" providerId="ADAL" clId="{3E066727-BBB6-4D37-A6B5-32C7A00FA4F3}" dt="2026-10-22T03:47:11.468" v="58010"/>
          <ac:spMkLst>
            <pc:docMk/>
            <pc:sldMk cId="936902391" sldId="320"/>
            <ac:spMk id="149" creationId="{3A79192C-6C1C-AEB9-22B8-E2FF66C0CAEE}"/>
          </ac:spMkLst>
        </pc:spChg>
        <pc:spChg chg="del mod ord">
          <ac:chgData name="Jethro Hotbatahi Hasoloan" userId="6704a177-17bb-4244-9c06-d865e36c920b" providerId="ADAL" clId="{3E066727-BBB6-4D37-A6B5-32C7A00FA4F3}" dt="2026-10-22T02:49:10.249" v="34389" actId="478"/>
          <ac:spMkLst>
            <pc:docMk/>
            <pc:sldMk cId="936902391" sldId="320"/>
            <ac:spMk id="150" creationId="{856E4C80-B883-EF05-7357-A6F954981F70}"/>
          </ac:spMkLst>
        </pc:spChg>
        <pc:spChg chg="del mod ord">
          <ac:chgData name="Jethro Hotbatahi Hasoloan" userId="6704a177-17bb-4244-9c06-d865e36c920b" providerId="ADAL" clId="{3E066727-BBB6-4D37-A6B5-32C7A00FA4F3}" dt="2026-10-22T03:25:18.850" v="41828" actId="478"/>
          <ac:spMkLst>
            <pc:docMk/>
            <pc:sldMk cId="936902391" sldId="320"/>
            <ac:spMk id="152" creationId="{C70A4418-C581-26B3-9FA0-CE610C3035C0}"/>
          </ac:spMkLst>
        </pc:spChg>
        <pc:spChg chg="del mod ord">
          <ac:chgData name="Jethro Hotbatahi Hasoloan" userId="6704a177-17bb-4244-9c06-d865e36c920b" providerId="ADAL" clId="{3E066727-BBB6-4D37-A6B5-32C7A00FA4F3}" dt="2026-10-22T03:25:17.480" v="41827" actId="478"/>
          <ac:spMkLst>
            <pc:docMk/>
            <pc:sldMk cId="936902391" sldId="320"/>
            <ac:spMk id="153" creationId="{1CCE10EC-657D-0810-952D-2839A9AA8C6C}"/>
          </ac:spMkLst>
        </pc:spChg>
        <pc:spChg chg="del mod ord">
          <ac:chgData name="Jethro Hotbatahi Hasoloan" userId="6704a177-17bb-4244-9c06-d865e36c920b" providerId="ADAL" clId="{3E066727-BBB6-4D37-A6B5-32C7A00FA4F3}" dt="2026-10-22T02:46:40.307" v="28756"/>
          <ac:spMkLst>
            <pc:docMk/>
            <pc:sldMk cId="936902391" sldId="320"/>
            <ac:spMk id="154" creationId="{F5559483-2705-5E16-D71D-0F8F6F6D72C9}"/>
          </ac:spMkLst>
        </pc:spChg>
        <pc:spChg chg="add del mod">
          <ac:chgData name="Jethro Hotbatahi Hasoloan" userId="6704a177-17bb-4244-9c06-d865e36c920b" providerId="ADAL" clId="{3E066727-BBB6-4D37-A6B5-32C7A00FA4F3}" dt="2026-10-22T03:47:11.506" v="58067"/>
          <ac:spMkLst>
            <pc:docMk/>
            <pc:sldMk cId="936902391" sldId="320"/>
            <ac:spMk id="155" creationId="{EF0B31E7-275F-50C1-E4CD-0255BADF335D}"/>
          </ac:spMkLst>
        </pc:spChg>
        <pc:spChg chg="del mod ord">
          <ac:chgData name="Jethro Hotbatahi Hasoloan" userId="6704a177-17bb-4244-9c06-d865e36c920b" providerId="ADAL" clId="{3E066727-BBB6-4D37-A6B5-32C7A00FA4F3}" dt="2026-10-22T03:25:15.536" v="41826" actId="478"/>
          <ac:spMkLst>
            <pc:docMk/>
            <pc:sldMk cId="936902391" sldId="320"/>
            <ac:spMk id="156" creationId="{AC728CA1-7FC4-0BE1-859A-6EDE07D66AFD}"/>
          </ac:spMkLst>
        </pc:spChg>
        <pc:spChg chg="mod ord">
          <ac:chgData name="Jethro Hotbatahi Hasoloan" userId="6704a177-17bb-4244-9c06-d865e36c920b" providerId="ADAL" clId="{3E066727-BBB6-4D37-A6B5-32C7A00FA4F3}" dt="2026-10-22T04:40:57.059" v="93210"/>
          <ac:spMkLst>
            <pc:docMk/>
            <pc:sldMk cId="936902391" sldId="320"/>
            <ac:spMk id="157" creationId="{B5C8DBDB-920F-11BC-CF4C-7B37AF1AC8FF}"/>
          </ac:spMkLst>
        </pc:spChg>
        <pc:spChg chg="del mod ord">
          <ac:chgData name="Jethro Hotbatahi Hasoloan" userId="6704a177-17bb-4244-9c06-d865e36c920b" providerId="ADAL" clId="{3E066727-BBB6-4D37-A6B5-32C7A00FA4F3}" dt="2026-10-22T03:25:11.595" v="41824" actId="478"/>
          <ac:spMkLst>
            <pc:docMk/>
            <pc:sldMk cId="936902391" sldId="320"/>
            <ac:spMk id="158" creationId="{90656FAA-5ACF-A486-354A-602154DF701E}"/>
          </ac:spMkLst>
        </pc:spChg>
        <pc:spChg chg="del mod ord">
          <ac:chgData name="Jethro Hotbatahi Hasoloan" userId="6704a177-17bb-4244-9c06-d865e36c920b" providerId="ADAL" clId="{3E066727-BBB6-4D37-A6B5-32C7A00FA4F3}" dt="2026-10-22T03:25:10.412" v="41823" actId="478"/>
          <ac:spMkLst>
            <pc:docMk/>
            <pc:sldMk cId="936902391" sldId="320"/>
            <ac:spMk id="159" creationId="{71D471CB-82D5-2AAC-F928-CE9FFB5C5E53}"/>
          </ac:spMkLst>
        </pc:spChg>
        <pc:spChg chg="del mod">
          <ac:chgData name="Jethro Hotbatahi Hasoloan" userId="6704a177-17bb-4244-9c06-d865e36c920b" providerId="ADAL" clId="{3E066727-BBB6-4D37-A6B5-32C7A00FA4F3}" dt="2026-10-22T02:49:12.726" v="34391" actId="478"/>
          <ac:spMkLst>
            <pc:docMk/>
            <pc:sldMk cId="936902391" sldId="320"/>
            <ac:spMk id="161" creationId="{01828BFA-CBFE-A0D6-6F4F-B00EB4B270F1}"/>
          </ac:spMkLst>
        </pc:spChg>
        <pc:spChg chg="del">
          <ac:chgData name="Jethro Hotbatahi Hasoloan" userId="6704a177-17bb-4244-9c06-d865e36c920b" providerId="ADAL" clId="{3E066727-BBB6-4D37-A6B5-32C7A00FA4F3}" dt="2026-10-22T02:49:11.674" v="34390" actId="478"/>
          <ac:spMkLst>
            <pc:docMk/>
            <pc:sldMk cId="936902391" sldId="320"/>
            <ac:spMk id="162" creationId="{1BCC0B89-649F-6860-9E42-AC964B8356D3}"/>
          </ac:spMkLst>
        </pc:spChg>
        <pc:spChg chg="add del mod">
          <ac:chgData name="Jethro Hotbatahi Hasoloan" userId="6704a177-17bb-4244-9c06-d865e36c920b" providerId="ADAL" clId="{3E066727-BBB6-4D37-A6B5-32C7A00FA4F3}" dt="2026-10-22T03:47:11.506" v="58066"/>
          <ac:spMkLst>
            <pc:docMk/>
            <pc:sldMk cId="936902391" sldId="320"/>
            <ac:spMk id="163" creationId="{27121F0A-6EB0-0559-CE9A-78EC9599FB6D}"/>
          </ac:spMkLst>
        </pc:spChg>
        <pc:spChg chg="add del mod">
          <ac:chgData name="Jethro Hotbatahi Hasoloan" userId="6704a177-17bb-4244-9c06-d865e36c920b" providerId="ADAL" clId="{3E066727-BBB6-4D37-A6B5-32C7A00FA4F3}" dt="2026-10-22T03:47:11.506" v="58065"/>
          <ac:spMkLst>
            <pc:docMk/>
            <pc:sldMk cId="936902391" sldId="320"/>
            <ac:spMk id="164" creationId="{554FDCB0-076F-20B5-85ED-455912CE8CE9}"/>
          </ac:spMkLst>
        </pc:spChg>
        <pc:spChg chg="mod">
          <ac:chgData name="Jethro Hotbatahi Hasoloan" userId="6704a177-17bb-4244-9c06-d865e36c920b" providerId="ADAL" clId="{3E066727-BBB6-4D37-A6B5-32C7A00FA4F3}" dt="2026-10-22T04:40:57.043" v="93190"/>
          <ac:spMkLst>
            <pc:docMk/>
            <pc:sldMk cId="936902391" sldId="320"/>
            <ac:spMk id="165" creationId="{A3381786-B82B-0917-8D86-CA925DBA060A}"/>
          </ac:spMkLst>
        </pc:spChg>
        <pc:spChg chg="del mod ord">
          <ac:chgData name="Jethro Hotbatahi Hasoloan" userId="6704a177-17bb-4244-9c06-d865e36c920b" providerId="ADAL" clId="{3E066727-BBB6-4D37-A6B5-32C7A00FA4F3}" dt="2026-10-22T02:46:43.610" v="28763"/>
          <ac:spMkLst>
            <pc:docMk/>
            <pc:sldMk cId="936902391" sldId="320"/>
            <ac:spMk id="166" creationId="{14E8B14F-5B19-E1A3-8176-7F2F9B9A1F19}"/>
          </ac:spMkLst>
        </pc:spChg>
        <pc:spChg chg="del mod ord">
          <ac:chgData name="Jethro Hotbatahi Hasoloan" userId="6704a177-17bb-4244-9c06-d865e36c920b" providerId="ADAL" clId="{3E066727-BBB6-4D37-A6B5-32C7A00FA4F3}" dt="2026-10-22T02:47:28.186" v="31387"/>
          <ac:spMkLst>
            <pc:docMk/>
            <pc:sldMk cId="936902391" sldId="320"/>
            <ac:spMk id="167" creationId="{29330105-7460-F5FF-5E76-290D2C7A46B1}"/>
          </ac:spMkLst>
        </pc:spChg>
        <pc:spChg chg="del mod ord">
          <ac:chgData name="Jethro Hotbatahi Hasoloan" userId="6704a177-17bb-4244-9c06-d865e36c920b" providerId="ADAL" clId="{3E066727-BBB6-4D37-A6B5-32C7A00FA4F3}" dt="2026-10-22T03:26:12.333" v="41844"/>
          <ac:spMkLst>
            <pc:docMk/>
            <pc:sldMk cId="936902391" sldId="320"/>
            <ac:spMk id="168" creationId="{C940F6AF-B877-11DE-C691-0778EB8A357C}"/>
          </ac:spMkLst>
        </pc:spChg>
        <pc:spChg chg="mod ord">
          <ac:chgData name="Jethro Hotbatahi Hasoloan" userId="6704a177-17bb-4244-9c06-d865e36c920b" providerId="ADAL" clId="{3E066727-BBB6-4D37-A6B5-32C7A00FA4F3}" dt="2026-10-22T04:40:57.043" v="93186"/>
          <ac:spMkLst>
            <pc:docMk/>
            <pc:sldMk cId="936902391" sldId="320"/>
            <ac:spMk id="169" creationId="{A0408D43-0FA3-64B4-4BEA-6E14A01A059E}"/>
          </ac:spMkLst>
        </pc:spChg>
        <pc:spChg chg="add del mod">
          <ac:chgData name="Jethro Hotbatahi Hasoloan" userId="6704a177-17bb-4244-9c06-d865e36c920b" providerId="ADAL" clId="{3E066727-BBB6-4D37-A6B5-32C7A00FA4F3}" dt="2026-10-22T03:47:11.506" v="58064"/>
          <ac:spMkLst>
            <pc:docMk/>
            <pc:sldMk cId="936902391" sldId="320"/>
            <ac:spMk id="170" creationId="{D0E8A584-5DA4-D63F-21E8-0E3D0D7076EB}"/>
          </ac:spMkLst>
        </pc:spChg>
        <pc:spChg chg="mod">
          <ac:chgData name="Jethro Hotbatahi Hasoloan" userId="6704a177-17bb-4244-9c06-d865e36c920b" providerId="ADAL" clId="{3E066727-BBB6-4D37-A6B5-32C7A00FA4F3}" dt="2026-10-22T04:40:57.059" v="93191"/>
          <ac:spMkLst>
            <pc:docMk/>
            <pc:sldMk cId="936902391" sldId="320"/>
            <ac:spMk id="172" creationId="{938C037F-18A1-460E-D66B-A71E52D45709}"/>
          </ac:spMkLst>
        </pc:spChg>
        <pc:spChg chg="mod">
          <ac:chgData name="Jethro Hotbatahi Hasoloan" userId="6704a177-17bb-4244-9c06-d865e36c920b" providerId="ADAL" clId="{3E066727-BBB6-4D37-A6B5-32C7A00FA4F3}" dt="2026-10-22T04:40:57.012" v="93126"/>
          <ac:spMkLst>
            <pc:docMk/>
            <pc:sldMk cId="936902391" sldId="320"/>
            <ac:spMk id="174" creationId="{BC29FBE2-CF45-A80B-CAB0-CB67376F01D2}"/>
          </ac:spMkLst>
        </pc:spChg>
        <pc:spChg chg="del mod ord">
          <ac:chgData name="Jethro Hotbatahi Hasoloan" userId="6704a177-17bb-4244-9c06-d865e36c920b" providerId="ADAL" clId="{3E066727-BBB6-4D37-A6B5-32C7A00FA4F3}" dt="2026-10-22T02:46:43.612" v="28765"/>
          <ac:spMkLst>
            <pc:docMk/>
            <pc:sldMk cId="936902391" sldId="320"/>
            <ac:spMk id="176" creationId="{8F4624DF-774C-9398-329F-1625374AFBCB}"/>
          </ac:spMkLst>
        </pc:spChg>
        <pc:spChg chg="del mod ord">
          <ac:chgData name="Jethro Hotbatahi Hasoloan" userId="6704a177-17bb-4244-9c06-d865e36c920b" providerId="ADAL" clId="{3E066727-BBB6-4D37-A6B5-32C7A00FA4F3}" dt="2026-10-22T02:47:33.520" v="31739"/>
          <ac:spMkLst>
            <pc:docMk/>
            <pc:sldMk cId="936902391" sldId="320"/>
            <ac:spMk id="177" creationId="{4A2708BF-7298-7617-A5E5-E0A7D9E58ECA}"/>
          </ac:spMkLst>
        </pc:spChg>
        <pc:spChg chg="mod ord">
          <ac:chgData name="Jethro Hotbatahi Hasoloan" userId="6704a177-17bb-4244-9c06-d865e36c920b" providerId="ADAL" clId="{3E066727-BBB6-4D37-A6B5-32C7A00FA4F3}" dt="2026-10-22T04:40:57.043" v="93188"/>
          <ac:spMkLst>
            <pc:docMk/>
            <pc:sldMk cId="936902391" sldId="320"/>
            <ac:spMk id="178" creationId="{229E408E-C102-992B-8907-946001F1A504}"/>
          </ac:spMkLst>
        </pc:spChg>
        <pc:spChg chg="mod ord">
          <ac:chgData name="Jethro Hotbatahi Hasoloan" userId="6704a177-17bb-4244-9c06-d865e36c920b" providerId="ADAL" clId="{3E066727-BBB6-4D37-A6B5-32C7A00FA4F3}" dt="2026-10-22T04:40:57.027" v="93143"/>
          <ac:spMkLst>
            <pc:docMk/>
            <pc:sldMk cId="936902391" sldId="320"/>
            <ac:spMk id="180" creationId="{D381BA35-8D8A-82CA-7C92-005513E2BF39}"/>
          </ac:spMkLst>
        </pc:spChg>
        <pc:spChg chg="mod">
          <ac:chgData name="Jethro Hotbatahi Hasoloan" userId="6704a177-17bb-4244-9c06-d865e36c920b" providerId="ADAL" clId="{3E066727-BBB6-4D37-A6B5-32C7A00FA4F3}" dt="2026-10-22T04:40:57.059" v="93192"/>
          <ac:spMkLst>
            <pc:docMk/>
            <pc:sldMk cId="936902391" sldId="320"/>
            <ac:spMk id="181" creationId="{8C41A880-5FE5-A37D-440E-4116D0AF044D}"/>
          </ac:spMkLst>
        </pc:spChg>
        <pc:spChg chg="del mod ord">
          <ac:chgData name="Jethro Hotbatahi Hasoloan" userId="6704a177-17bb-4244-9c06-d865e36c920b" providerId="ADAL" clId="{3E066727-BBB6-4D37-A6B5-32C7A00FA4F3}" dt="2026-10-22T02:46:43.614" v="28767"/>
          <ac:spMkLst>
            <pc:docMk/>
            <pc:sldMk cId="936902391" sldId="320"/>
            <ac:spMk id="182" creationId="{E2E0B038-2875-18DA-33B4-B23A291E9E83}"/>
          </ac:spMkLst>
        </pc:spChg>
        <pc:spChg chg="add del mod">
          <ac:chgData name="Jethro Hotbatahi Hasoloan" userId="6704a177-17bb-4244-9c06-d865e36c920b" providerId="ADAL" clId="{3E066727-BBB6-4D37-A6B5-32C7A00FA4F3}" dt="2026-10-22T03:47:11.506" v="58063"/>
          <ac:spMkLst>
            <pc:docMk/>
            <pc:sldMk cId="936902391" sldId="320"/>
            <ac:spMk id="183" creationId="{14630EEE-1312-889C-23FC-A2AA55BA44EA}"/>
          </ac:spMkLst>
        </pc:spChg>
        <pc:spChg chg="del mod ord">
          <ac:chgData name="Jethro Hotbatahi Hasoloan" userId="6704a177-17bb-4244-9c06-d865e36c920b" providerId="ADAL" clId="{3E066727-BBB6-4D37-A6B5-32C7A00FA4F3}" dt="2026-10-22T02:47:12.634" v="30310"/>
          <ac:spMkLst>
            <pc:docMk/>
            <pc:sldMk cId="936902391" sldId="320"/>
            <ac:spMk id="184" creationId="{162C75A7-2B9C-223A-3168-168234E88DF9}"/>
          </ac:spMkLst>
        </pc:spChg>
        <pc:spChg chg="mod ord">
          <ac:chgData name="Jethro Hotbatahi Hasoloan" userId="6704a177-17bb-4244-9c06-d865e36c920b" providerId="ADAL" clId="{3E066727-BBB6-4D37-A6B5-32C7A00FA4F3}" dt="2026-10-22T04:40:57.027" v="93147"/>
          <ac:spMkLst>
            <pc:docMk/>
            <pc:sldMk cId="936902391" sldId="320"/>
            <ac:spMk id="185" creationId="{7A1B1639-62DF-32D3-9EBE-B8FDB44C5217}"/>
          </ac:spMkLst>
        </pc:spChg>
        <pc:spChg chg="mod ord">
          <ac:chgData name="Jethro Hotbatahi Hasoloan" userId="6704a177-17bb-4244-9c06-d865e36c920b" providerId="ADAL" clId="{3E066727-BBB6-4D37-A6B5-32C7A00FA4F3}" dt="2026-10-22T04:40:57.012" v="93122"/>
          <ac:spMkLst>
            <pc:docMk/>
            <pc:sldMk cId="936902391" sldId="320"/>
            <ac:spMk id="186" creationId="{44B8CE62-8E41-1F0D-1EFA-FC27700149B4}"/>
          </ac:spMkLst>
        </pc:spChg>
        <pc:spChg chg="mod">
          <ac:chgData name="Jethro Hotbatahi Hasoloan" userId="6704a177-17bb-4244-9c06-d865e36c920b" providerId="ADAL" clId="{3E066727-BBB6-4D37-A6B5-32C7A00FA4F3}" dt="2026-10-22T04:40:57.012" v="93127"/>
          <ac:spMkLst>
            <pc:docMk/>
            <pc:sldMk cId="936902391" sldId="320"/>
            <ac:spMk id="187" creationId="{78F44941-C0C1-E945-56D1-8F99899ECF74}"/>
          </ac:spMkLst>
        </pc:spChg>
        <pc:spChg chg="mod ord">
          <ac:chgData name="Jethro Hotbatahi Hasoloan" userId="6704a177-17bb-4244-9c06-d865e36c920b" providerId="ADAL" clId="{3E066727-BBB6-4D37-A6B5-32C7A00FA4F3}" dt="2026-10-22T04:40:56.996" v="93105"/>
          <ac:spMkLst>
            <pc:docMk/>
            <pc:sldMk cId="936902391" sldId="320"/>
            <ac:spMk id="188" creationId="{1983F583-0D4A-756B-461F-DAE1BFFB198C}"/>
          </ac:spMkLst>
        </pc:spChg>
        <pc:spChg chg="add del mod">
          <ac:chgData name="Jethro Hotbatahi Hasoloan" userId="6704a177-17bb-4244-9c06-d865e36c920b" providerId="ADAL" clId="{3E066727-BBB6-4D37-A6B5-32C7A00FA4F3}" dt="2026-10-22T03:47:11.498" v="58062"/>
          <ac:spMkLst>
            <pc:docMk/>
            <pc:sldMk cId="936902391" sldId="320"/>
            <ac:spMk id="189" creationId="{5ECD0856-1FED-1838-C632-FF7A1656B7AC}"/>
          </ac:spMkLst>
        </pc:spChg>
        <pc:spChg chg="mod">
          <ac:chgData name="Jethro Hotbatahi Hasoloan" userId="6704a177-17bb-4244-9c06-d865e36c920b" providerId="ADAL" clId="{3E066727-BBB6-4D37-A6B5-32C7A00FA4F3}" dt="2026-10-22T04:40:57.059" v="93193"/>
          <ac:spMkLst>
            <pc:docMk/>
            <pc:sldMk cId="936902391" sldId="320"/>
            <ac:spMk id="190" creationId="{97797E2C-C055-15C5-2059-8AC89BCF1972}"/>
          </ac:spMkLst>
        </pc:spChg>
        <pc:spChg chg="del mod ord">
          <ac:chgData name="Jethro Hotbatahi Hasoloan" userId="6704a177-17bb-4244-9c06-d865e36c920b" providerId="ADAL" clId="{3E066727-BBB6-4D37-A6B5-32C7A00FA4F3}" dt="2026-10-22T02:46:43.614" v="28769"/>
          <ac:spMkLst>
            <pc:docMk/>
            <pc:sldMk cId="936902391" sldId="320"/>
            <ac:spMk id="191" creationId="{7BD8F3C5-2F86-1183-28C5-F8716BB7E69F}"/>
          </ac:spMkLst>
        </pc:spChg>
        <pc:spChg chg="add del mod">
          <ac:chgData name="Jethro Hotbatahi Hasoloan" userId="6704a177-17bb-4244-9c06-d865e36c920b" providerId="ADAL" clId="{3E066727-BBB6-4D37-A6B5-32C7A00FA4F3}" dt="2026-10-22T03:47:11.498" v="58061"/>
          <ac:spMkLst>
            <pc:docMk/>
            <pc:sldMk cId="936902391" sldId="320"/>
            <ac:spMk id="192" creationId="{53C733B6-00CE-923A-19F7-CC251388D6CF}"/>
          </ac:spMkLst>
        </pc:spChg>
        <pc:spChg chg="del mod ord">
          <ac:chgData name="Jethro Hotbatahi Hasoloan" userId="6704a177-17bb-4244-9c06-d865e36c920b" providerId="ADAL" clId="{3E066727-BBB6-4D37-A6B5-32C7A00FA4F3}" dt="2026-10-22T02:47:14.981" v="30664"/>
          <ac:spMkLst>
            <pc:docMk/>
            <pc:sldMk cId="936902391" sldId="320"/>
            <ac:spMk id="193" creationId="{69207993-2572-E0D6-ED01-C9616AA1337D}"/>
          </ac:spMkLst>
        </pc:spChg>
        <pc:spChg chg="add del mod">
          <ac:chgData name="Jethro Hotbatahi Hasoloan" userId="6704a177-17bb-4244-9c06-d865e36c920b" providerId="ADAL" clId="{3E066727-BBB6-4D37-A6B5-32C7A00FA4F3}" dt="2026-10-22T03:47:11.498" v="58060"/>
          <ac:spMkLst>
            <pc:docMk/>
            <pc:sldMk cId="936902391" sldId="320"/>
            <ac:spMk id="194" creationId="{7702E086-0AC5-0DFF-B63C-DFAE1331D8B9}"/>
          </ac:spMkLst>
        </pc:spChg>
        <pc:spChg chg="add del mod">
          <ac:chgData name="Jethro Hotbatahi Hasoloan" userId="6704a177-17bb-4244-9c06-d865e36c920b" providerId="ADAL" clId="{3E066727-BBB6-4D37-A6B5-32C7A00FA4F3}" dt="2026-10-22T03:47:11.498" v="58059"/>
          <ac:spMkLst>
            <pc:docMk/>
            <pc:sldMk cId="936902391" sldId="320"/>
            <ac:spMk id="195" creationId="{60FEA129-71C5-B148-CFB3-EA3B88EDD6DB}"/>
          </ac:spMkLst>
        </pc:spChg>
        <pc:spChg chg="add del mod">
          <ac:chgData name="Jethro Hotbatahi Hasoloan" userId="6704a177-17bb-4244-9c06-d865e36c920b" providerId="ADAL" clId="{3E066727-BBB6-4D37-A6B5-32C7A00FA4F3}" dt="2026-10-22T03:47:11.498" v="58058"/>
          <ac:spMkLst>
            <pc:docMk/>
            <pc:sldMk cId="936902391" sldId="320"/>
            <ac:spMk id="196" creationId="{E3083C0E-C043-7264-E7DF-4DDB8A75D1E1}"/>
          </ac:spMkLst>
        </pc:spChg>
        <pc:spChg chg="add del mod">
          <ac:chgData name="Jethro Hotbatahi Hasoloan" userId="6704a177-17bb-4244-9c06-d865e36c920b" providerId="ADAL" clId="{3E066727-BBB6-4D37-A6B5-32C7A00FA4F3}" dt="2026-10-22T03:47:11.498" v="58057"/>
          <ac:spMkLst>
            <pc:docMk/>
            <pc:sldMk cId="936902391" sldId="320"/>
            <ac:spMk id="197" creationId="{CA13DDE4-EB0E-FBE0-2A14-154B7364A283}"/>
          </ac:spMkLst>
        </pc:spChg>
        <pc:spChg chg="add del mod">
          <ac:chgData name="Jethro Hotbatahi Hasoloan" userId="6704a177-17bb-4244-9c06-d865e36c920b" providerId="ADAL" clId="{3E066727-BBB6-4D37-A6B5-32C7A00FA4F3}" dt="2026-10-22T03:47:11.498" v="58056"/>
          <ac:spMkLst>
            <pc:docMk/>
            <pc:sldMk cId="936902391" sldId="320"/>
            <ac:spMk id="198" creationId="{9CBDBF32-CF4A-9D00-F874-DEB5EE10299E}"/>
          </ac:spMkLst>
        </pc:spChg>
        <pc:spChg chg="mod ord">
          <ac:chgData name="Jethro Hotbatahi Hasoloan" userId="6704a177-17bb-4244-9c06-d865e36c920b" providerId="ADAL" clId="{3E066727-BBB6-4D37-A6B5-32C7A00FA4F3}" dt="2026-10-22T04:40:57.012" v="93124"/>
          <ac:spMkLst>
            <pc:docMk/>
            <pc:sldMk cId="936902391" sldId="320"/>
            <ac:spMk id="199" creationId="{FBA9A927-1578-A4CF-0306-D45B0EE31C82}"/>
          </ac:spMkLst>
        </pc:spChg>
        <pc:spChg chg="mod">
          <ac:chgData name="Jethro Hotbatahi Hasoloan" userId="6704a177-17bb-4244-9c06-d865e36c920b" providerId="ADAL" clId="{3E066727-BBB6-4D37-A6B5-32C7A00FA4F3}" dt="2026-10-22T04:40:57.012" v="93125"/>
          <ac:spMkLst>
            <pc:docMk/>
            <pc:sldMk cId="936902391" sldId="320"/>
            <ac:spMk id="200" creationId="{165F3B7A-AD50-5D90-6B21-DF53C8AC8AFC}"/>
          </ac:spMkLst>
        </pc:spChg>
        <pc:spChg chg="add del mod modVis">
          <ac:chgData name="Jethro Hotbatahi Hasoloan" userId="6704a177-17bb-4244-9c06-d865e36c920b" providerId="ADAL" clId="{3E066727-BBB6-4D37-A6B5-32C7A00FA4F3}" dt="2026-10-22T03:47:11.625" v="58315"/>
          <ac:spMkLst>
            <pc:docMk/>
            <pc:sldMk cId="936902391" sldId="320"/>
            <ac:spMk id="202" creationId="{197F0BEF-87BB-5A2A-113A-9608DBF6A03E}"/>
          </ac:spMkLst>
        </pc:spChg>
        <pc:spChg chg="add del mod modVis">
          <ac:chgData name="Jethro Hotbatahi Hasoloan" userId="6704a177-17bb-4244-9c06-d865e36c920b" providerId="ADAL" clId="{3E066727-BBB6-4D37-A6B5-32C7A00FA4F3}" dt="2026-10-22T03:48:21.960" v="58629"/>
          <ac:spMkLst>
            <pc:docMk/>
            <pc:sldMk cId="936902391" sldId="320"/>
            <ac:spMk id="205" creationId="{71EBA83D-7217-604C-C709-E69A3B8080C8}"/>
          </ac:spMkLst>
        </pc:spChg>
        <pc:spChg chg="add del mod modVis">
          <ac:chgData name="Jethro Hotbatahi Hasoloan" userId="6704a177-17bb-4244-9c06-d865e36c920b" providerId="ADAL" clId="{3E066727-BBB6-4D37-A6B5-32C7A00FA4F3}" dt="2026-10-22T03:48:27.082" v="58992"/>
          <ac:spMkLst>
            <pc:docMk/>
            <pc:sldMk cId="936902391" sldId="320"/>
            <ac:spMk id="207" creationId="{0CA46920-69C8-A6A3-ABE4-BFB3850F126E}"/>
          </ac:spMkLst>
        </pc:spChg>
        <pc:spChg chg="add del mod ord">
          <ac:chgData name="Jethro Hotbatahi Hasoloan" userId="6704a177-17bb-4244-9c06-d865e36c920b" providerId="ADAL" clId="{3E066727-BBB6-4D37-A6B5-32C7A00FA4F3}" dt="2026-10-22T03:48:38.718" v="59671"/>
          <ac:spMkLst>
            <pc:docMk/>
            <pc:sldMk cId="936902391" sldId="320"/>
            <ac:spMk id="208" creationId="{0845916E-6404-B5D8-DCA2-CE638CA97E6C}"/>
          </ac:spMkLst>
        </pc:spChg>
        <pc:spChg chg="mod ord">
          <ac:chgData name="Jethro Hotbatahi Hasoloan" userId="6704a177-17bb-4244-9c06-d865e36c920b" providerId="ADAL" clId="{3E066727-BBB6-4D37-A6B5-32C7A00FA4F3}" dt="2026-10-22T04:40:57.012" v="93120"/>
          <ac:spMkLst>
            <pc:docMk/>
            <pc:sldMk cId="936902391" sldId="320"/>
            <ac:spMk id="209" creationId="{88DA6105-0FE4-2459-A5DF-7B8EA3AEE470}"/>
          </ac:spMkLst>
        </pc:spChg>
        <pc:spChg chg="add del mod modVis">
          <ac:chgData name="Jethro Hotbatahi Hasoloan" userId="6704a177-17bb-4244-9c06-d865e36c920b" providerId="ADAL" clId="{3E066727-BBB6-4D37-A6B5-32C7A00FA4F3}" dt="2026-10-22T03:48:30.656" v="59306"/>
          <ac:spMkLst>
            <pc:docMk/>
            <pc:sldMk cId="936902391" sldId="320"/>
            <ac:spMk id="211" creationId="{4F35B245-5CD3-3597-266C-25B23741F2E7}"/>
          </ac:spMkLst>
        </pc:spChg>
        <pc:spChg chg="mod">
          <ac:chgData name="Jethro Hotbatahi Hasoloan" userId="6704a177-17bb-4244-9c06-d865e36c920b" providerId="ADAL" clId="{3E066727-BBB6-4D37-A6B5-32C7A00FA4F3}" dt="2026-10-22T04:40:56.996" v="93095"/>
          <ac:spMkLst>
            <pc:docMk/>
            <pc:sldMk cId="936902391" sldId="320"/>
            <ac:spMk id="212" creationId="{6EE75419-A356-60EC-6C74-C15DDBE0AB96}"/>
          </ac:spMkLst>
        </pc:spChg>
        <pc:spChg chg="add del mod modVis">
          <ac:chgData name="Jethro Hotbatahi Hasoloan" userId="6704a177-17bb-4244-9c06-d865e36c920b" providerId="ADAL" clId="{3E066727-BBB6-4D37-A6B5-32C7A00FA4F3}" dt="2026-10-22T03:48:35.777" v="59622"/>
          <ac:spMkLst>
            <pc:docMk/>
            <pc:sldMk cId="936902391" sldId="320"/>
            <ac:spMk id="215" creationId="{A63C3C69-C622-5EEA-A68A-FCE618BD7B41}"/>
          </ac:spMkLst>
        </pc:spChg>
        <pc:spChg chg="mod ord">
          <ac:chgData name="Jethro Hotbatahi Hasoloan" userId="6704a177-17bb-4244-9c06-d865e36c920b" providerId="ADAL" clId="{3E066727-BBB6-4D37-A6B5-32C7A00FA4F3}" dt="2026-10-22T04:40:56.996" v="93107"/>
          <ac:spMkLst>
            <pc:docMk/>
            <pc:sldMk cId="936902391" sldId="320"/>
            <ac:spMk id="216" creationId="{EC5527C7-149E-2139-9C10-FED71CF2E6E2}"/>
          </ac:spMkLst>
        </pc:spChg>
        <pc:spChg chg="add del mod modVis">
          <ac:chgData name="Jethro Hotbatahi Hasoloan" userId="6704a177-17bb-4244-9c06-d865e36c920b" providerId="ADAL" clId="{3E066727-BBB6-4D37-A6B5-32C7A00FA4F3}" dt="2026-10-22T03:48:38.893" v="60008"/>
          <ac:spMkLst>
            <pc:docMk/>
            <pc:sldMk cId="936902391" sldId="320"/>
            <ac:spMk id="219" creationId="{A7875A7E-5E0E-9C0F-83EB-11EA40A24F46}"/>
          </ac:spMkLst>
        </pc:spChg>
        <pc:spChg chg="add mod ord">
          <ac:chgData name="Jethro Hotbatahi Hasoloan" userId="6704a177-17bb-4244-9c06-d865e36c920b" providerId="ADAL" clId="{3E066727-BBB6-4D37-A6B5-32C7A00FA4F3}" dt="2026-10-22T04:40:57.012" v="93118"/>
          <ac:spMkLst>
            <pc:docMk/>
            <pc:sldMk cId="936902391" sldId="320"/>
            <ac:spMk id="220" creationId="{B3119116-9F9B-0051-4FA6-D74450B6B502}"/>
          </ac:spMkLst>
        </pc:spChg>
        <pc:spChg chg="add del mod">
          <ac:chgData name="Jethro Hotbatahi Hasoloan" userId="6704a177-17bb-4244-9c06-d865e36c920b" providerId="ADAL" clId="{3E066727-BBB6-4D37-A6B5-32C7A00FA4F3}" dt="2026-10-22T03:51:13.295" v="60342"/>
          <ac:spMkLst>
            <pc:docMk/>
            <pc:sldMk cId="936902391" sldId="320"/>
            <ac:spMk id="222" creationId="{1A1E3009-3DB5-0190-82F5-6C19AFED8E43}"/>
          </ac:spMkLst>
        </pc:spChg>
        <pc:spChg chg="add del mod modVis">
          <ac:chgData name="Jethro Hotbatahi Hasoloan" userId="6704a177-17bb-4244-9c06-d865e36c920b" providerId="ADAL" clId="{3E066727-BBB6-4D37-A6B5-32C7A00FA4F3}" dt="2026-10-22T03:51:11.829" v="60339"/>
          <ac:spMkLst>
            <pc:docMk/>
            <pc:sldMk cId="936902391" sldId="320"/>
            <ac:spMk id="223" creationId="{855202BA-0A97-C5BA-1DBF-94741AD5CD88}"/>
          </ac:spMkLst>
        </pc:spChg>
        <pc:spChg chg="add del mod">
          <ac:chgData name="Jethro Hotbatahi Hasoloan" userId="6704a177-17bb-4244-9c06-d865e36c920b" providerId="ADAL" clId="{3E066727-BBB6-4D37-A6B5-32C7A00FA4F3}" dt="2026-10-22T03:51:22.031" v="61380"/>
          <ac:spMkLst>
            <pc:docMk/>
            <pc:sldMk cId="936902391" sldId="320"/>
            <ac:spMk id="228" creationId="{8FCB921D-B472-F6E5-D127-6EAD43FDDFBE}"/>
          </ac:spMkLst>
        </pc:spChg>
        <pc:spChg chg="add del mod modVis">
          <ac:chgData name="Jethro Hotbatahi Hasoloan" userId="6704a177-17bb-4244-9c06-d865e36c920b" providerId="ADAL" clId="{3E066727-BBB6-4D37-A6B5-32C7A00FA4F3}" dt="2026-10-22T03:51:21.066" v="61377"/>
          <ac:spMkLst>
            <pc:docMk/>
            <pc:sldMk cId="936902391" sldId="320"/>
            <ac:spMk id="229" creationId="{A55C1C94-7C74-50B1-C031-F6DC1C7FD48D}"/>
          </ac:spMkLst>
        </pc:spChg>
        <pc:spChg chg="add mod ord">
          <ac:chgData name="Jethro Hotbatahi Hasoloan" userId="6704a177-17bb-4244-9c06-d865e36c920b" providerId="ADAL" clId="{3E066727-BBB6-4D37-A6B5-32C7A00FA4F3}" dt="2026-10-22T04:40:57.096" v="93260"/>
          <ac:spMkLst>
            <pc:docMk/>
            <pc:sldMk cId="936902391" sldId="320"/>
            <ac:spMk id="232" creationId="{AC82FF10-F2D0-B6FD-FB4A-0461FEA7962D}"/>
          </ac:spMkLst>
        </pc:spChg>
        <pc:spChg chg="mod">
          <ac:chgData name="Jethro Hotbatahi Hasoloan" userId="6704a177-17bb-4244-9c06-d865e36c920b" providerId="ADAL" clId="{3E066727-BBB6-4D37-A6B5-32C7A00FA4F3}" dt="2026-10-22T04:40:57.043" v="93178"/>
          <ac:spMkLst>
            <pc:docMk/>
            <pc:sldMk cId="936902391" sldId="320"/>
            <ac:spMk id="233" creationId="{77AD16DE-4C6D-CE3E-74DF-09254B480CDE}"/>
          </ac:spMkLst>
        </pc:spChg>
        <pc:spChg chg="del mod ord">
          <ac:chgData name="Jethro Hotbatahi Hasoloan" userId="6704a177-17bb-4244-9c06-d865e36c920b" providerId="ADAL" clId="{3E066727-BBB6-4D37-A6B5-32C7A00FA4F3}" dt="2026-10-22T03:48:38.718" v="59669"/>
          <ac:spMkLst>
            <pc:docMk/>
            <pc:sldMk cId="936902391" sldId="320"/>
            <ac:spMk id="235" creationId="{B28EC71A-4EA7-0932-6360-F7F1FAE38B98}"/>
          </ac:spMkLst>
        </pc:spChg>
        <pc:spChg chg="add del mod modVis">
          <ac:chgData name="Jethro Hotbatahi Hasoloan" userId="6704a177-17bb-4244-9c06-d865e36c920b" providerId="ADAL" clId="{3E066727-BBB6-4D37-A6B5-32C7A00FA4F3}" dt="2026-10-22T03:51:52.500" v="62207"/>
          <ac:spMkLst>
            <pc:docMk/>
            <pc:sldMk cId="936902391" sldId="320"/>
            <ac:spMk id="236" creationId="{084B024F-BB2D-2E55-69E2-B96CC9F16C98}"/>
          </ac:spMkLst>
        </pc:spChg>
        <pc:spChg chg="add del mod modVis">
          <ac:chgData name="Jethro Hotbatahi Hasoloan" userId="6704a177-17bb-4244-9c06-d865e36c920b" providerId="ADAL" clId="{3E066727-BBB6-4D37-A6B5-32C7A00FA4F3}" dt="2026-10-22T03:51:54.851" v="62481"/>
          <ac:spMkLst>
            <pc:docMk/>
            <pc:sldMk cId="936902391" sldId="320"/>
            <ac:spMk id="238" creationId="{60E58653-41CC-AA8F-9C56-EA24D74B9079}"/>
          </ac:spMkLst>
        </pc:spChg>
        <pc:spChg chg="add del mod modVis">
          <ac:chgData name="Jethro Hotbatahi Hasoloan" userId="6704a177-17bb-4244-9c06-d865e36c920b" providerId="ADAL" clId="{3E066727-BBB6-4D37-A6B5-32C7A00FA4F3}" dt="2026-10-22T03:52:05.196" v="62775"/>
          <ac:spMkLst>
            <pc:docMk/>
            <pc:sldMk cId="936902391" sldId="320"/>
            <ac:spMk id="240" creationId="{08655E99-66DD-D1CF-A612-4232BA018D1E}"/>
          </ac:spMkLst>
        </pc:spChg>
        <pc:spChg chg="add del mod modVis">
          <ac:chgData name="Jethro Hotbatahi Hasoloan" userId="6704a177-17bb-4244-9c06-d865e36c920b" providerId="ADAL" clId="{3E066727-BBB6-4D37-A6B5-32C7A00FA4F3}" dt="2026-10-22T03:52:10.551" v="63069"/>
          <ac:spMkLst>
            <pc:docMk/>
            <pc:sldMk cId="936902391" sldId="320"/>
            <ac:spMk id="242" creationId="{F2B83AE0-FC06-08D7-7242-55F7B9A49856}"/>
          </ac:spMkLst>
        </pc:spChg>
        <pc:spChg chg="add del mod modVis">
          <ac:chgData name="Jethro Hotbatahi Hasoloan" userId="6704a177-17bb-4244-9c06-d865e36c920b" providerId="ADAL" clId="{3E066727-BBB6-4D37-A6B5-32C7A00FA4F3}" dt="2026-10-22T03:52:16.943" v="63359"/>
          <ac:spMkLst>
            <pc:docMk/>
            <pc:sldMk cId="936902391" sldId="320"/>
            <ac:spMk id="244" creationId="{82086F83-1995-ACE5-C7A2-CDA49E03FD91}"/>
          </ac:spMkLst>
        </pc:spChg>
        <pc:spChg chg="add del mod modVis">
          <ac:chgData name="Jethro Hotbatahi Hasoloan" userId="6704a177-17bb-4244-9c06-d865e36c920b" providerId="ADAL" clId="{3E066727-BBB6-4D37-A6B5-32C7A00FA4F3}" dt="2026-10-22T03:52:19.133" v="63649"/>
          <ac:spMkLst>
            <pc:docMk/>
            <pc:sldMk cId="936902391" sldId="320"/>
            <ac:spMk id="246" creationId="{A7BF225E-569B-9F06-EFC1-3323AB49CF5E}"/>
          </ac:spMkLst>
        </pc:spChg>
        <pc:spChg chg="del mod ord">
          <ac:chgData name="Jethro Hotbatahi Hasoloan" userId="6704a177-17bb-4244-9c06-d865e36c920b" providerId="ADAL" clId="{3E066727-BBB6-4D37-A6B5-32C7A00FA4F3}" dt="2026-10-22T03:48:38.718" v="59673"/>
          <ac:spMkLst>
            <pc:docMk/>
            <pc:sldMk cId="936902391" sldId="320"/>
            <ac:spMk id="248" creationId="{D75CC425-A614-10CE-1DEA-31EE361E5ABC}"/>
          </ac:spMkLst>
        </pc:spChg>
        <pc:spChg chg="add del mod modVis">
          <ac:chgData name="Jethro Hotbatahi Hasoloan" userId="6704a177-17bb-4244-9c06-d865e36c920b" providerId="ADAL" clId="{3E066727-BBB6-4D37-A6B5-32C7A00FA4F3}" dt="2026-10-22T03:52:25.288" v="63939"/>
          <ac:spMkLst>
            <pc:docMk/>
            <pc:sldMk cId="936902391" sldId="320"/>
            <ac:spMk id="249" creationId="{CB28087A-CCAD-418C-3AC6-A253FE6F3800}"/>
          </ac:spMkLst>
        </pc:spChg>
        <pc:spChg chg="mod ord">
          <ac:chgData name="Jethro Hotbatahi Hasoloan" userId="6704a177-17bb-4244-9c06-d865e36c920b" providerId="ADAL" clId="{3E066727-BBB6-4D37-A6B5-32C7A00FA4F3}" dt="2026-10-22T04:40:57.043" v="93176"/>
          <ac:spMkLst>
            <pc:docMk/>
            <pc:sldMk cId="936902391" sldId="320"/>
            <ac:spMk id="250" creationId="{C378788D-1E9C-3A74-74E6-79A34AC58AF1}"/>
          </ac:spMkLst>
        </pc:spChg>
        <pc:spChg chg="add del mod modVis">
          <ac:chgData name="Jethro Hotbatahi Hasoloan" userId="6704a177-17bb-4244-9c06-d865e36c920b" providerId="ADAL" clId="{3E066727-BBB6-4D37-A6B5-32C7A00FA4F3}" dt="2026-10-22T03:52:28.450" v="64229"/>
          <ac:spMkLst>
            <pc:docMk/>
            <pc:sldMk cId="936902391" sldId="320"/>
            <ac:spMk id="253" creationId="{9B185CE7-5D53-0CD4-A89D-61A9A172758D}"/>
          </ac:spMkLst>
        </pc:spChg>
        <pc:spChg chg="mod">
          <ac:chgData name="Jethro Hotbatahi Hasoloan" userId="6704a177-17bb-4244-9c06-d865e36c920b" providerId="ADAL" clId="{3E066727-BBB6-4D37-A6B5-32C7A00FA4F3}" dt="2026-10-22T04:40:56.996" v="93112"/>
          <ac:spMkLst>
            <pc:docMk/>
            <pc:sldMk cId="936902391" sldId="320"/>
            <ac:spMk id="255" creationId="{1D9E42BB-E0BB-F6C3-472C-450026867444}"/>
          </ac:spMkLst>
        </pc:spChg>
        <pc:spChg chg="mod">
          <ac:chgData name="Jethro Hotbatahi Hasoloan" userId="6704a177-17bb-4244-9c06-d865e36c920b" providerId="ADAL" clId="{3E066727-BBB6-4D37-A6B5-32C7A00FA4F3}" dt="2026-10-22T04:40:56.996" v="93113"/>
          <ac:spMkLst>
            <pc:docMk/>
            <pc:sldMk cId="936902391" sldId="320"/>
            <ac:spMk id="257" creationId="{231E9B14-AC83-68F6-0801-D775831ACE1B}"/>
          </ac:spMkLst>
        </pc:spChg>
        <pc:spChg chg="add del mod modVis">
          <ac:chgData name="Jethro Hotbatahi Hasoloan" userId="6704a177-17bb-4244-9c06-d865e36c920b" providerId="ADAL" clId="{3E066727-BBB6-4D37-A6B5-32C7A00FA4F3}" dt="2026-10-22T04:36:51.025" v="89655"/>
          <ac:spMkLst>
            <pc:docMk/>
            <pc:sldMk cId="936902391" sldId="320"/>
            <ac:spMk id="258" creationId="{21E2F1DD-1DA2-A563-F7F0-5EA10586B919}"/>
          </ac:spMkLst>
        </pc:spChg>
        <pc:spChg chg="mod">
          <ac:chgData name="Jethro Hotbatahi Hasoloan" userId="6704a177-17bb-4244-9c06-d865e36c920b" providerId="ADAL" clId="{3E066727-BBB6-4D37-A6B5-32C7A00FA4F3}" dt="2026-10-22T04:40:56.996" v="93114"/>
          <ac:spMkLst>
            <pc:docMk/>
            <pc:sldMk cId="936902391" sldId="320"/>
            <ac:spMk id="259" creationId="{7A4CB885-72C4-E8CF-23C5-D96EEC4F2170}"/>
          </ac:spMkLst>
        </pc:spChg>
        <pc:spChg chg="mod">
          <ac:chgData name="Jethro Hotbatahi Hasoloan" userId="6704a177-17bb-4244-9c06-d865e36c920b" providerId="ADAL" clId="{3E066727-BBB6-4D37-A6B5-32C7A00FA4F3}" dt="2026-10-22T04:40:57.012" v="93115"/>
          <ac:spMkLst>
            <pc:docMk/>
            <pc:sldMk cId="936902391" sldId="320"/>
            <ac:spMk id="261" creationId="{BE564A53-A0BB-C741-DB3A-B7F72E9744A5}"/>
          </ac:spMkLst>
        </pc:spChg>
        <pc:spChg chg="add del mod modVis">
          <ac:chgData name="Jethro Hotbatahi Hasoloan" userId="6704a177-17bb-4244-9c06-d865e36c920b" providerId="ADAL" clId="{3E066727-BBB6-4D37-A6B5-32C7A00FA4F3}" dt="2026-10-22T04:36:53.159" v="89922"/>
          <ac:spMkLst>
            <pc:docMk/>
            <pc:sldMk cId="936902391" sldId="320"/>
            <ac:spMk id="262" creationId="{CDB37C4E-B038-E9D6-04C6-2FDE5AEE0185}"/>
          </ac:spMkLst>
        </pc:spChg>
        <pc:spChg chg="mod">
          <ac:chgData name="Jethro Hotbatahi Hasoloan" userId="6704a177-17bb-4244-9c06-d865e36c920b" providerId="ADAL" clId="{3E066727-BBB6-4D37-A6B5-32C7A00FA4F3}" dt="2026-10-22T04:40:57.012" v="93116"/>
          <ac:spMkLst>
            <pc:docMk/>
            <pc:sldMk cId="936902391" sldId="320"/>
            <ac:spMk id="263" creationId="{C0543CF8-720A-DE06-36C8-289F5F725AC0}"/>
          </ac:spMkLst>
        </pc:spChg>
        <pc:spChg chg="mod ord">
          <ac:chgData name="Jethro Hotbatahi Hasoloan" userId="6704a177-17bb-4244-9c06-d865e36c920b" providerId="ADAL" clId="{3E066727-BBB6-4D37-A6B5-32C7A00FA4F3}" dt="2026-10-22T04:40:57.012" v="93133"/>
          <ac:spMkLst>
            <pc:docMk/>
            <pc:sldMk cId="936902391" sldId="320"/>
            <ac:spMk id="264" creationId="{C661FCE9-4039-BBBC-5144-FF315067440F}"/>
          </ac:spMkLst>
        </pc:spChg>
        <pc:spChg chg="add del mod modVis">
          <ac:chgData name="Jethro Hotbatahi Hasoloan" userId="6704a177-17bb-4244-9c06-d865e36c920b" providerId="ADAL" clId="{3E066727-BBB6-4D37-A6B5-32C7A00FA4F3}" dt="2026-10-22T04:36:55.828" v="90190"/>
          <ac:spMkLst>
            <pc:docMk/>
            <pc:sldMk cId="936902391" sldId="320"/>
            <ac:spMk id="266" creationId="{42385FDE-05E2-0775-9B81-9EA14CB9EB7F}"/>
          </ac:spMkLst>
        </pc:spChg>
        <pc:spChg chg="add del mod modVis">
          <ac:chgData name="Jethro Hotbatahi Hasoloan" userId="6704a177-17bb-4244-9c06-d865e36c920b" providerId="ADAL" clId="{3E066727-BBB6-4D37-A6B5-32C7A00FA4F3}" dt="2026-10-22T04:36:58.446" v="90458"/>
          <ac:spMkLst>
            <pc:docMk/>
            <pc:sldMk cId="936902391" sldId="320"/>
            <ac:spMk id="268" creationId="{6CFB5EB8-B873-6868-A97F-1A588DD0D064}"/>
          </ac:spMkLst>
        </pc:spChg>
        <pc:spChg chg="mod">
          <ac:chgData name="Jethro Hotbatahi Hasoloan" userId="6704a177-17bb-4244-9c06-d865e36c920b" providerId="ADAL" clId="{3E066727-BBB6-4D37-A6B5-32C7A00FA4F3}" dt="2026-10-22T04:40:57.027" v="93157"/>
          <ac:spMkLst>
            <pc:docMk/>
            <pc:sldMk cId="936902391" sldId="320"/>
            <ac:spMk id="269" creationId="{6F7FB59E-7A68-371C-F1B5-747C015680E8}"/>
          </ac:spMkLst>
        </pc:spChg>
        <pc:spChg chg="add del mod modVis">
          <ac:chgData name="Jethro Hotbatahi Hasoloan" userId="6704a177-17bb-4244-9c06-d865e36c920b" providerId="ADAL" clId="{3E066727-BBB6-4D37-A6B5-32C7A00FA4F3}" dt="2026-10-22T04:37:00.620" v="90739"/>
          <ac:spMkLst>
            <pc:docMk/>
            <pc:sldMk cId="936902391" sldId="320"/>
            <ac:spMk id="271" creationId="{1CD3BF14-C968-260A-1B90-2D8C0CAEA016}"/>
          </ac:spMkLst>
        </pc:spChg>
        <pc:spChg chg="add del mod modVis">
          <ac:chgData name="Jethro Hotbatahi Hasoloan" userId="6704a177-17bb-4244-9c06-d865e36c920b" providerId="ADAL" clId="{3E066727-BBB6-4D37-A6B5-32C7A00FA4F3}" dt="2026-10-22T04:37:28.817" v="91011"/>
          <ac:spMkLst>
            <pc:docMk/>
            <pc:sldMk cId="936902391" sldId="320"/>
            <ac:spMk id="273" creationId="{AD7D8452-FF0B-4C9E-A4C9-0766F22E5E84}"/>
          </ac:spMkLst>
        </pc:spChg>
        <pc:spChg chg="mod ord">
          <ac:chgData name="Jethro Hotbatahi Hasoloan" userId="6704a177-17bb-4244-9c06-d865e36c920b" providerId="ADAL" clId="{3E066727-BBB6-4D37-A6B5-32C7A00FA4F3}" dt="2026-10-22T04:40:57.012" v="93137"/>
          <ac:spMkLst>
            <pc:docMk/>
            <pc:sldMk cId="936902391" sldId="320"/>
            <ac:spMk id="274" creationId="{C2728AED-8CC6-C587-4E80-96D8BF3CDADB}"/>
          </ac:spMkLst>
        </pc:spChg>
        <pc:spChg chg="add del mod modVis">
          <ac:chgData name="Jethro Hotbatahi Hasoloan" userId="6704a177-17bb-4244-9c06-d865e36c920b" providerId="ADAL" clId="{3E066727-BBB6-4D37-A6B5-32C7A00FA4F3}" dt="2026-10-22T04:37:31.347" v="91283"/>
          <ac:spMkLst>
            <pc:docMk/>
            <pc:sldMk cId="936902391" sldId="320"/>
            <ac:spMk id="276" creationId="{C1EACE9E-4FB3-EC35-ACA4-030380B5071B}"/>
          </ac:spMkLst>
        </pc:spChg>
        <pc:spChg chg="mod ord">
          <ac:chgData name="Jethro Hotbatahi Hasoloan" userId="6704a177-17bb-4244-9c06-d865e36c920b" providerId="ADAL" clId="{3E066727-BBB6-4D37-A6B5-32C7A00FA4F3}" dt="2026-10-22T04:40:57.012" v="93141"/>
          <ac:spMkLst>
            <pc:docMk/>
            <pc:sldMk cId="936902391" sldId="320"/>
            <ac:spMk id="278" creationId="{FDD9DA5D-8163-665B-9135-AF1AC1868868}"/>
          </ac:spMkLst>
        </pc:spChg>
        <pc:spChg chg="add del mod modVis">
          <ac:chgData name="Jethro Hotbatahi Hasoloan" userId="6704a177-17bb-4244-9c06-d865e36c920b" providerId="ADAL" clId="{3E066727-BBB6-4D37-A6B5-32C7A00FA4F3}" dt="2026-10-22T04:37:33.673" v="91555"/>
          <ac:spMkLst>
            <pc:docMk/>
            <pc:sldMk cId="936902391" sldId="320"/>
            <ac:spMk id="279" creationId="{F83539C0-CEDB-DD02-BFE3-EB80DB11E9B9}"/>
          </ac:spMkLst>
        </pc:spChg>
        <pc:spChg chg="add del mod modVis">
          <ac:chgData name="Jethro Hotbatahi Hasoloan" userId="6704a177-17bb-4244-9c06-d865e36c920b" providerId="ADAL" clId="{3E066727-BBB6-4D37-A6B5-32C7A00FA4F3}" dt="2026-10-22T04:37:36.500" v="91827"/>
          <ac:spMkLst>
            <pc:docMk/>
            <pc:sldMk cId="936902391" sldId="320"/>
            <ac:spMk id="281" creationId="{9F304FE6-CA5F-59ED-60DE-3A4A9B3795A6}"/>
          </ac:spMkLst>
        </pc:spChg>
        <pc:spChg chg="mod">
          <ac:chgData name="Jethro Hotbatahi Hasoloan" userId="6704a177-17bb-4244-9c06-d865e36c920b" providerId="ADAL" clId="{3E066727-BBB6-4D37-A6B5-32C7A00FA4F3}" dt="2026-10-22T04:42:24.420" v="93345"/>
          <ac:spMkLst>
            <pc:docMk/>
            <pc:sldMk cId="936902391" sldId="320"/>
            <ac:spMk id="282" creationId="{58F98AA8-2B41-C0A9-215A-982B36030FB8}"/>
          </ac:spMkLst>
        </pc:spChg>
        <pc:spChg chg="mod ord">
          <ac:chgData name="Jethro Hotbatahi Hasoloan" userId="6704a177-17bb-4244-9c06-d865e36c920b" providerId="ADAL" clId="{3E066727-BBB6-4D37-A6B5-32C7A00FA4F3}" dt="2026-10-22T04:40:57.027" v="93145"/>
          <ac:spMkLst>
            <pc:docMk/>
            <pc:sldMk cId="936902391" sldId="320"/>
            <ac:spMk id="283" creationId="{02B1F040-DBAF-3361-CD8E-DE0213315C5D}"/>
          </ac:spMkLst>
        </pc:spChg>
        <pc:spChg chg="add del mod modVis">
          <ac:chgData name="Jethro Hotbatahi Hasoloan" userId="6704a177-17bb-4244-9c06-d865e36c920b" providerId="ADAL" clId="{3E066727-BBB6-4D37-A6B5-32C7A00FA4F3}" dt="2026-10-22T04:37:38.236" v="92114"/>
          <ac:spMkLst>
            <pc:docMk/>
            <pc:sldMk cId="936902391" sldId="320"/>
            <ac:spMk id="285" creationId="{389EF844-8CCC-C51E-24C5-88AE8BDEEC04}"/>
          </ac:spMkLst>
        </pc:spChg>
        <pc:spChg chg="add del mod modVis">
          <ac:chgData name="Jethro Hotbatahi Hasoloan" userId="6704a177-17bb-4244-9c06-d865e36c920b" providerId="ADAL" clId="{3E066727-BBB6-4D37-A6B5-32C7A00FA4F3}" dt="2026-10-22T04:40:48.963" v="92418"/>
          <ac:spMkLst>
            <pc:docMk/>
            <pc:sldMk cId="936902391" sldId="320"/>
            <ac:spMk id="287" creationId="{6812E7C9-1C10-20E8-02E5-FAA78A2136E8}"/>
          </ac:spMkLst>
        </pc:spChg>
        <pc:spChg chg="add del mod modVis">
          <ac:chgData name="Jethro Hotbatahi Hasoloan" userId="6704a177-17bb-4244-9c06-d865e36c920b" providerId="ADAL" clId="{3E066727-BBB6-4D37-A6B5-32C7A00FA4F3}" dt="2026-10-22T04:40:51.438" v="92706"/>
          <ac:spMkLst>
            <pc:docMk/>
            <pc:sldMk cId="936902391" sldId="320"/>
            <ac:spMk id="289" creationId="{85197BCA-59F8-184E-A060-84B9927661DB}"/>
          </ac:spMkLst>
        </pc:spChg>
        <pc:spChg chg="add del mod modVis">
          <ac:chgData name="Jethro Hotbatahi Hasoloan" userId="6704a177-17bb-4244-9c06-d865e36c920b" providerId="ADAL" clId="{3E066727-BBB6-4D37-A6B5-32C7A00FA4F3}" dt="2026-10-22T04:40:54.175" v="92994"/>
          <ac:spMkLst>
            <pc:docMk/>
            <pc:sldMk cId="936902391" sldId="320"/>
            <ac:spMk id="291" creationId="{E3E1C766-036B-FEA0-E362-4FB7BD39DEA5}"/>
          </ac:spMkLst>
        </pc:spChg>
        <pc:spChg chg="mod ord">
          <ac:chgData name="Jethro Hotbatahi Hasoloan" userId="6704a177-17bb-4244-9c06-d865e36c920b" providerId="ADAL" clId="{3E066727-BBB6-4D37-A6B5-32C7A00FA4F3}" dt="2026-10-22T04:40:57.027" v="93149"/>
          <ac:spMkLst>
            <pc:docMk/>
            <pc:sldMk cId="936902391" sldId="320"/>
            <ac:spMk id="293" creationId="{721B3D5F-1C41-4729-431F-6D95A39116DE}"/>
          </ac:spMkLst>
        </pc:spChg>
        <pc:spChg chg="add del mod modVis">
          <ac:chgData name="Jethro Hotbatahi Hasoloan" userId="6704a177-17bb-4244-9c06-d865e36c920b" providerId="ADAL" clId="{3E066727-BBB6-4D37-A6B5-32C7A00FA4F3}" dt="2026-10-22T04:40:57.107" v="93299"/>
          <ac:spMkLst>
            <pc:docMk/>
            <pc:sldMk cId="936902391" sldId="320"/>
            <ac:spMk id="294" creationId="{9D02A3F5-99B8-3E3E-ACD3-853130479D8B}"/>
          </ac:spMkLst>
        </pc:spChg>
        <pc:spChg chg="mod">
          <ac:chgData name="Jethro Hotbatahi Hasoloan" userId="6704a177-17bb-4244-9c06-d865e36c920b" providerId="ADAL" clId="{3E066727-BBB6-4D37-A6B5-32C7A00FA4F3}" dt="2026-10-22T04:40:57.027" v="93159"/>
          <ac:spMkLst>
            <pc:docMk/>
            <pc:sldMk cId="936902391" sldId="320"/>
            <ac:spMk id="295" creationId="{01096504-FDDE-1237-CF25-ED1AA71D2B1B}"/>
          </ac:spMkLst>
        </pc:spChg>
        <pc:spChg chg="mod">
          <ac:chgData name="Jethro Hotbatahi Hasoloan" userId="6704a177-17bb-4244-9c06-d865e36c920b" providerId="ADAL" clId="{3E066727-BBB6-4D37-A6B5-32C7A00FA4F3}" dt="2026-10-22T04:40:57.027" v="93160"/>
          <ac:spMkLst>
            <pc:docMk/>
            <pc:sldMk cId="936902391" sldId="320"/>
            <ac:spMk id="302" creationId="{39618CFE-A4D1-BCAE-DCF4-AFCF87F10466}"/>
          </ac:spMkLst>
        </pc:spChg>
        <pc:spChg chg="mod">
          <ac:chgData name="Jethro Hotbatahi Hasoloan" userId="6704a177-17bb-4244-9c06-d865e36c920b" providerId="ADAL" clId="{3E066727-BBB6-4D37-A6B5-32C7A00FA4F3}" dt="2026-10-22T04:40:57.027" v="93161"/>
          <ac:spMkLst>
            <pc:docMk/>
            <pc:sldMk cId="936902391" sldId="320"/>
            <ac:spMk id="316" creationId="{6F150465-EABB-CDF4-78F9-B5E68E5B5431}"/>
          </ac:spMkLst>
        </pc:spChg>
        <pc:spChg chg="del mod">
          <ac:chgData name="Jethro Hotbatahi Hasoloan" userId="6704a177-17bb-4244-9c06-d865e36c920b" providerId="ADAL" clId="{3E066727-BBB6-4D37-A6B5-32C7A00FA4F3}" dt="2026-10-22T02:43:47.280" v="28070"/>
          <ac:spMkLst>
            <pc:docMk/>
            <pc:sldMk cId="936902391" sldId="320"/>
            <ac:spMk id="319" creationId="{F0B48C29-0AB2-4109-A017-6F50BFE63E03}"/>
          </ac:spMkLst>
        </pc:spChg>
        <pc:spChg chg="mod">
          <ac:chgData name="Jethro Hotbatahi Hasoloan" userId="6704a177-17bb-4244-9c06-d865e36c920b" providerId="ADAL" clId="{3E066727-BBB6-4D37-A6B5-32C7A00FA4F3}" dt="2026-10-22T04:40:57.027" v="93150"/>
          <ac:spMkLst>
            <pc:docMk/>
            <pc:sldMk cId="936902391" sldId="320"/>
            <ac:spMk id="331" creationId="{F65866F0-E476-0F15-2564-2A466C9C857E}"/>
          </ac:spMkLst>
        </pc:spChg>
        <pc:spChg chg="mod">
          <ac:chgData name="Jethro Hotbatahi Hasoloan" userId="6704a177-17bb-4244-9c06-d865e36c920b" providerId="ADAL" clId="{3E066727-BBB6-4D37-A6B5-32C7A00FA4F3}" dt="2026-10-22T04:40:57.027" v="93151"/>
          <ac:spMkLst>
            <pc:docMk/>
            <pc:sldMk cId="936902391" sldId="320"/>
            <ac:spMk id="333" creationId="{E757EBAE-6E7A-55E5-099D-7603EEC85B5E}"/>
          </ac:spMkLst>
        </pc:spChg>
        <pc:spChg chg="mod">
          <ac:chgData name="Jethro Hotbatahi Hasoloan" userId="6704a177-17bb-4244-9c06-d865e36c920b" providerId="ADAL" clId="{3E066727-BBB6-4D37-A6B5-32C7A00FA4F3}" dt="2026-10-22T04:40:57.027" v="93152"/>
          <ac:spMkLst>
            <pc:docMk/>
            <pc:sldMk cId="936902391" sldId="320"/>
            <ac:spMk id="335" creationId="{3FFD0182-8156-0496-D2F8-36D29AFB8CAF}"/>
          </ac:spMkLst>
        </pc:spChg>
        <pc:spChg chg="mod">
          <ac:chgData name="Jethro Hotbatahi Hasoloan" userId="6704a177-17bb-4244-9c06-d865e36c920b" providerId="ADAL" clId="{3E066727-BBB6-4D37-A6B5-32C7A00FA4F3}" dt="2026-10-22T04:40:57.027" v="93153"/>
          <ac:spMkLst>
            <pc:docMk/>
            <pc:sldMk cId="936902391" sldId="320"/>
            <ac:spMk id="337" creationId="{10463BF7-6D34-495F-C401-20DB729B24B1}"/>
          </ac:spMkLst>
        </pc:spChg>
        <pc:spChg chg="mod">
          <ac:chgData name="Jethro Hotbatahi Hasoloan" userId="6704a177-17bb-4244-9c06-d865e36c920b" providerId="ADAL" clId="{3E066727-BBB6-4D37-A6B5-32C7A00FA4F3}" dt="2026-10-22T04:40:57.027" v="93154"/>
          <ac:spMkLst>
            <pc:docMk/>
            <pc:sldMk cId="936902391" sldId="320"/>
            <ac:spMk id="339" creationId="{DF5480C4-A1C9-5345-257C-1D0774FF3583}"/>
          </ac:spMkLst>
        </pc:spChg>
        <pc:spChg chg="del mod ord">
          <ac:chgData name="Jethro Hotbatahi Hasoloan" userId="6704a177-17bb-4244-9c06-d865e36c920b" providerId="ADAL" clId="{3E066727-BBB6-4D37-A6B5-32C7A00FA4F3}" dt="2026-10-22T03:48:38.718" v="59675"/>
          <ac:spMkLst>
            <pc:docMk/>
            <pc:sldMk cId="936902391" sldId="320"/>
            <ac:spMk id="349" creationId="{40FAEA1D-F546-2743-9BA9-BD69BE939C1C}"/>
          </ac:spMkLst>
        </pc:spChg>
        <pc:spChg chg="mod ord">
          <ac:chgData name="Jethro Hotbatahi Hasoloan" userId="6704a177-17bb-4244-9c06-d865e36c920b" providerId="ADAL" clId="{3E066727-BBB6-4D37-A6B5-32C7A00FA4F3}" dt="2026-10-22T04:40:56.996" v="93109"/>
          <ac:spMkLst>
            <pc:docMk/>
            <pc:sldMk cId="936902391" sldId="320"/>
            <ac:spMk id="356" creationId="{603E5830-D17F-3A66-8EE8-69F05A653773}"/>
          </ac:spMkLst>
        </pc:spChg>
        <pc:spChg chg="del mod ord">
          <ac:chgData name="Jethro Hotbatahi Hasoloan" userId="6704a177-17bb-4244-9c06-d865e36c920b" providerId="ADAL" clId="{3E066727-BBB6-4D37-A6B5-32C7A00FA4F3}" dt="2026-10-22T03:48:38.718" v="59677"/>
          <ac:spMkLst>
            <pc:docMk/>
            <pc:sldMk cId="936902391" sldId="320"/>
            <ac:spMk id="362" creationId="{73CED625-9823-86C3-9EB3-15B19846C234}"/>
          </ac:spMkLst>
        </pc:spChg>
        <pc:spChg chg="mod ord">
          <ac:chgData name="Jethro Hotbatahi Hasoloan" userId="6704a177-17bb-4244-9c06-d865e36c920b" providerId="ADAL" clId="{3E066727-BBB6-4D37-A6B5-32C7A00FA4F3}" dt="2026-10-22T04:40:56.996" v="93111"/>
          <ac:spMkLst>
            <pc:docMk/>
            <pc:sldMk cId="936902391" sldId="320"/>
            <ac:spMk id="366" creationId="{5AB1D0BB-6BED-420E-B35D-61179C74FF46}"/>
          </ac:spMkLst>
        </pc:spChg>
        <pc:spChg chg="add del mod modVis">
          <ac:chgData name="Jethro Hotbatahi Hasoloan" userId="6704a177-17bb-4244-9c06-d865e36c920b" providerId="ADAL" clId="{3E066727-BBB6-4D37-A6B5-32C7A00FA4F3}" dt="2026-10-22T03:29:47.030" v="45533"/>
          <ac:spMkLst>
            <pc:docMk/>
            <pc:sldMk cId="936902391" sldId="320"/>
            <ac:spMk id="516" creationId="{DC3BAA4A-B302-DAE4-F234-DB4A99693DD5}"/>
          </ac:spMkLst>
        </pc:spChg>
        <pc:spChg chg="add del mod modVis">
          <ac:chgData name="Jethro Hotbatahi Hasoloan" userId="6704a177-17bb-4244-9c06-d865e36c920b" providerId="ADAL" clId="{3E066727-BBB6-4D37-A6B5-32C7A00FA4F3}" dt="2026-10-22T03:33:47.045" v="47471"/>
          <ac:spMkLst>
            <pc:docMk/>
            <pc:sldMk cId="936902391" sldId="320"/>
            <ac:spMk id="520" creationId="{E5BE6F0D-4C55-5600-1E41-C5FF0AF23F76}"/>
          </ac:spMkLst>
        </pc:spChg>
        <pc:spChg chg="add del mod modVis">
          <ac:chgData name="Jethro Hotbatahi Hasoloan" userId="6704a177-17bb-4244-9c06-d865e36c920b" providerId="ADAL" clId="{3E066727-BBB6-4D37-A6B5-32C7A00FA4F3}" dt="2026-10-22T03:33:56.500" v="48870"/>
          <ac:spMkLst>
            <pc:docMk/>
            <pc:sldMk cId="936902391" sldId="320"/>
            <ac:spMk id="521" creationId="{4C1B826E-F545-3FBD-4A53-3B27530B5C00}"/>
          </ac:spMkLst>
        </pc:spChg>
        <pc:spChg chg="add del mod ord">
          <ac:chgData name="Jethro Hotbatahi Hasoloan" userId="6704a177-17bb-4244-9c06-d865e36c920b" providerId="ADAL" clId="{3E066727-BBB6-4D37-A6B5-32C7A00FA4F3}" dt="2026-10-22T03:34:01.257" v="48876"/>
          <ac:spMkLst>
            <pc:docMk/>
            <pc:sldMk cId="936902391" sldId="320"/>
            <ac:spMk id="522" creationId="{9106BCA9-41B3-A07C-10CF-1987ED2A5559}"/>
          </ac:spMkLst>
        </pc:spChg>
        <pc:spChg chg="add del mod">
          <ac:chgData name="Jethro Hotbatahi Hasoloan" userId="6704a177-17bb-4244-9c06-d865e36c920b" providerId="ADAL" clId="{3E066727-BBB6-4D37-A6B5-32C7A00FA4F3}" dt="2026-10-22T03:37:06.460" v="49218"/>
          <ac:spMkLst>
            <pc:docMk/>
            <pc:sldMk cId="936902391" sldId="320"/>
            <ac:spMk id="524" creationId="{DABEBC0A-1207-3F9D-18E4-E378C3BFBA01}"/>
          </ac:spMkLst>
        </pc:spChg>
        <pc:spChg chg="add del mod modVis">
          <ac:chgData name="Jethro Hotbatahi Hasoloan" userId="6704a177-17bb-4244-9c06-d865e36c920b" providerId="ADAL" clId="{3E066727-BBB6-4D37-A6B5-32C7A00FA4F3}" dt="2026-10-22T03:37:04.111" v="49215"/>
          <ac:spMkLst>
            <pc:docMk/>
            <pc:sldMk cId="936902391" sldId="320"/>
            <ac:spMk id="525" creationId="{48922FD2-01A8-2D17-6D6F-4AE523F42253}"/>
          </ac:spMkLst>
        </pc:spChg>
        <pc:spChg chg="add del mod">
          <ac:chgData name="Jethro Hotbatahi Hasoloan" userId="6704a177-17bb-4244-9c06-d865e36c920b" providerId="ADAL" clId="{3E066727-BBB6-4D37-A6B5-32C7A00FA4F3}" dt="2026-10-22T03:37:28.358" v="49764"/>
          <ac:spMkLst>
            <pc:docMk/>
            <pc:sldMk cId="936902391" sldId="320"/>
            <ac:spMk id="528" creationId="{38FEA034-7072-CCE6-00E4-90935AB5090D}"/>
          </ac:spMkLst>
        </pc:spChg>
        <pc:spChg chg="add del mod">
          <ac:chgData name="Jethro Hotbatahi Hasoloan" userId="6704a177-17bb-4244-9c06-d865e36c920b" providerId="ADAL" clId="{3E066727-BBB6-4D37-A6B5-32C7A00FA4F3}" dt="2026-10-22T03:37:44.517" v="51408"/>
          <ac:spMkLst>
            <pc:docMk/>
            <pc:sldMk cId="936902391" sldId="320"/>
            <ac:spMk id="531" creationId="{8060CC3C-C63F-F1AD-48BC-D51B89C7F5AD}"/>
          </ac:spMkLst>
        </pc:spChg>
        <pc:spChg chg="add del mod modVis">
          <ac:chgData name="Jethro Hotbatahi Hasoloan" userId="6704a177-17bb-4244-9c06-d865e36c920b" providerId="ADAL" clId="{3E066727-BBB6-4D37-A6B5-32C7A00FA4F3}" dt="2026-10-22T03:37:44.597" v="51654"/>
          <ac:spMkLst>
            <pc:docMk/>
            <pc:sldMk cId="936902391" sldId="320"/>
            <ac:spMk id="533" creationId="{A2B80A00-9B97-03C4-1D0E-2E4EF126CBBE}"/>
          </ac:spMkLst>
        </pc:spChg>
        <pc:spChg chg="add del mod">
          <ac:chgData name="Jethro Hotbatahi Hasoloan" userId="6704a177-17bb-4244-9c06-d865e36c920b" providerId="ADAL" clId="{3E066727-BBB6-4D37-A6B5-32C7A00FA4F3}" dt="2026-10-22T03:37:50.633" v="51956"/>
          <ac:spMkLst>
            <pc:docMk/>
            <pc:sldMk cId="936902391" sldId="320"/>
            <ac:spMk id="535" creationId="{FAC04441-0822-C6DD-E08C-4C46F7A06B21}"/>
          </ac:spMkLst>
        </pc:spChg>
        <pc:spChg chg="mod ord">
          <ac:chgData name="Jethro Hotbatahi Hasoloan" userId="6704a177-17bb-4244-9c06-d865e36c920b" providerId="ADAL" clId="{3E066727-BBB6-4D37-A6B5-32C7A00FA4F3}" dt="2026-10-22T04:40:57.107" v="93273"/>
          <ac:spMkLst>
            <pc:docMk/>
            <pc:sldMk cId="936902391" sldId="320"/>
            <ac:spMk id="536" creationId="{61FCB189-2EC5-8AD0-69DD-E87D220D4401}"/>
          </ac:spMkLst>
        </pc:spChg>
        <pc:spChg chg="mod ord">
          <ac:chgData name="Jethro Hotbatahi Hasoloan" userId="6704a177-17bb-4244-9c06-d865e36c920b" providerId="ADAL" clId="{3E066727-BBB6-4D37-A6B5-32C7A00FA4F3}" dt="2026-10-22T04:40:57.107" v="93275"/>
          <ac:spMkLst>
            <pc:docMk/>
            <pc:sldMk cId="936902391" sldId="320"/>
            <ac:spMk id="537" creationId="{AD1FC92D-1B84-73B7-EEA8-A1DF79FBE9DE}"/>
          </ac:spMkLst>
        </pc:spChg>
        <pc:spChg chg="mod ord">
          <ac:chgData name="Jethro Hotbatahi Hasoloan" userId="6704a177-17bb-4244-9c06-d865e36c920b" providerId="ADAL" clId="{3E066727-BBB6-4D37-A6B5-32C7A00FA4F3}" dt="2026-10-22T04:40:57.107" v="93277"/>
          <ac:spMkLst>
            <pc:docMk/>
            <pc:sldMk cId="936902391" sldId="320"/>
            <ac:spMk id="538" creationId="{76A57587-78D0-1919-6399-5169780437AB}"/>
          </ac:spMkLst>
        </pc:spChg>
        <pc:spChg chg="add del mod">
          <ac:chgData name="Jethro Hotbatahi Hasoloan" userId="6704a177-17bb-4244-9c06-d865e36c920b" providerId="ADAL" clId="{3E066727-BBB6-4D37-A6B5-32C7A00FA4F3}" dt="2026-10-22T03:37:56.205" v="52518"/>
          <ac:spMkLst>
            <pc:docMk/>
            <pc:sldMk cId="936902391" sldId="320"/>
            <ac:spMk id="541" creationId="{8C0644C8-FB83-94A9-682F-876CE7322513}"/>
          </ac:spMkLst>
        </pc:spChg>
        <pc:spChg chg="add del mod ord">
          <ac:chgData name="Jethro Hotbatahi Hasoloan" userId="6704a177-17bb-4244-9c06-d865e36c920b" providerId="ADAL" clId="{3E066727-BBB6-4D37-A6B5-32C7A00FA4F3}" dt="2026-10-22T04:40:57.107" v="93279"/>
          <ac:spMkLst>
            <pc:docMk/>
            <pc:sldMk cId="936902391" sldId="320"/>
            <ac:spMk id="543" creationId="{99EFFEB1-8EED-D1B1-DBE5-08A4F62FC7B6}"/>
          </ac:spMkLst>
        </pc:spChg>
        <pc:spChg chg="add del mod ord">
          <ac:chgData name="Jethro Hotbatahi Hasoloan" userId="6704a177-17bb-4244-9c06-d865e36c920b" providerId="ADAL" clId="{3E066727-BBB6-4D37-A6B5-32C7A00FA4F3}" dt="2026-10-22T04:40:57.107" v="93281"/>
          <ac:spMkLst>
            <pc:docMk/>
            <pc:sldMk cId="936902391" sldId="320"/>
            <ac:spMk id="544" creationId="{1798C792-0777-A439-DC18-B26E46D59F13}"/>
          </ac:spMkLst>
        </pc:spChg>
        <pc:spChg chg="mod ord">
          <ac:chgData name="Jethro Hotbatahi Hasoloan" userId="6704a177-17bb-4244-9c06-d865e36c920b" providerId="ADAL" clId="{3E066727-BBB6-4D37-A6B5-32C7A00FA4F3}" dt="2026-10-22T04:40:57.107" v="93283"/>
          <ac:spMkLst>
            <pc:docMk/>
            <pc:sldMk cId="936902391" sldId="320"/>
            <ac:spMk id="545" creationId="{49125189-325C-E464-A31C-09A25CB788BA}"/>
          </ac:spMkLst>
        </pc:spChg>
        <pc:spChg chg="mod ord">
          <ac:chgData name="Jethro Hotbatahi Hasoloan" userId="6704a177-17bb-4244-9c06-d865e36c920b" providerId="ADAL" clId="{3E066727-BBB6-4D37-A6B5-32C7A00FA4F3}" dt="2026-10-22T04:41:29.568" v="93307" actId="20577"/>
          <ac:spMkLst>
            <pc:docMk/>
            <pc:sldMk cId="936902391" sldId="320"/>
            <ac:spMk id="548" creationId="{CA8BD9BB-8C6D-C816-FEED-5D47A171A67C}"/>
          </ac:spMkLst>
        </pc:spChg>
        <pc:spChg chg="mod ord">
          <ac:chgData name="Jethro Hotbatahi Hasoloan" userId="6704a177-17bb-4244-9c06-d865e36c920b" providerId="ADAL" clId="{3E066727-BBB6-4D37-A6B5-32C7A00FA4F3}" dt="2026-10-22T04:40:57.107" v="93287"/>
          <ac:spMkLst>
            <pc:docMk/>
            <pc:sldMk cId="936902391" sldId="320"/>
            <ac:spMk id="549" creationId="{FA1E4703-C974-7B1A-03EB-E82720AF6071}"/>
          </ac:spMkLst>
        </pc:spChg>
        <pc:spChg chg="mod ord">
          <ac:chgData name="Jethro Hotbatahi Hasoloan" userId="6704a177-17bb-4244-9c06-d865e36c920b" providerId="ADAL" clId="{3E066727-BBB6-4D37-A6B5-32C7A00FA4F3}" dt="2026-10-22T04:43:43.397" v="93363" actId="20577"/>
          <ac:spMkLst>
            <pc:docMk/>
            <pc:sldMk cId="936902391" sldId="320"/>
            <ac:spMk id="551" creationId="{CFA518FB-3D7B-488E-6777-337AAB5CAE7F}"/>
          </ac:spMkLst>
        </pc:spChg>
        <pc:spChg chg="add del mod">
          <ac:chgData name="Jethro Hotbatahi Hasoloan" userId="6704a177-17bb-4244-9c06-d865e36c920b" providerId="ADAL" clId="{3E066727-BBB6-4D37-A6B5-32C7A00FA4F3}" dt="2026-10-22T03:38:05.559" v="53063"/>
          <ac:spMkLst>
            <pc:docMk/>
            <pc:sldMk cId="936902391" sldId="320"/>
            <ac:spMk id="552" creationId="{ABC8E7FA-8A19-4C04-F140-79D92DBA6DCE}"/>
          </ac:spMkLst>
        </pc:spChg>
        <pc:spChg chg="add del mod">
          <ac:chgData name="Jethro Hotbatahi Hasoloan" userId="6704a177-17bb-4244-9c06-d865e36c920b" providerId="ADAL" clId="{3E066727-BBB6-4D37-A6B5-32C7A00FA4F3}" dt="2026-10-22T03:38:08.375" v="53608"/>
          <ac:spMkLst>
            <pc:docMk/>
            <pc:sldMk cId="936902391" sldId="320"/>
            <ac:spMk id="556" creationId="{908A71A6-84F1-A9EE-0DB8-8C6C2A1BC286}"/>
          </ac:spMkLst>
        </pc:spChg>
        <pc:spChg chg="add del mod">
          <ac:chgData name="Jethro Hotbatahi Hasoloan" userId="6704a177-17bb-4244-9c06-d865e36c920b" providerId="ADAL" clId="{3E066727-BBB6-4D37-A6B5-32C7A00FA4F3}" dt="2026-10-22T03:38:13.054" v="54153"/>
          <ac:spMkLst>
            <pc:docMk/>
            <pc:sldMk cId="936902391" sldId="320"/>
            <ac:spMk id="559" creationId="{88191397-A968-AC24-640F-2D607E3BE3A9}"/>
          </ac:spMkLst>
        </pc:spChg>
        <pc:spChg chg="add del mod modVis">
          <ac:chgData name="Jethro Hotbatahi Hasoloan" userId="6704a177-17bb-4244-9c06-d865e36c920b" providerId="ADAL" clId="{3E066727-BBB6-4D37-A6B5-32C7A00FA4F3}" dt="2026-10-22T03:46:30.811" v="54995"/>
          <ac:spMkLst>
            <pc:docMk/>
            <pc:sldMk cId="936902391" sldId="320"/>
            <ac:spMk id="563" creationId="{254BB6CE-8BF2-F61B-86E7-30AFA62A0EDB}"/>
          </ac:spMkLst>
        </pc:spChg>
        <pc:spChg chg="add del mod modVis">
          <ac:chgData name="Jethro Hotbatahi Hasoloan" userId="6704a177-17bb-4244-9c06-d865e36c920b" providerId="ADAL" clId="{3E066727-BBB6-4D37-A6B5-32C7A00FA4F3}" dt="2026-10-22T03:46:34.506" v="55303"/>
          <ac:spMkLst>
            <pc:docMk/>
            <pc:sldMk cId="936902391" sldId="320"/>
            <ac:spMk id="565" creationId="{79E059EA-6EE9-6E47-D7B7-006271C30987}"/>
          </ac:spMkLst>
        </pc:spChg>
        <pc:spChg chg="add del mod modVis">
          <ac:chgData name="Jethro Hotbatahi Hasoloan" userId="6704a177-17bb-4244-9c06-d865e36c920b" providerId="ADAL" clId="{3E066727-BBB6-4D37-A6B5-32C7A00FA4F3}" dt="2026-10-22T03:46:36.995" v="55611"/>
          <ac:spMkLst>
            <pc:docMk/>
            <pc:sldMk cId="936902391" sldId="320"/>
            <ac:spMk id="568" creationId="{22C0452D-6418-EC2A-5945-F85B821797F6}"/>
          </ac:spMkLst>
        </pc:spChg>
        <pc:spChg chg="add del mod modVis">
          <ac:chgData name="Jethro Hotbatahi Hasoloan" userId="6704a177-17bb-4244-9c06-d865e36c920b" providerId="ADAL" clId="{3E066727-BBB6-4D37-A6B5-32C7A00FA4F3}" dt="2026-10-22T03:46:40.562" v="55919"/>
          <ac:spMkLst>
            <pc:docMk/>
            <pc:sldMk cId="936902391" sldId="320"/>
            <ac:spMk id="570" creationId="{9E80675A-575C-E06F-1F5A-BA73E4B3CE07}"/>
          </ac:spMkLst>
        </pc:spChg>
        <pc:spChg chg="add del mod modVis">
          <ac:chgData name="Jethro Hotbatahi Hasoloan" userId="6704a177-17bb-4244-9c06-d865e36c920b" providerId="ADAL" clId="{3E066727-BBB6-4D37-A6B5-32C7A00FA4F3}" dt="2026-10-22T03:46:44.438" v="56247"/>
          <ac:spMkLst>
            <pc:docMk/>
            <pc:sldMk cId="936902391" sldId="320"/>
            <ac:spMk id="572" creationId="{957197A3-4566-B711-1DBB-689B86A64317}"/>
          </ac:spMkLst>
        </pc:spChg>
        <pc:spChg chg="add del mod modVis">
          <ac:chgData name="Jethro Hotbatahi Hasoloan" userId="6704a177-17bb-4244-9c06-d865e36c920b" providerId="ADAL" clId="{3E066727-BBB6-4D37-A6B5-32C7A00FA4F3}" dt="2026-10-22T03:46:57.441" v="56561"/>
          <ac:spMkLst>
            <pc:docMk/>
            <pc:sldMk cId="936902391" sldId="320"/>
            <ac:spMk id="574" creationId="{395AE474-45BC-B495-2D9C-F641E245D3A4}"/>
          </ac:spMkLst>
        </pc:spChg>
        <pc:spChg chg="add del mod modVis">
          <ac:chgData name="Jethro Hotbatahi Hasoloan" userId="6704a177-17bb-4244-9c06-d865e36c920b" providerId="ADAL" clId="{3E066727-BBB6-4D37-A6B5-32C7A00FA4F3}" dt="2026-10-22T03:52:31.281" v="64536"/>
          <ac:spMkLst>
            <pc:docMk/>
            <pc:sldMk cId="936902391" sldId="320"/>
            <ac:spMk id="640" creationId="{41DCA268-1EE0-E2C6-154E-209A797FD8DF}"/>
          </ac:spMkLst>
        </pc:spChg>
        <pc:spChg chg="add del mod modVis">
          <ac:chgData name="Jethro Hotbatahi Hasoloan" userId="6704a177-17bb-4244-9c06-d865e36c920b" providerId="ADAL" clId="{3E066727-BBB6-4D37-A6B5-32C7A00FA4F3}" dt="2026-10-22T03:52:36.618" v="64828"/>
          <ac:spMkLst>
            <pc:docMk/>
            <pc:sldMk cId="936902391" sldId="320"/>
            <ac:spMk id="642" creationId="{A48F935B-C237-78B7-57CE-C2C97030470B}"/>
          </ac:spMkLst>
        </pc:spChg>
        <pc:spChg chg="add del mod modVis">
          <ac:chgData name="Jethro Hotbatahi Hasoloan" userId="6704a177-17bb-4244-9c06-d865e36c920b" providerId="ADAL" clId="{3E066727-BBB6-4D37-A6B5-32C7A00FA4F3}" dt="2026-10-22T03:52:38.946" v="65153"/>
          <ac:spMkLst>
            <pc:docMk/>
            <pc:sldMk cId="936902391" sldId="320"/>
            <ac:spMk id="644" creationId="{58D5D42D-AFE4-F759-0AC3-E248675A1322}"/>
          </ac:spMkLst>
        </pc:spChg>
        <pc:spChg chg="add del mod modVis">
          <ac:chgData name="Jethro Hotbatahi Hasoloan" userId="6704a177-17bb-4244-9c06-d865e36c920b" providerId="ADAL" clId="{3E066727-BBB6-4D37-A6B5-32C7A00FA4F3}" dt="2026-10-22T03:52:41.675" v="65441"/>
          <ac:spMkLst>
            <pc:docMk/>
            <pc:sldMk cId="936902391" sldId="320"/>
            <ac:spMk id="646" creationId="{EE5E049A-9101-05C4-58CF-A8B4D4985BEE}"/>
          </ac:spMkLst>
        </pc:spChg>
        <pc:spChg chg="add del mod modVis">
          <ac:chgData name="Jethro Hotbatahi Hasoloan" userId="6704a177-17bb-4244-9c06-d865e36c920b" providerId="ADAL" clId="{3E066727-BBB6-4D37-A6B5-32C7A00FA4F3}" dt="2026-10-22T03:52:43.710" v="65751"/>
          <ac:spMkLst>
            <pc:docMk/>
            <pc:sldMk cId="936902391" sldId="320"/>
            <ac:spMk id="648" creationId="{0F6B34F1-EE3A-5CE1-703E-79092A13905D}"/>
          </ac:spMkLst>
        </pc:spChg>
        <pc:spChg chg="del mod ord">
          <ac:chgData name="Jethro Hotbatahi Hasoloan" userId="6704a177-17bb-4244-9c06-d865e36c920b" providerId="ADAL" clId="{3E066727-BBB6-4D37-A6B5-32C7A00FA4F3}" dt="2026-10-22T03:48:38.718" v="59667"/>
          <ac:spMkLst>
            <pc:docMk/>
            <pc:sldMk cId="936902391" sldId="320"/>
            <ac:spMk id="649" creationId="{01622F1E-07B2-6C2C-D16B-15A1A4E1893F}"/>
          </ac:spMkLst>
        </pc:spChg>
        <pc:spChg chg="add del mod modVis">
          <ac:chgData name="Jethro Hotbatahi Hasoloan" userId="6704a177-17bb-4244-9c06-d865e36c920b" providerId="ADAL" clId="{3E066727-BBB6-4D37-A6B5-32C7A00FA4F3}" dt="2026-10-22T03:55:21.078" v="66032"/>
          <ac:spMkLst>
            <pc:docMk/>
            <pc:sldMk cId="936902391" sldId="320"/>
            <ac:spMk id="651" creationId="{2037D0FC-3DD0-B8BD-04A0-505169B21271}"/>
          </ac:spMkLst>
        </pc:spChg>
        <pc:spChg chg="add del mod modVis">
          <ac:chgData name="Jethro Hotbatahi Hasoloan" userId="6704a177-17bb-4244-9c06-d865e36c920b" providerId="ADAL" clId="{3E066727-BBB6-4D37-A6B5-32C7A00FA4F3}" dt="2026-10-22T03:55:22.618" v="66306"/>
          <ac:spMkLst>
            <pc:docMk/>
            <pc:sldMk cId="936902391" sldId="320"/>
            <ac:spMk id="653" creationId="{4161ED19-0EEB-73F5-AFDB-5969BACC893A}"/>
          </ac:spMkLst>
        </pc:spChg>
        <pc:spChg chg="add del mod modVis">
          <ac:chgData name="Jethro Hotbatahi Hasoloan" userId="6704a177-17bb-4244-9c06-d865e36c920b" providerId="ADAL" clId="{3E066727-BBB6-4D37-A6B5-32C7A00FA4F3}" dt="2026-10-22T03:55:25.273" v="66553"/>
          <ac:spMkLst>
            <pc:docMk/>
            <pc:sldMk cId="936902391" sldId="320"/>
            <ac:spMk id="655" creationId="{B7D15CC6-81C9-4BFF-62EF-BAEAE3FFF0D1}"/>
          </ac:spMkLst>
        </pc:spChg>
        <pc:spChg chg="add del mod modVis">
          <ac:chgData name="Jethro Hotbatahi Hasoloan" userId="6704a177-17bb-4244-9c06-d865e36c920b" providerId="ADAL" clId="{3E066727-BBB6-4D37-A6B5-32C7A00FA4F3}" dt="2026-10-22T03:55:27.810" v="66800"/>
          <ac:spMkLst>
            <pc:docMk/>
            <pc:sldMk cId="936902391" sldId="320"/>
            <ac:spMk id="657" creationId="{D335D490-51A4-02E1-BD4C-DE1501A937E5}"/>
          </ac:spMkLst>
        </pc:spChg>
        <pc:spChg chg="add del mod modVis">
          <ac:chgData name="Jethro Hotbatahi Hasoloan" userId="6704a177-17bb-4244-9c06-d865e36c920b" providerId="ADAL" clId="{3E066727-BBB6-4D37-A6B5-32C7A00FA4F3}" dt="2026-10-22T03:55:30.315" v="67070"/>
          <ac:spMkLst>
            <pc:docMk/>
            <pc:sldMk cId="936902391" sldId="320"/>
            <ac:spMk id="659" creationId="{466C341C-D8A8-463A-71BC-CB33C9CAFE3E}"/>
          </ac:spMkLst>
        </pc:spChg>
        <pc:spChg chg="add del mod modVis">
          <ac:chgData name="Jethro Hotbatahi Hasoloan" userId="6704a177-17bb-4244-9c06-d865e36c920b" providerId="ADAL" clId="{3E066727-BBB6-4D37-A6B5-32C7A00FA4F3}" dt="2026-10-22T03:55:38.692" v="67344"/>
          <ac:spMkLst>
            <pc:docMk/>
            <pc:sldMk cId="936902391" sldId="320"/>
            <ac:spMk id="661" creationId="{B1E6493B-5DEC-7013-09B3-5B540624BC80}"/>
          </ac:spMkLst>
        </pc:spChg>
        <pc:spChg chg="add del mod modVis">
          <ac:chgData name="Jethro Hotbatahi Hasoloan" userId="6704a177-17bb-4244-9c06-d865e36c920b" providerId="ADAL" clId="{3E066727-BBB6-4D37-A6B5-32C7A00FA4F3}" dt="2026-10-22T03:55:42.978" v="67614"/>
          <ac:spMkLst>
            <pc:docMk/>
            <pc:sldMk cId="936902391" sldId="320"/>
            <ac:spMk id="663" creationId="{7C5C314B-816C-37C5-DA5E-CEC2EAE3C3ED}"/>
          </ac:spMkLst>
        </pc:spChg>
        <pc:spChg chg="add del mod modVis">
          <ac:chgData name="Jethro Hotbatahi Hasoloan" userId="6704a177-17bb-4244-9c06-d865e36c920b" providerId="ADAL" clId="{3E066727-BBB6-4D37-A6B5-32C7A00FA4F3}" dt="2026-10-22T03:55:47.094" v="67878"/>
          <ac:spMkLst>
            <pc:docMk/>
            <pc:sldMk cId="936902391" sldId="320"/>
            <ac:spMk id="665" creationId="{9AA63420-BAAC-4307-0928-7CA090D0D514}"/>
          </ac:spMkLst>
        </pc:spChg>
        <pc:spChg chg="add del mod modVis">
          <ac:chgData name="Jethro Hotbatahi Hasoloan" userId="6704a177-17bb-4244-9c06-d865e36c920b" providerId="ADAL" clId="{3E066727-BBB6-4D37-A6B5-32C7A00FA4F3}" dt="2026-10-22T03:55:50.237" v="68152"/>
          <ac:spMkLst>
            <pc:docMk/>
            <pc:sldMk cId="936902391" sldId="320"/>
            <ac:spMk id="667" creationId="{E2D3A5AE-D557-1395-3F5D-DD145E6C1981}"/>
          </ac:spMkLst>
        </pc:spChg>
        <pc:spChg chg="add del mod modVis">
          <ac:chgData name="Jethro Hotbatahi Hasoloan" userId="6704a177-17bb-4244-9c06-d865e36c920b" providerId="ADAL" clId="{3E066727-BBB6-4D37-A6B5-32C7A00FA4F3}" dt="2026-10-22T03:55:57.080" v="68425"/>
          <ac:spMkLst>
            <pc:docMk/>
            <pc:sldMk cId="936902391" sldId="320"/>
            <ac:spMk id="669" creationId="{C88A2539-F6E3-3488-9EE9-92D0F1119255}"/>
          </ac:spMkLst>
        </pc:spChg>
        <pc:spChg chg="add del mod modVis">
          <ac:chgData name="Jethro Hotbatahi Hasoloan" userId="6704a177-17bb-4244-9c06-d865e36c920b" providerId="ADAL" clId="{3E066727-BBB6-4D37-A6B5-32C7A00FA4F3}" dt="2026-10-22T04:28:43.609" v="78791"/>
          <ac:spMkLst>
            <pc:docMk/>
            <pc:sldMk cId="936902391" sldId="320"/>
            <ac:spMk id="674" creationId="{398E2B34-36B7-04AE-2837-78E3AA847498}"/>
          </ac:spMkLst>
        </pc:spChg>
        <pc:spChg chg="add del mod modVis">
          <ac:chgData name="Jethro Hotbatahi Hasoloan" userId="6704a177-17bb-4244-9c06-d865e36c920b" providerId="ADAL" clId="{3E066727-BBB6-4D37-A6B5-32C7A00FA4F3}" dt="2026-10-22T04:28:45.614" v="79060"/>
          <ac:spMkLst>
            <pc:docMk/>
            <pc:sldMk cId="936902391" sldId="320"/>
            <ac:spMk id="676" creationId="{41362E2C-A5C5-8D7B-4182-23595D8368BB}"/>
          </ac:spMkLst>
        </pc:spChg>
        <pc:spChg chg="add del mod modVis">
          <ac:chgData name="Jethro Hotbatahi Hasoloan" userId="6704a177-17bb-4244-9c06-d865e36c920b" providerId="ADAL" clId="{3E066727-BBB6-4D37-A6B5-32C7A00FA4F3}" dt="2026-10-22T04:28:48.682" v="79332"/>
          <ac:spMkLst>
            <pc:docMk/>
            <pc:sldMk cId="936902391" sldId="320"/>
            <ac:spMk id="678" creationId="{2B379180-58B0-AB70-E8D1-B58C00F3C1CE}"/>
          </ac:spMkLst>
        </pc:spChg>
        <pc:spChg chg="add del mod modVis">
          <ac:chgData name="Jethro Hotbatahi Hasoloan" userId="6704a177-17bb-4244-9c06-d865e36c920b" providerId="ADAL" clId="{3E066727-BBB6-4D37-A6B5-32C7A00FA4F3}" dt="2026-10-22T04:28:51.315" v="79602"/>
          <ac:spMkLst>
            <pc:docMk/>
            <pc:sldMk cId="936902391" sldId="320"/>
            <ac:spMk id="680" creationId="{C82F40BC-8180-176C-E5EC-88842D7187D5}"/>
          </ac:spMkLst>
        </pc:spChg>
        <pc:spChg chg="add del mod modVis">
          <ac:chgData name="Jethro Hotbatahi Hasoloan" userId="6704a177-17bb-4244-9c06-d865e36c920b" providerId="ADAL" clId="{3E066727-BBB6-4D37-A6B5-32C7A00FA4F3}" dt="2026-10-22T04:28:54.238" v="79883"/>
          <ac:spMkLst>
            <pc:docMk/>
            <pc:sldMk cId="936902391" sldId="320"/>
            <ac:spMk id="682" creationId="{038D1965-C2D2-F365-E6FD-ADE8107C14BD}"/>
          </ac:spMkLst>
        </pc:spChg>
        <pc:spChg chg="add del mod modVis">
          <ac:chgData name="Jethro Hotbatahi Hasoloan" userId="6704a177-17bb-4244-9c06-d865e36c920b" providerId="ADAL" clId="{3E066727-BBB6-4D37-A6B5-32C7A00FA4F3}" dt="2026-10-22T04:28:57.753" v="80152"/>
          <ac:spMkLst>
            <pc:docMk/>
            <pc:sldMk cId="936902391" sldId="320"/>
            <ac:spMk id="684" creationId="{E0D68009-3322-D4BA-53FA-AD22A652C5E0}"/>
          </ac:spMkLst>
        </pc:spChg>
        <pc:spChg chg="add del mod modVis">
          <ac:chgData name="Jethro Hotbatahi Hasoloan" userId="6704a177-17bb-4244-9c06-d865e36c920b" providerId="ADAL" clId="{3E066727-BBB6-4D37-A6B5-32C7A00FA4F3}" dt="2026-10-22T04:29:00.247" v="80424"/>
          <ac:spMkLst>
            <pc:docMk/>
            <pc:sldMk cId="936902391" sldId="320"/>
            <ac:spMk id="686" creationId="{1776CD19-A2D1-B202-87B5-A417C364BC10}"/>
          </ac:spMkLst>
        </pc:spChg>
        <pc:spChg chg="add del mod modVis">
          <ac:chgData name="Jethro Hotbatahi Hasoloan" userId="6704a177-17bb-4244-9c06-d865e36c920b" providerId="ADAL" clId="{3E066727-BBB6-4D37-A6B5-32C7A00FA4F3}" dt="2026-10-22T04:29:04.176" v="80694"/>
          <ac:spMkLst>
            <pc:docMk/>
            <pc:sldMk cId="936902391" sldId="320"/>
            <ac:spMk id="688" creationId="{D6D1EA65-9C74-9AC9-53A1-A7E952B3466F}"/>
          </ac:spMkLst>
        </pc:spChg>
        <pc:spChg chg="add del mod modVis">
          <ac:chgData name="Jethro Hotbatahi Hasoloan" userId="6704a177-17bb-4244-9c06-d865e36c920b" providerId="ADAL" clId="{3E066727-BBB6-4D37-A6B5-32C7A00FA4F3}" dt="2026-10-22T04:29:06.740" v="80975"/>
          <ac:spMkLst>
            <pc:docMk/>
            <pc:sldMk cId="936902391" sldId="320"/>
            <ac:spMk id="690" creationId="{083DF4B4-E30D-1604-AA8E-F85EC6DACEDF}"/>
          </ac:spMkLst>
        </pc:spChg>
        <pc:spChg chg="add del mod modVis">
          <ac:chgData name="Jethro Hotbatahi Hasoloan" userId="6704a177-17bb-4244-9c06-d865e36c920b" providerId="ADAL" clId="{3E066727-BBB6-4D37-A6B5-32C7A00FA4F3}" dt="2026-10-22T04:30:22.417" v="81263"/>
          <ac:spMkLst>
            <pc:docMk/>
            <pc:sldMk cId="936902391" sldId="320"/>
            <ac:spMk id="692" creationId="{F5504760-E8BD-2313-B8C5-CF1C8A79666A}"/>
          </ac:spMkLst>
        </pc:spChg>
        <pc:spChg chg="add del mod modVis">
          <ac:chgData name="Jethro Hotbatahi Hasoloan" userId="6704a177-17bb-4244-9c06-d865e36c920b" providerId="ADAL" clId="{3E066727-BBB6-4D37-A6B5-32C7A00FA4F3}" dt="2026-10-22T04:30:25.390" v="81550"/>
          <ac:spMkLst>
            <pc:docMk/>
            <pc:sldMk cId="936902391" sldId="320"/>
            <ac:spMk id="694" creationId="{63B527F0-7189-CD1E-2E70-747E5E97519D}"/>
          </ac:spMkLst>
        </pc:spChg>
        <pc:spChg chg="add del mod modVis">
          <ac:chgData name="Jethro Hotbatahi Hasoloan" userId="6704a177-17bb-4244-9c06-d865e36c920b" providerId="ADAL" clId="{3E066727-BBB6-4D37-A6B5-32C7A00FA4F3}" dt="2026-10-22T04:30:27.013" v="81835"/>
          <ac:spMkLst>
            <pc:docMk/>
            <pc:sldMk cId="936902391" sldId="320"/>
            <ac:spMk id="696" creationId="{E3D790E8-1010-4F4F-F1D0-4FD775EF322F}"/>
          </ac:spMkLst>
        </pc:spChg>
        <pc:spChg chg="add del mod modVis">
          <ac:chgData name="Jethro Hotbatahi Hasoloan" userId="6704a177-17bb-4244-9c06-d865e36c920b" providerId="ADAL" clId="{3E066727-BBB6-4D37-A6B5-32C7A00FA4F3}" dt="2026-10-22T04:30:29.001" v="82125"/>
          <ac:spMkLst>
            <pc:docMk/>
            <pc:sldMk cId="936902391" sldId="320"/>
            <ac:spMk id="698" creationId="{0B57CDD2-DB6E-A410-D671-CB1ED2A37B9F}"/>
          </ac:spMkLst>
        </pc:spChg>
        <pc:spChg chg="add del mod modVis">
          <ac:chgData name="Jethro Hotbatahi Hasoloan" userId="6704a177-17bb-4244-9c06-d865e36c920b" providerId="ADAL" clId="{3E066727-BBB6-4D37-A6B5-32C7A00FA4F3}" dt="2026-10-22T04:30:32.281" v="82410"/>
          <ac:spMkLst>
            <pc:docMk/>
            <pc:sldMk cId="936902391" sldId="320"/>
            <ac:spMk id="700" creationId="{4265A02E-E6AF-1AB8-6639-3D29F759D708}"/>
          </ac:spMkLst>
        </pc:spChg>
        <pc:spChg chg="add del mod modVis">
          <ac:chgData name="Jethro Hotbatahi Hasoloan" userId="6704a177-17bb-4244-9c06-d865e36c920b" providerId="ADAL" clId="{3E066727-BBB6-4D37-A6B5-32C7A00FA4F3}" dt="2026-10-22T04:30:36.613" v="82702"/>
          <ac:spMkLst>
            <pc:docMk/>
            <pc:sldMk cId="936902391" sldId="320"/>
            <ac:spMk id="702" creationId="{A3AB50A8-97F9-7CB9-DEF9-6EE3B92FD4E6}"/>
          </ac:spMkLst>
        </pc:spChg>
        <pc:spChg chg="del mod">
          <ac:chgData name="Jethro Hotbatahi Hasoloan" userId="6704a177-17bb-4244-9c06-d865e36c920b" providerId="ADAL" clId="{3E066727-BBB6-4D37-A6B5-32C7A00FA4F3}" dt="2026-10-22T02:43:47.296" v="28071"/>
          <ac:spMkLst>
            <pc:docMk/>
            <pc:sldMk cId="936902391" sldId="320"/>
            <ac:spMk id="704" creationId="{EE81F499-720E-49DE-9562-AA01DE3CDE9A}"/>
          </ac:spMkLst>
        </pc:spChg>
        <pc:spChg chg="del mod">
          <ac:chgData name="Jethro Hotbatahi Hasoloan" userId="6704a177-17bb-4244-9c06-d865e36c920b" providerId="ADAL" clId="{3E066727-BBB6-4D37-A6B5-32C7A00FA4F3}" dt="2026-10-22T02:43:47.298" v="28072"/>
          <ac:spMkLst>
            <pc:docMk/>
            <pc:sldMk cId="936902391" sldId="320"/>
            <ac:spMk id="705" creationId="{44500184-785A-4239-B0E9-5E7659A50439}"/>
          </ac:spMkLst>
        </pc:spChg>
        <pc:spChg chg="del mod">
          <ac:chgData name="Jethro Hotbatahi Hasoloan" userId="6704a177-17bb-4244-9c06-d865e36c920b" providerId="ADAL" clId="{3E066727-BBB6-4D37-A6B5-32C7A00FA4F3}" dt="2026-10-22T02:43:47.298" v="28073"/>
          <ac:spMkLst>
            <pc:docMk/>
            <pc:sldMk cId="936902391" sldId="320"/>
            <ac:spMk id="706" creationId="{B1FCD4D8-7C82-42FB-8ED8-8B6D7F889529}"/>
          </ac:spMkLst>
        </pc:spChg>
        <pc:spChg chg="del mod">
          <ac:chgData name="Jethro Hotbatahi Hasoloan" userId="6704a177-17bb-4244-9c06-d865e36c920b" providerId="ADAL" clId="{3E066727-BBB6-4D37-A6B5-32C7A00FA4F3}" dt="2026-10-22T02:43:47.298" v="28074"/>
          <ac:spMkLst>
            <pc:docMk/>
            <pc:sldMk cId="936902391" sldId="320"/>
            <ac:spMk id="707" creationId="{874D2FFF-6852-45B4-B7EE-6D875D8B95CE}"/>
          </ac:spMkLst>
        </pc:spChg>
        <pc:spChg chg="mod">
          <ac:chgData name="Jethro Hotbatahi Hasoloan" userId="6704a177-17bb-4244-9c06-d865e36c920b" providerId="ADAL" clId="{3E066727-BBB6-4D37-A6B5-32C7A00FA4F3}" dt="2026-10-22T04:40:57.043" v="93171"/>
          <ac:spMkLst>
            <pc:docMk/>
            <pc:sldMk cId="936902391" sldId="320"/>
            <ac:spMk id="709" creationId="{BF9E13EC-5D02-EA8F-C921-E756FA129C66}"/>
          </ac:spMkLst>
        </pc:spChg>
        <pc:spChg chg="add del mod modVis">
          <ac:chgData name="Jethro Hotbatahi Hasoloan" userId="6704a177-17bb-4244-9c06-d865e36c920b" providerId="ADAL" clId="{3E066727-BBB6-4D37-A6B5-32C7A00FA4F3}" dt="2026-10-22T04:30:38.345" v="82976"/>
          <ac:spMkLst>
            <pc:docMk/>
            <pc:sldMk cId="936902391" sldId="320"/>
            <ac:spMk id="710" creationId="{0E20EF91-6631-13B5-2D8E-FCE41558C578}"/>
          </ac:spMkLst>
        </pc:spChg>
        <pc:spChg chg="mod">
          <ac:chgData name="Jethro Hotbatahi Hasoloan" userId="6704a177-17bb-4244-9c06-d865e36c920b" providerId="ADAL" clId="{3E066727-BBB6-4D37-A6B5-32C7A00FA4F3}" dt="2026-10-22T04:40:57.043" v="93170"/>
          <ac:spMkLst>
            <pc:docMk/>
            <pc:sldMk cId="936902391" sldId="320"/>
            <ac:spMk id="711" creationId="{D0EC3224-39B2-4993-8C4F-1E652AEB66D3}"/>
          </ac:spMkLst>
        </pc:spChg>
        <pc:spChg chg="mod">
          <ac:chgData name="Jethro Hotbatahi Hasoloan" userId="6704a177-17bb-4244-9c06-d865e36c920b" providerId="ADAL" clId="{3E066727-BBB6-4D37-A6B5-32C7A00FA4F3}" dt="2026-10-22T04:40:57.043" v="93172"/>
          <ac:spMkLst>
            <pc:docMk/>
            <pc:sldMk cId="936902391" sldId="320"/>
            <ac:spMk id="713" creationId="{53F94838-A9FF-2E55-BAAA-7C641C31260C}"/>
          </ac:spMkLst>
        </pc:spChg>
        <pc:spChg chg="add del mod modVis">
          <ac:chgData name="Jethro Hotbatahi Hasoloan" userId="6704a177-17bb-4244-9c06-d865e36c920b" providerId="ADAL" clId="{3E066727-BBB6-4D37-A6B5-32C7A00FA4F3}" dt="2026-10-22T04:30:40.620" v="83250"/>
          <ac:spMkLst>
            <pc:docMk/>
            <pc:sldMk cId="936902391" sldId="320"/>
            <ac:spMk id="714" creationId="{9F3A3C1B-462D-C062-D14F-E0F470DC0C0C}"/>
          </ac:spMkLst>
        </pc:spChg>
        <pc:spChg chg="add del mod modVis">
          <ac:chgData name="Jethro Hotbatahi Hasoloan" userId="6704a177-17bb-4244-9c06-d865e36c920b" providerId="ADAL" clId="{3E066727-BBB6-4D37-A6B5-32C7A00FA4F3}" dt="2026-10-22T04:30:42.858" v="83519"/>
          <ac:spMkLst>
            <pc:docMk/>
            <pc:sldMk cId="936902391" sldId="320"/>
            <ac:spMk id="716" creationId="{741A85D1-9D7E-0841-1EEF-7F96ADC10C79}"/>
          </ac:spMkLst>
        </pc:spChg>
        <pc:spChg chg="mod ord">
          <ac:chgData name="Jethro Hotbatahi Hasoloan" userId="6704a177-17bb-4244-9c06-d865e36c920b" providerId="ADAL" clId="{3E066727-BBB6-4D37-A6B5-32C7A00FA4F3}" dt="2026-10-22T04:40:57.027" v="93165"/>
          <ac:spMkLst>
            <pc:docMk/>
            <pc:sldMk cId="936902391" sldId="320"/>
            <ac:spMk id="717" creationId="{15AEAB7B-57E0-510A-11D8-0F234234762D}"/>
          </ac:spMkLst>
        </pc:spChg>
        <pc:spChg chg="mod ord">
          <ac:chgData name="Jethro Hotbatahi Hasoloan" userId="6704a177-17bb-4244-9c06-d865e36c920b" providerId="ADAL" clId="{3E066727-BBB6-4D37-A6B5-32C7A00FA4F3}" dt="2026-10-22T04:40:57.027" v="93167"/>
          <ac:spMkLst>
            <pc:docMk/>
            <pc:sldMk cId="936902391" sldId="320"/>
            <ac:spMk id="718" creationId="{EE16637E-542C-59D9-B94E-EA8417AA68F5}"/>
          </ac:spMkLst>
        </pc:spChg>
        <pc:spChg chg="mod ord">
          <ac:chgData name="Jethro Hotbatahi Hasoloan" userId="6704a177-17bb-4244-9c06-d865e36c920b" providerId="ADAL" clId="{3E066727-BBB6-4D37-A6B5-32C7A00FA4F3}" dt="2026-10-22T04:40:57.027" v="93169"/>
          <ac:spMkLst>
            <pc:docMk/>
            <pc:sldMk cId="936902391" sldId="320"/>
            <ac:spMk id="719" creationId="{4903ABD5-952D-C849-5CE7-FBA3CCD98A62}"/>
          </ac:spMkLst>
        </pc:spChg>
        <pc:spChg chg="add del mod modVis">
          <ac:chgData name="Jethro Hotbatahi Hasoloan" userId="6704a177-17bb-4244-9c06-d865e36c920b" providerId="ADAL" clId="{3E066727-BBB6-4D37-A6B5-32C7A00FA4F3}" dt="2026-10-22T04:30:45.281" v="83815"/>
          <ac:spMkLst>
            <pc:docMk/>
            <pc:sldMk cId="936902391" sldId="320"/>
            <ac:spMk id="721" creationId="{6EE1037B-DD14-1DDF-FE28-3EFAB17B40C1}"/>
          </ac:spMkLst>
        </pc:spChg>
        <pc:spChg chg="add del mod modVis">
          <ac:chgData name="Jethro Hotbatahi Hasoloan" userId="6704a177-17bb-4244-9c06-d865e36c920b" providerId="ADAL" clId="{3E066727-BBB6-4D37-A6B5-32C7A00FA4F3}" dt="2026-10-22T04:31:02.391" v="84087"/>
          <ac:spMkLst>
            <pc:docMk/>
            <pc:sldMk cId="936902391" sldId="320"/>
            <ac:spMk id="723" creationId="{620918C2-1945-5338-60AC-8FBCF3ED9E8E}"/>
          </ac:spMkLst>
        </pc:spChg>
        <pc:spChg chg="add del mod modVis">
          <ac:chgData name="Jethro Hotbatahi Hasoloan" userId="6704a177-17bb-4244-9c06-d865e36c920b" providerId="ADAL" clId="{3E066727-BBB6-4D37-A6B5-32C7A00FA4F3}" dt="2026-10-22T04:31:05.225" v="84359"/>
          <ac:spMkLst>
            <pc:docMk/>
            <pc:sldMk cId="936902391" sldId="320"/>
            <ac:spMk id="725" creationId="{3E03A4A2-612D-AEA1-291E-DFC064F5BE8D}"/>
          </ac:spMkLst>
        </pc:spChg>
        <pc:spChg chg="add del mod modVis">
          <ac:chgData name="Jethro Hotbatahi Hasoloan" userId="6704a177-17bb-4244-9c06-d865e36c920b" providerId="ADAL" clId="{3E066727-BBB6-4D37-A6B5-32C7A00FA4F3}" dt="2026-10-22T04:31:07.540" v="84631"/>
          <ac:spMkLst>
            <pc:docMk/>
            <pc:sldMk cId="936902391" sldId="320"/>
            <ac:spMk id="727" creationId="{0B37D82D-FD0F-5486-76DA-50E3602CADC7}"/>
          </ac:spMkLst>
        </pc:spChg>
        <pc:spChg chg="add del mod modVis">
          <ac:chgData name="Jethro Hotbatahi Hasoloan" userId="6704a177-17bb-4244-9c06-d865e36c920b" providerId="ADAL" clId="{3E066727-BBB6-4D37-A6B5-32C7A00FA4F3}" dt="2026-10-22T04:31:11.313" v="84903"/>
          <ac:spMkLst>
            <pc:docMk/>
            <pc:sldMk cId="936902391" sldId="320"/>
            <ac:spMk id="729" creationId="{40E1F9C6-37A0-88FE-38C8-7E4874F5D0EE}"/>
          </ac:spMkLst>
        </pc:spChg>
        <pc:spChg chg="add del mod modVis">
          <ac:chgData name="Jethro Hotbatahi Hasoloan" userId="6704a177-17bb-4244-9c06-d865e36c920b" providerId="ADAL" clId="{3E066727-BBB6-4D37-A6B5-32C7A00FA4F3}" dt="2026-10-22T04:31:13.370" v="85184"/>
          <ac:spMkLst>
            <pc:docMk/>
            <pc:sldMk cId="936902391" sldId="320"/>
            <ac:spMk id="731" creationId="{B9AE6487-41B6-F4E4-9A9C-D0E5EE57FEDC}"/>
          </ac:spMkLst>
        </pc:spChg>
        <pc:spChg chg="add del mod modVis">
          <ac:chgData name="Jethro Hotbatahi Hasoloan" userId="6704a177-17bb-4244-9c06-d865e36c920b" providerId="ADAL" clId="{3E066727-BBB6-4D37-A6B5-32C7A00FA4F3}" dt="2026-10-22T04:31:17.274" v="85472"/>
          <ac:spMkLst>
            <pc:docMk/>
            <pc:sldMk cId="936902391" sldId="320"/>
            <ac:spMk id="733" creationId="{AC1B0492-4D89-3F26-380E-5E468963B964}"/>
          </ac:spMkLst>
        </pc:spChg>
        <pc:spChg chg="add del mod modVis">
          <ac:chgData name="Jethro Hotbatahi Hasoloan" userId="6704a177-17bb-4244-9c06-d865e36c920b" providerId="ADAL" clId="{3E066727-BBB6-4D37-A6B5-32C7A00FA4F3}" dt="2026-10-22T04:31:18.882" v="85764"/>
          <ac:spMkLst>
            <pc:docMk/>
            <pc:sldMk cId="936902391" sldId="320"/>
            <ac:spMk id="735" creationId="{38A90149-E060-2A5C-7FCA-50D9858E9A54}"/>
          </ac:spMkLst>
        </pc:spChg>
        <pc:spChg chg="add del mod modVis">
          <ac:chgData name="Jethro Hotbatahi Hasoloan" userId="6704a177-17bb-4244-9c06-d865e36c920b" providerId="ADAL" clId="{3E066727-BBB6-4D37-A6B5-32C7A00FA4F3}" dt="2026-10-22T04:31:20.687" v="86052"/>
          <ac:spMkLst>
            <pc:docMk/>
            <pc:sldMk cId="936902391" sldId="320"/>
            <ac:spMk id="737" creationId="{231C397D-C304-BAC8-4B59-33597A8083A6}"/>
          </ac:spMkLst>
        </pc:spChg>
        <pc:spChg chg="mod">
          <ac:chgData name="Jethro Hotbatahi Hasoloan" userId="6704a177-17bb-4244-9c06-d865e36c920b" providerId="ADAL" clId="{3E066727-BBB6-4D37-A6B5-32C7A00FA4F3}" dt="2026-10-22T04:40:57.107" v="93294"/>
          <ac:spMkLst>
            <pc:docMk/>
            <pc:sldMk cId="936902391" sldId="320"/>
            <ac:spMk id="738" creationId="{A3393C6C-E3A8-4F2E-B837-6253C3FA10DF}"/>
          </ac:spMkLst>
        </pc:spChg>
        <pc:spChg chg="mod">
          <ac:chgData name="Jethro Hotbatahi Hasoloan" userId="6704a177-17bb-4244-9c06-d865e36c920b" providerId="ADAL" clId="{3E066727-BBB6-4D37-A6B5-32C7A00FA4F3}" dt="2026-10-22T04:40:57.107" v="93295"/>
          <ac:spMkLst>
            <pc:docMk/>
            <pc:sldMk cId="936902391" sldId="320"/>
            <ac:spMk id="740" creationId="{0CAEEED2-BC46-4C74-901B-630FF44A89D7}"/>
          </ac:spMkLst>
        </pc:spChg>
        <pc:spChg chg="del mod">
          <ac:chgData name="Jethro Hotbatahi Hasoloan" userId="6704a177-17bb-4244-9c06-d865e36c920b" providerId="ADAL" clId="{3E066727-BBB6-4D37-A6B5-32C7A00FA4F3}" dt="2026-10-22T03:26:09.347" v="41834"/>
          <ac:spMkLst>
            <pc:docMk/>
            <pc:sldMk cId="936902391" sldId="320"/>
            <ac:spMk id="741" creationId="{A3D5ADC4-22DE-4182-AA2D-88F5742661A4}"/>
          </ac:spMkLst>
        </pc:spChg>
        <pc:spChg chg="add del mod modVis">
          <ac:chgData name="Jethro Hotbatahi Hasoloan" userId="6704a177-17bb-4244-9c06-d865e36c920b" providerId="ADAL" clId="{3E066727-BBB6-4D37-A6B5-32C7A00FA4F3}" dt="2026-10-22T04:31:22.507" v="86338"/>
          <ac:spMkLst>
            <pc:docMk/>
            <pc:sldMk cId="936902391" sldId="320"/>
            <ac:spMk id="742" creationId="{FE1C41DC-4921-43B6-C09D-99BDD72B5544}"/>
          </ac:spMkLst>
        </pc:spChg>
        <pc:spChg chg="mod ord">
          <ac:chgData name="Jethro Hotbatahi Hasoloan" userId="6704a177-17bb-4244-9c06-d865e36c920b" providerId="ADAL" clId="{3E066727-BBB6-4D37-A6B5-32C7A00FA4F3}" dt="2026-10-22T04:40:57.107" v="93291"/>
          <ac:spMkLst>
            <pc:docMk/>
            <pc:sldMk cId="936902391" sldId="320"/>
            <ac:spMk id="743" creationId="{7D0DFE1B-2CB0-A9AD-D6FC-3C39FE4237C5}"/>
          </ac:spMkLst>
        </pc:spChg>
        <pc:spChg chg="mod ord">
          <ac:chgData name="Jethro Hotbatahi Hasoloan" userId="6704a177-17bb-4244-9c06-d865e36c920b" providerId="ADAL" clId="{3E066727-BBB6-4D37-A6B5-32C7A00FA4F3}" dt="2026-10-22T04:40:57.107" v="93293"/>
          <ac:spMkLst>
            <pc:docMk/>
            <pc:sldMk cId="936902391" sldId="320"/>
            <ac:spMk id="744" creationId="{23C683BD-258B-155D-F524-7581689D2B03}"/>
          </ac:spMkLst>
        </pc:spChg>
        <pc:spChg chg="del mod ord">
          <ac:chgData name="Jethro Hotbatahi Hasoloan" userId="6704a177-17bb-4244-9c06-d865e36c920b" providerId="ADAL" clId="{3E066727-BBB6-4D37-A6B5-32C7A00FA4F3}" dt="2026-10-22T03:26:09.347" v="41833"/>
          <ac:spMkLst>
            <pc:docMk/>
            <pc:sldMk cId="936902391" sldId="320"/>
            <ac:spMk id="745" creationId="{696BA399-98D5-778C-F410-FEA07C5A76FF}"/>
          </ac:spMkLst>
        </pc:spChg>
        <pc:spChg chg="add del mod modVis">
          <ac:chgData name="Jethro Hotbatahi Hasoloan" userId="6704a177-17bb-4244-9c06-d865e36c920b" providerId="ADAL" clId="{3E066727-BBB6-4D37-A6B5-32C7A00FA4F3}" dt="2026-10-22T04:31:24.344" v="86615"/>
          <ac:spMkLst>
            <pc:docMk/>
            <pc:sldMk cId="936902391" sldId="320"/>
            <ac:spMk id="747" creationId="{64740178-AFC0-B884-C883-33048CC57B75}"/>
          </ac:spMkLst>
        </pc:spChg>
        <pc:spChg chg="add del mod modVis">
          <ac:chgData name="Jethro Hotbatahi Hasoloan" userId="6704a177-17bb-4244-9c06-d865e36c920b" providerId="ADAL" clId="{3E066727-BBB6-4D37-A6B5-32C7A00FA4F3}" dt="2026-10-22T04:36:20.118" v="86884"/>
          <ac:spMkLst>
            <pc:docMk/>
            <pc:sldMk cId="936902391" sldId="320"/>
            <ac:spMk id="749" creationId="{D88D6308-C267-993F-14B6-FA76BACE7B19}"/>
          </ac:spMkLst>
        </pc:spChg>
        <pc:spChg chg="add del mod modVis">
          <ac:chgData name="Jethro Hotbatahi Hasoloan" userId="6704a177-17bb-4244-9c06-d865e36c920b" providerId="ADAL" clId="{3E066727-BBB6-4D37-A6B5-32C7A00FA4F3}" dt="2026-10-22T04:36:22.365" v="87153"/>
          <ac:spMkLst>
            <pc:docMk/>
            <pc:sldMk cId="936902391" sldId="320"/>
            <ac:spMk id="751" creationId="{3D654A09-9C50-364E-85BD-228154EB1AAC}"/>
          </ac:spMkLst>
        </pc:spChg>
        <pc:spChg chg="add del mod modVis">
          <ac:chgData name="Jethro Hotbatahi Hasoloan" userId="6704a177-17bb-4244-9c06-d865e36c920b" providerId="ADAL" clId="{3E066727-BBB6-4D37-A6B5-32C7A00FA4F3}" dt="2026-10-22T04:36:25.058" v="87421"/>
          <ac:spMkLst>
            <pc:docMk/>
            <pc:sldMk cId="936902391" sldId="320"/>
            <ac:spMk id="753" creationId="{90FD2DFB-4F0F-DA3B-ADBC-D85B4C358A27}"/>
          </ac:spMkLst>
        </pc:spChg>
        <pc:spChg chg="add del mod modVis">
          <ac:chgData name="Jethro Hotbatahi Hasoloan" userId="6704a177-17bb-4244-9c06-d865e36c920b" providerId="ADAL" clId="{3E066727-BBB6-4D37-A6B5-32C7A00FA4F3}" dt="2026-10-22T04:36:26.765" v="87683"/>
          <ac:spMkLst>
            <pc:docMk/>
            <pc:sldMk cId="936902391" sldId="320"/>
            <ac:spMk id="755" creationId="{D8272538-D7F0-DBD5-9D08-C9B72D90EA84}"/>
          </ac:spMkLst>
        </pc:spChg>
        <pc:spChg chg="add del mod modVis">
          <ac:chgData name="Jethro Hotbatahi Hasoloan" userId="6704a177-17bb-4244-9c06-d865e36c920b" providerId="ADAL" clId="{3E066727-BBB6-4D37-A6B5-32C7A00FA4F3}" dt="2026-10-22T04:36:35.295" v="87959"/>
          <ac:spMkLst>
            <pc:docMk/>
            <pc:sldMk cId="936902391" sldId="320"/>
            <ac:spMk id="757" creationId="{04C22A42-D5E7-49F1-1F78-52D3E34C0864}"/>
          </ac:spMkLst>
        </pc:spChg>
        <pc:spChg chg="add del mod modVis">
          <ac:chgData name="Jethro Hotbatahi Hasoloan" userId="6704a177-17bb-4244-9c06-d865e36c920b" providerId="ADAL" clId="{3E066727-BBB6-4D37-A6B5-32C7A00FA4F3}" dt="2026-10-22T04:36:37.958" v="88250"/>
          <ac:spMkLst>
            <pc:docMk/>
            <pc:sldMk cId="936902391" sldId="320"/>
            <ac:spMk id="759" creationId="{BBFF2D09-1161-F660-8546-9124B0A2ADA0}"/>
          </ac:spMkLst>
        </pc:spChg>
        <pc:spChg chg="add del mod modVis">
          <ac:chgData name="Jethro Hotbatahi Hasoloan" userId="6704a177-17bb-4244-9c06-d865e36c920b" providerId="ADAL" clId="{3E066727-BBB6-4D37-A6B5-32C7A00FA4F3}" dt="2026-10-22T04:36:40.507" v="88534"/>
          <ac:spMkLst>
            <pc:docMk/>
            <pc:sldMk cId="936902391" sldId="320"/>
            <ac:spMk id="761" creationId="{985CCE18-06B0-C826-3B63-666BD534DAF5}"/>
          </ac:spMkLst>
        </pc:spChg>
        <pc:spChg chg="add del mod modVis">
          <ac:chgData name="Jethro Hotbatahi Hasoloan" userId="6704a177-17bb-4244-9c06-d865e36c920b" providerId="ADAL" clId="{3E066727-BBB6-4D37-A6B5-32C7A00FA4F3}" dt="2026-10-22T04:36:42.811" v="88817"/>
          <ac:spMkLst>
            <pc:docMk/>
            <pc:sldMk cId="936902391" sldId="320"/>
            <ac:spMk id="763" creationId="{F52B7E73-BB5D-039E-1B42-1A58DF07AE42}"/>
          </ac:spMkLst>
        </pc:spChg>
        <pc:spChg chg="add del mod modVis">
          <ac:chgData name="Jethro Hotbatahi Hasoloan" userId="6704a177-17bb-4244-9c06-d865e36c920b" providerId="ADAL" clId="{3E066727-BBB6-4D37-A6B5-32C7A00FA4F3}" dt="2026-10-22T04:36:46.379" v="89103"/>
          <ac:spMkLst>
            <pc:docMk/>
            <pc:sldMk cId="936902391" sldId="320"/>
            <ac:spMk id="765" creationId="{A0951B06-5C1F-02EF-9898-E66D2890BDBA}"/>
          </ac:spMkLst>
        </pc:spChg>
        <pc:spChg chg="add del mod modVis">
          <ac:chgData name="Jethro Hotbatahi Hasoloan" userId="6704a177-17bb-4244-9c06-d865e36c920b" providerId="ADAL" clId="{3E066727-BBB6-4D37-A6B5-32C7A00FA4F3}" dt="2026-10-22T04:36:48.750" v="89387"/>
          <ac:spMkLst>
            <pc:docMk/>
            <pc:sldMk cId="936902391" sldId="320"/>
            <ac:spMk id="767" creationId="{EC5870C6-9862-5D24-4F0D-582C4E464580}"/>
          </ac:spMkLst>
        </pc:spChg>
        <pc:spChg chg="mod">
          <ac:chgData name="Jethro Hotbatahi Hasoloan" userId="6704a177-17bb-4244-9c06-d865e36c920b" providerId="ADAL" clId="{3E066727-BBB6-4D37-A6B5-32C7A00FA4F3}" dt="2026-10-22T04:40:57.043" v="93177"/>
          <ac:spMkLst>
            <pc:docMk/>
            <pc:sldMk cId="936902391" sldId="320"/>
            <ac:spMk id="834" creationId="{FE5B5CE2-B043-0408-5F54-027F48C0716D}"/>
          </ac:spMkLst>
        </pc:spChg>
        <pc:spChg chg="mod ord">
          <ac:chgData name="Jethro Hotbatahi Hasoloan" userId="6704a177-17bb-4244-9c06-d865e36c920b" providerId="ADAL" clId="{3E066727-BBB6-4D37-A6B5-32C7A00FA4F3}" dt="2026-10-22T04:40:57.043" v="93174"/>
          <ac:spMkLst>
            <pc:docMk/>
            <pc:sldMk cId="936902391" sldId="320"/>
            <ac:spMk id="839" creationId="{FEB38241-2CD6-73D1-8CE9-CCACF0C632B7}"/>
          </ac:spMkLst>
        </pc:spChg>
        <pc:spChg chg="add del mod modVis">
          <ac:chgData name="Jethro Hotbatahi Hasoloan" userId="6704a177-17bb-4244-9c06-d865e36c920b" providerId="ADAL" clId="{3E066727-BBB6-4D37-A6B5-32C7A00FA4F3}" dt="2026-10-22T03:25:06.261" v="41820"/>
          <ac:spMkLst>
            <pc:docMk/>
            <pc:sldMk cId="936902391" sldId="320"/>
            <ac:spMk id="960" creationId="{2C31FBA5-9066-0693-7036-EEEFC9DB3E56}"/>
          </ac:spMkLst>
        </pc:spChg>
        <pc:spChg chg="add mod ord">
          <ac:chgData name="Jethro Hotbatahi Hasoloan" userId="6704a177-17bb-4244-9c06-d865e36c920b" providerId="ADAL" clId="{3E066727-BBB6-4D37-A6B5-32C7A00FA4F3}" dt="2026-10-22T04:40:57.107" v="93297"/>
          <ac:spMkLst>
            <pc:docMk/>
            <pc:sldMk cId="936902391" sldId="320"/>
            <ac:spMk id="963" creationId="{1E68264A-B22F-561F-E9EB-B66DF4957155}"/>
          </ac:spMkLst>
        </pc:spChg>
        <pc:spChg chg="add del mod modVis">
          <ac:chgData name="Jethro Hotbatahi Hasoloan" userId="6704a177-17bb-4244-9c06-d865e36c920b" providerId="ADAL" clId="{3E066727-BBB6-4D37-A6B5-32C7A00FA4F3}" dt="2026-10-22T03:26:12.618" v="42177"/>
          <ac:spMkLst>
            <pc:docMk/>
            <pc:sldMk cId="936902391" sldId="320"/>
            <ac:spMk id="964" creationId="{E5408426-1936-E513-EFCC-F12AE63FF8BC}"/>
          </ac:spMkLst>
        </pc:spChg>
        <pc:spChg chg="add del mod modVis">
          <ac:chgData name="Jethro Hotbatahi Hasoloan" userId="6704a177-17bb-4244-9c06-d865e36c920b" providerId="ADAL" clId="{3E066727-BBB6-4D37-A6B5-32C7A00FA4F3}" dt="2026-10-22T03:26:24.151" v="42474"/>
          <ac:spMkLst>
            <pc:docMk/>
            <pc:sldMk cId="936902391" sldId="320"/>
            <ac:spMk id="967" creationId="{DA17445E-65E8-F88F-A208-07B99CBE0E77}"/>
          </ac:spMkLst>
        </pc:spChg>
        <pc:spChg chg="mod">
          <ac:chgData name="Jethro Hotbatahi Hasoloan" userId="6704a177-17bb-4244-9c06-d865e36c920b" providerId="ADAL" clId="{3E066727-BBB6-4D37-A6B5-32C7A00FA4F3}" dt="2026-10-22T04:40:57.075" v="93229"/>
          <ac:spMkLst>
            <pc:docMk/>
            <pc:sldMk cId="936902391" sldId="320"/>
            <ac:spMk id="968" creationId="{246189E0-F388-C5EE-F6B6-DF026D0B7E77}"/>
          </ac:spMkLst>
        </pc:spChg>
        <pc:spChg chg="add del mod modVis">
          <ac:chgData name="Jethro Hotbatahi Hasoloan" userId="6704a177-17bb-4244-9c06-d865e36c920b" providerId="ADAL" clId="{3E066727-BBB6-4D37-A6B5-32C7A00FA4F3}" dt="2026-10-22T03:29:13.569" v="42766"/>
          <ac:spMkLst>
            <pc:docMk/>
            <pc:sldMk cId="936902391" sldId="320"/>
            <ac:spMk id="970" creationId="{59F57DD1-6F64-0A29-E0BC-37A72AE2B6E2}"/>
          </ac:spMkLst>
        </pc:spChg>
        <pc:spChg chg="mod ord">
          <ac:chgData name="Jethro Hotbatahi Hasoloan" userId="6704a177-17bb-4244-9c06-d865e36c920b" providerId="ADAL" clId="{3E066727-BBB6-4D37-A6B5-32C7A00FA4F3}" dt="2026-10-22T04:40:57.075" v="93235"/>
          <ac:spMkLst>
            <pc:docMk/>
            <pc:sldMk cId="936902391" sldId="320"/>
            <ac:spMk id="971" creationId="{899FA0DC-443A-C992-6C1D-9D23C686C963}"/>
          </ac:spMkLst>
        </pc:spChg>
        <pc:spChg chg="mod ord">
          <ac:chgData name="Jethro Hotbatahi Hasoloan" userId="6704a177-17bb-4244-9c06-d865e36c920b" providerId="ADAL" clId="{3E066727-BBB6-4D37-A6B5-32C7A00FA4F3}" dt="2026-10-22T04:40:57.075" v="93237"/>
          <ac:spMkLst>
            <pc:docMk/>
            <pc:sldMk cId="936902391" sldId="320"/>
            <ac:spMk id="972" creationId="{56A2CF7F-1820-1A78-DD4C-4BAFABA6A2A9}"/>
          </ac:spMkLst>
        </pc:spChg>
        <pc:spChg chg="del mod ord">
          <ac:chgData name="Jethro Hotbatahi Hasoloan" userId="6704a177-17bb-4244-9c06-d865e36c920b" providerId="ADAL" clId="{3E066727-BBB6-4D37-A6B5-32C7A00FA4F3}" dt="2026-10-22T03:23:35.986" v="36526"/>
          <ac:spMkLst>
            <pc:docMk/>
            <pc:sldMk cId="936902391" sldId="320"/>
            <ac:spMk id="973" creationId="{54A60EAD-9A34-636B-32F4-93142EFF42EC}"/>
          </ac:spMkLst>
        </pc:spChg>
        <pc:spChg chg="mod ord">
          <ac:chgData name="Jethro Hotbatahi Hasoloan" userId="6704a177-17bb-4244-9c06-d865e36c920b" providerId="ADAL" clId="{3E066727-BBB6-4D37-A6B5-32C7A00FA4F3}" dt="2026-10-22T04:40:57.075" v="93239"/>
          <ac:spMkLst>
            <pc:docMk/>
            <pc:sldMk cId="936902391" sldId="320"/>
            <ac:spMk id="974" creationId="{7ACCA709-6ECF-DFDE-5A50-FF41C1CA477D}"/>
          </ac:spMkLst>
        </pc:spChg>
        <pc:spChg chg="mod ord">
          <ac:chgData name="Jethro Hotbatahi Hasoloan" userId="6704a177-17bb-4244-9c06-d865e36c920b" providerId="ADAL" clId="{3E066727-BBB6-4D37-A6B5-32C7A00FA4F3}" dt="2026-10-22T04:40:57.075" v="93241"/>
          <ac:spMkLst>
            <pc:docMk/>
            <pc:sldMk cId="936902391" sldId="320"/>
            <ac:spMk id="975" creationId="{70A51221-B19E-C206-55C7-DE6668A10D9D}"/>
          </ac:spMkLst>
        </pc:spChg>
        <pc:spChg chg="del mod ord">
          <ac:chgData name="Jethro Hotbatahi Hasoloan" userId="6704a177-17bb-4244-9c06-d865e36c920b" providerId="ADAL" clId="{3E066727-BBB6-4D37-A6B5-32C7A00FA4F3}" dt="2026-10-22T03:23:35.995" v="36528"/>
          <ac:spMkLst>
            <pc:docMk/>
            <pc:sldMk cId="936902391" sldId="320"/>
            <ac:spMk id="976" creationId="{8CF00392-241D-568E-B7EA-9A3BA2742FD1}"/>
          </ac:spMkLst>
        </pc:spChg>
        <pc:spChg chg="mod ord">
          <ac:chgData name="Jethro Hotbatahi Hasoloan" userId="6704a177-17bb-4244-9c06-d865e36c920b" providerId="ADAL" clId="{3E066727-BBB6-4D37-A6B5-32C7A00FA4F3}" dt="2026-10-22T04:40:57.075" v="93243"/>
          <ac:spMkLst>
            <pc:docMk/>
            <pc:sldMk cId="936902391" sldId="320"/>
            <ac:spMk id="977" creationId="{48501DF8-5860-7B63-E8BE-AA848C393389}"/>
          </ac:spMkLst>
        </pc:spChg>
        <pc:spChg chg="mod ord">
          <ac:chgData name="Jethro Hotbatahi Hasoloan" userId="6704a177-17bb-4244-9c06-d865e36c920b" providerId="ADAL" clId="{3E066727-BBB6-4D37-A6B5-32C7A00FA4F3}" dt="2026-10-22T04:40:57.075" v="93245"/>
          <ac:spMkLst>
            <pc:docMk/>
            <pc:sldMk cId="936902391" sldId="320"/>
            <ac:spMk id="978" creationId="{23981C92-4D16-C8E9-832E-DBBB37CFC83F}"/>
          </ac:spMkLst>
        </pc:spChg>
        <pc:spChg chg="del mod ord">
          <ac:chgData name="Jethro Hotbatahi Hasoloan" userId="6704a177-17bb-4244-9c06-d865e36c920b" providerId="ADAL" clId="{3E066727-BBB6-4D37-A6B5-32C7A00FA4F3}" dt="2026-10-22T03:23:35.995" v="36530"/>
          <ac:spMkLst>
            <pc:docMk/>
            <pc:sldMk cId="936902391" sldId="320"/>
            <ac:spMk id="979" creationId="{1CA96227-7BF6-F69D-56E1-EC1E3557159C}"/>
          </ac:spMkLst>
        </pc:spChg>
        <pc:spChg chg="mod ord">
          <ac:chgData name="Jethro Hotbatahi Hasoloan" userId="6704a177-17bb-4244-9c06-d865e36c920b" providerId="ADAL" clId="{3E066727-BBB6-4D37-A6B5-32C7A00FA4F3}" dt="2026-10-22T04:40:57.091" v="93247"/>
          <ac:spMkLst>
            <pc:docMk/>
            <pc:sldMk cId="936902391" sldId="320"/>
            <ac:spMk id="980" creationId="{F36A9B0F-F647-36DE-0EE2-9DDF90FA6D87}"/>
          </ac:spMkLst>
        </pc:spChg>
        <pc:spChg chg="mod ord">
          <ac:chgData name="Jethro Hotbatahi Hasoloan" userId="6704a177-17bb-4244-9c06-d865e36c920b" providerId="ADAL" clId="{3E066727-BBB6-4D37-A6B5-32C7A00FA4F3}" dt="2026-10-22T04:40:57.091" v="93249"/>
          <ac:spMkLst>
            <pc:docMk/>
            <pc:sldMk cId="936902391" sldId="320"/>
            <ac:spMk id="981" creationId="{40F1E6B6-4509-66DE-2D11-51B3934C1EAB}"/>
          </ac:spMkLst>
        </pc:spChg>
        <pc:spChg chg="del mod ord">
          <ac:chgData name="Jethro Hotbatahi Hasoloan" userId="6704a177-17bb-4244-9c06-d865e36c920b" providerId="ADAL" clId="{3E066727-BBB6-4D37-A6B5-32C7A00FA4F3}" dt="2026-10-22T03:23:35.995" v="36532"/>
          <ac:spMkLst>
            <pc:docMk/>
            <pc:sldMk cId="936902391" sldId="320"/>
            <ac:spMk id="982" creationId="{ED599D93-DEF5-6DB8-71A8-E2608416148A}"/>
          </ac:spMkLst>
        </pc:spChg>
        <pc:spChg chg="mod ord">
          <ac:chgData name="Jethro Hotbatahi Hasoloan" userId="6704a177-17bb-4244-9c06-d865e36c920b" providerId="ADAL" clId="{3E066727-BBB6-4D37-A6B5-32C7A00FA4F3}" dt="2026-10-22T04:40:57.093" v="93251"/>
          <ac:spMkLst>
            <pc:docMk/>
            <pc:sldMk cId="936902391" sldId="320"/>
            <ac:spMk id="983" creationId="{1783EF2A-B3FF-EBF3-D494-C01EF86422B8}"/>
          </ac:spMkLst>
        </pc:spChg>
        <pc:spChg chg="mod ord">
          <ac:chgData name="Jethro Hotbatahi Hasoloan" userId="6704a177-17bb-4244-9c06-d865e36c920b" providerId="ADAL" clId="{3E066727-BBB6-4D37-A6B5-32C7A00FA4F3}" dt="2026-10-22T04:40:57.093" v="93253"/>
          <ac:spMkLst>
            <pc:docMk/>
            <pc:sldMk cId="936902391" sldId="320"/>
            <ac:spMk id="984" creationId="{FAD85F5E-A808-967B-162B-0399E4093FEC}"/>
          </ac:spMkLst>
        </pc:spChg>
        <pc:spChg chg="mod">
          <ac:chgData name="Jethro Hotbatahi Hasoloan" userId="6704a177-17bb-4244-9c06-d865e36c920b" providerId="ADAL" clId="{3E066727-BBB6-4D37-A6B5-32C7A00FA4F3}" dt="2026-10-22T04:40:57.093" v="93254"/>
          <ac:spMkLst>
            <pc:docMk/>
            <pc:sldMk cId="936902391" sldId="320"/>
            <ac:spMk id="986" creationId="{B940FB4D-D15E-EBE4-6EED-BD53FB54121D}"/>
          </ac:spMkLst>
        </pc:spChg>
        <pc:spChg chg="mod">
          <ac:chgData name="Jethro Hotbatahi Hasoloan" userId="6704a177-17bb-4244-9c06-d865e36c920b" providerId="ADAL" clId="{3E066727-BBB6-4D37-A6B5-32C7A00FA4F3}" dt="2026-10-22T04:40:57.095" v="93255"/>
          <ac:spMkLst>
            <pc:docMk/>
            <pc:sldMk cId="936902391" sldId="320"/>
            <ac:spMk id="987" creationId="{39594436-4826-C8EB-0B26-58F4EFA59BAE}"/>
          </ac:spMkLst>
        </pc:spChg>
        <pc:spChg chg="mod">
          <ac:chgData name="Jethro Hotbatahi Hasoloan" userId="6704a177-17bb-4244-9c06-d865e36c920b" providerId="ADAL" clId="{3E066727-BBB6-4D37-A6B5-32C7A00FA4F3}" dt="2026-10-22T04:40:57.095" v="93256"/>
          <ac:spMkLst>
            <pc:docMk/>
            <pc:sldMk cId="936902391" sldId="320"/>
            <ac:spMk id="988" creationId="{059B6A35-05F0-E7E7-92A1-02EEABB35969}"/>
          </ac:spMkLst>
        </pc:spChg>
        <pc:spChg chg="mod">
          <ac:chgData name="Jethro Hotbatahi Hasoloan" userId="6704a177-17bb-4244-9c06-d865e36c920b" providerId="ADAL" clId="{3E066727-BBB6-4D37-A6B5-32C7A00FA4F3}" dt="2026-10-22T04:40:57.095" v="93257"/>
          <ac:spMkLst>
            <pc:docMk/>
            <pc:sldMk cId="936902391" sldId="320"/>
            <ac:spMk id="989" creationId="{2A252C9B-0303-9596-B1A9-94A3249A009A}"/>
          </ac:spMkLst>
        </pc:spChg>
        <pc:spChg chg="mod">
          <ac:chgData name="Jethro Hotbatahi Hasoloan" userId="6704a177-17bb-4244-9c06-d865e36c920b" providerId="ADAL" clId="{3E066727-BBB6-4D37-A6B5-32C7A00FA4F3}" dt="2026-10-22T04:40:57.059" v="93200"/>
          <ac:spMkLst>
            <pc:docMk/>
            <pc:sldMk cId="936902391" sldId="320"/>
            <ac:spMk id="990" creationId="{7DCBF458-CDA3-823F-B778-D5D293F238D4}"/>
          </ac:spMkLst>
        </pc:spChg>
        <pc:spChg chg="mod">
          <ac:chgData name="Jethro Hotbatahi Hasoloan" userId="6704a177-17bb-4244-9c06-d865e36c920b" providerId="ADAL" clId="{3E066727-BBB6-4D37-A6B5-32C7A00FA4F3}" dt="2026-10-22T04:40:57.096" v="93258"/>
          <ac:spMkLst>
            <pc:docMk/>
            <pc:sldMk cId="936902391" sldId="320"/>
            <ac:spMk id="991" creationId="{D1391622-373C-53BF-448F-B7C6C4D86AC5}"/>
          </ac:spMkLst>
        </pc:spChg>
        <pc:spChg chg="mod ord">
          <ac:chgData name="Jethro Hotbatahi Hasoloan" userId="6704a177-17bb-4244-9c06-d865e36c920b" providerId="ADAL" clId="{3E066727-BBB6-4D37-A6B5-32C7A00FA4F3}" dt="2026-10-22T04:40:57.098" v="93262"/>
          <ac:spMkLst>
            <pc:docMk/>
            <pc:sldMk cId="936902391" sldId="320"/>
            <ac:spMk id="992" creationId="{F0428500-8BB5-5012-1CB0-5340AA3EBFCC}"/>
          </ac:spMkLst>
        </pc:spChg>
        <pc:spChg chg="mod">
          <ac:chgData name="Jethro Hotbatahi Hasoloan" userId="6704a177-17bb-4244-9c06-d865e36c920b" providerId="ADAL" clId="{3E066727-BBB6-4D37-A6B5-32C7A00FA4F3}" dt="2026-10-22T04:40:57.059" v="93201"/>
          <ac:spMkLst>
            <pc:docMk/>
            <pc:sldMk cId="936902391" sldId="320"/>
            <ac:spMk id="993" creationId="{8F2DFF1A-CE9D-D6F0-2F35-DE2297371CDE}"/>
          </ac:spMkLst>
        </pc:spChg>
        <pc:spChg chg="mod ord">
          <ac:chgData name="Jethro Hotbatahi Hasoloan" userId="6704a177-17bb-4244-9c06-d865e36c920b" providerId="ADAL" clId="{3E066727-BBB6-4D37-A6B5-32C7A00FA4F3}" dt="2026-10-22T04:40:57.098" v="93264"/>
          <ac:spMkLst>
            <pc:docMk/>
            <pc:sldMk cId="936902391" sldId="320"/>
            <ac:spMk id="994" creationId="{0279D796-C0D8-0893-6531-D0B26F62501E}"/>
          </ac:spMkLst>
        </pc:spChg>
        <pc:spChg chg="mod">
          <ac:chgData name="Jethro Hotbatahi Hasoloan" userId="6704a177-17bb-4244-9c06-d865e36c920b" providerId="ADAL" clId="{3E066727-BBB6-4D37-A6B5-32C7A00FA4F3}" dt="2026-10-22T04:40:57.059" v="93202"/>
          <ac:spMkLst>
            <pc:docMk/>
            <pc:sldMk cId="936902391" sldId="320"/>
            <ac:spMk id="995" creationId="{8EE23A45-E1D8-667D-554A-0A4197AC2FC5}"/>
          </ac:spMkLst>
        </pc:spChg>
        <pc:spChg chg="mod ord">
          <ac:chgData name="Jethro Hotbatahi Hasoloan" userId="6704a177-17bb-4244-9c06-d865e36c920b" providerId="ADAL" clId="{3E066727-BBB6-4D37-A6B5-32C7A00FA4F3}" dt="2026-10-22T04:40:57.098" v="93266"/>
          <ac:spMkLst>
            <pc:docMk/>
            <pc:sldMk cId="936902391" sldId="320"/>
            <ac:spMk id="996" creationId="{0A46BBA6-F198-B4C6-DFF0-3CB614555785}"/>
          </ac:spMkLst>
        </pc:spChg>
        <pc:spChg chg="del mod ord">
          <ac:chgData name="Jethro Hotbatahi Hasoloan" userId="6704a177-17bb-4244-9c06-d865e36c920b" providerId="ADAL" clId="{3E066727-BBB6-4D37-A6B5-32C7A00FA4F3}" dt="2026-10-22T03:23:35.995" v="36536"/>
          <ac:spMkLst>
            <pc:docMk/>
            <pc:sldMk cId="936902391" sldId="320"/>
            <ac:spMk id="997" creationId="{E7867D42-E0F0-88F8-E2D6-D37BE76B45A2}"/>
          </ac:spMkLst>
        </pc:spChg>
        <pc:spChg chg="mod ord">
          <ac:chgData name="Jethro Hotbatahi Hasoloan" userId="6704a177-17bb-4244-9c06-d865e36c920b" providerId="ADAL" clId="{3E066727-BBB6-4D37-A6B5-32C7A00FA4F3}" dt="2026-10-22T04:40:57.059" v="93195"/>
          <ac:spMkLst>
            <pc:docMk/>
            <pc:sldMk cId="936902391" sldId="320"/>
            <ac:spMk id="998" creationId="{F77B02CF-FFE3-EBE9-7A86-356586959FB8}"/>
          </ac:spMkLst>
        </pc:spChg>
        <pc:spChg chg="mod ord">
          <ac:chgData name="Jethro Hotbatahi Hasoloan" userId="6704a177-17bb-4244-9c06-d865e36c920b" providerId="ADAL" clId="{3E066727-BBB6-4D37-A6B5-32C7A00FA4F3}" dt="2026-10-22T04:40:57.059" v="93197"/>
          <ac:spMkLst>
            <pc:docMk/>
            <pc:sldMk cId="936902391" sldId="320"/>
            <ac:spMk id="999" creationId="{370339E0-A8AA-3EFC-B754-16269013494A}"/>
          </ac:spMkLst>
        </pc:spChg>
        <pc:spChg chg="mod ord">
          <ac:chgData name="Jethro Hotbatahi Hasoloan" userId="6704a177-17bb-4244-9c06-d865e36c920b" providerId="ADAL" clId="{3E066727-BBB6-4D37-A6B5-32C7A00FA4F3}" dt="2026-10-22T04:40:57.059" v="93199"/>
          <ac:spMkLst>
            <pc:docMk/>
            <pc:sldMk cId="936902391" sldId="320"/>
            <ac:spMk id="1000" creationId="{1757F09F-DE3B-F32D-A705-5E6D456DCEC9}"/>
          </ac:spMkLst>
        </pc:spChg>
        <pc:spChg chg="mod">
          <ac:chgData name="Jethro Hotbatahi Hasoloan" userId="6704a177-17bb-4244-9c06-d865e36c920b" providerId="ADAL" clId="{3E066727-BBB6-4D37-A6B5-32C7A00FA4F3}" dt="2026-10-22T04:40:57.098" v="93267"/>
          <ac:spMkLst>
            <pc:docMk/>
            <pc:sldMk cId="936902391" sldId="320"/>
            <ac:spMk id="1001" creationId="{AA0CF563-44D6-C432-7B49-945EF02D7D7D}"/>
          </ac:spMkLst>
        </pc:spChg>
        <pc:spChg chg="mod">
          <ac:chgData name="Jethro Hotbatahi Hasoloan" userId="6704a177-17bb-4244-9c06-d865e36c920b" providerId="ADAL" clId="{3E066727-BBB6-4D37-A6B5-32C7A00FA4F3}" dt="2026-10-22T04:40:57.098" v="93268"/>
          <ac:spMkLst>
            <pc:docMk/>
            <pc:sldMk cId="936902391" sldId="320"/>
            <ac:spMk id="1002" creationId="{5EDB08F8-9556-B5FF-ADA0-7A608BBB4F7D}"/>
          </ac:spMkLst>
        </pc:spChg>
        <pc:spChg chg="mod">
          <ac:chgData name="Jethro Hotbatahi Hasoloan" userId="6704a177-17bb-4244-9c06-d865e36c920b" providerId="ADAL" clId="{3E066727-BBB6-4D37-A6B5-32C7A00FA4F3}" dt="2026-10-22T04:40:57.098" v="93269"/>
          <ac:spMkLst>
            <pc:docMk/>
            <pc:sldMk cId="936902391" sldId="320"/>
            <ac:spMk id="1003" creationId="{1AF8AFC6-ACC6-981B-BBF6-003B2B10EF12}"/>
          </ac:spMkLst>
        </pc:spChg>
        <pc:spChg chg="del mod">
          <ac:chgData name="Jethro Hotbatahi Hasoloan" userId="6704a177-17bb-4244-9c06-d865e36c920b" providerId="ADAL" clId="{3E066727-BBB6-4D37-A6B5-32C7A00FA4F3}" dt="2026-10-22T03:23:35.995" v="36537"/>
          <ac:spMkLst>
            <pc:docMk/>
            <pc:sldMk cId="936902391" sldId="320"/>
            <ac:spMk id="1004" creationId="{4C6E51D3-A874-A2CF-10AE-284886A25F52}"/>
          </ac:spMkLst>
        </pc:spChg>
        <pc:spChg chg="add del mod modVis">
          <ac:chgData name="Jethro Hotbatahi Hasoloan" userId="6704a177-17bb-4244-9c06-d865e36c920b" providerId="ADAL" clId="{3E066727-BBB6-4D37-A6B5-32C7A00FA4F3}" dt="2026-10-22T03:29:19.489" v="43058"/>
          <ac:spMkLst>
            <pc:docMk/>
            <pc:sldMk cId="936902391" sldId="320"/>
            <ac:spMk id="1005" creationId="{7F259A69-C8D4-6C6D-8C4B-0C8641759F3E}"/>
          </ac:spMkLst>
        </pc:spChg>
        <pc:spChg chg="add del mod modVis">
          <ac:chgData name="Jethro Hotbatahi Hasoloan" userId="6704a177-17bb-4244-9c06-d865e36c920b" providerId="ADAL" clId="{3E066727-BBB6-4D37-A6B5-32C7A00FA4F3}" dt="2026-10-22T03:29:23.080" v="43348"/>
          <ac:spMkLst>
            <pc:docMk/>
            <pc:sldMk cId="936902391" sldId="320"/>
            <ac:spMk id="1007" creationId="{0CA6ACAD-4D7C-5003-641C-244CD1900539}"/>
          </ac:spMkLst>
        </pc:spChg>
        <pc:spChg chg="add del mod modVis">
          <ac:chgData name="Jethro Hotbatahi Hasoloan" userId="6704a177-17bb-4244-9c06-d865e36c920b" providerId="ADAL" clId="{3E066727-BBB6-4D37-A6B5-32C7A00FA4F3}" dt="2026-10-22T03:29:26.419" v="43636"/>
          <ac:spMkLst>
            <pc:docMk/>
            <pc:sldMk cId="936902391" sldId="320"/>
            <ac:spMk id="1009" creationId="{9974C530-A4A6-7195-F765-2D5AF8AB4C69}"/>
          </ac:spMkLst>
        </pc:spChg>
        <pc:spChg chg="add del mod modVis">
          <ac:chgData name="Jethro Hotbatahi Hasoloan" userId="6704a177-17bb-4244-9c06-d865e36c920b" providerId="ADAL" clId="{3E066727-BBB6-4D37-A6B5-32C7A00FA4F3}" dt="2026-10-22T03:29:31.188" v="43996"/>
          <ac:spMkLst>
            <pc:docMk/>
            <pc:sldMk cId="936902391" sldId="320"/>
            <ac:spMk id="1011" creationId="{81EE7F71-1405-301D-B473-3326B31B9A03}"/>
          </ac:spMkLst>
        </pc:spChg>
        <pc:spChg chg="add del mod ord">
          <ac:chgData name="Jethro Hotbatahi Hasoloan" userId="6704a177-17bb-4244-9c06-d865e36c920b" providerId="ADAL" clId="{3E066727-BBB6-4D37-A6B5-32C7A00FA4F3}" dt="2026-10-22T04:31:22.428" v="86113"/>
          <ac:spMkLst>
            <pc:docMk/>
            <pc:sldMk cId="936902391" sldId="320"/>
            <ac:spMk id="1012" creationId="{BD216A17-046B-A5E5-B448-40CC2B039FC8}"/>
          </ac:spMkLst>
        </pc:spChg>
        <pc:spChg chg="add del mod modVis">
          <ac:chgData name="Jethro Hotbatahi Hasoloan" userId="6704a177-17bb-4244-9c06-d865e36c920b" providerId="ADAL" clId="{3E066727-BBB6-4D37-A6B5-32C7A00FA4F3}" dt="2026-10-22T03:29:35.709" v="44304"/>
          <ac:spMkLst>
            <pc:docMk/>
            <pc:sldMk cId="936902391" sldId="320"/>
            <ac:spMk id="1014" creationId="{F09A4B6E-5524-2FE9-4DEE-6CAF836FF098}"/>
          </ac:spMkLst>
        </pc:spChg>
        <pc:spChg chg="add del mod modVis">
          <ac:chgData name="Jethro Hotbatahi Hasoloan" userId="6704a177-17bb-4244-9c06-d865e36c920b" providerId="ADAL" clId="{3E066727-BBB6-4D37-A6B5-32C7A00FA4F3}" dt="2026-10-22T03:29:38.907" v="44616"/>
          <ac:spMkLst>
            <pc:docMk/>
            <pc:sldMk cId="936902391" sldId="320"/>
            <ac:spMk id="1016" creationId="{C043FDE1-5614-E6C3-6C5A-CA85A1708C74}"/>
          </ac:spMkLst>
        </pc:spChg>
        <pc:spChg chg="add del mod modVis">
          <ac:chgData name="Jethro Hotbatahi Hasoloan" userId="6704a177-17bb-4244-9c06-d865e36c920b" providerId="ADAL" clId="{3E066727-BBB6-4D37-A6B5-32C7A00FA4F3}" dt="2026-10-22T03:29:40.735" v="44924"/>
          <ac:spMkLst>
            <pc:docMk/>
            <pc:sldMk cId="936902391" sldId="320"/>
            <ac:spMk id="1018" creationId="{4F56A3F4-C70E-3BDD-E4CB-7EE90E0D9F01}"/>
          </ac:spMkLst>
        </pc:spChg>
        <pc:spChg chg="add del mod modVis">
          <ac:chgData name="Jethro Hotbatahi Hasoloan" userId="6704a177-17bb-4244-9c06-d865e36c920b" providerId="ADAL" clId="{3E066727-BBB6-4D37-A6B5-32C7A00FA4F3}" dt="2026-10-22T03:29:43.125" v="45232"/>
          <ac:spMkLst>
            <pc:docMk/>
            <pc:sldMk cId="936902391" sldId="320"/>
            <ac:spMk id="1020" creationId="{1B97F48C-53A1-08A1-E6A2-723481FF2EFC}"/>
          </ac:spMkLst>
        </pc:spChg>
        <pc:grpChg chg="del mod">
          <ac:chgData name="Jethro Hotbatahi Hasoloan" userId="6704a177-17bb-4244-9c06-d865e36c920b" providerId="ADAL" clId="{3E066727-BBB6-4D37-A6B5-32C7A00FA4F3}" dt="2026-10-22T02:49:11.674" v="34390" actId="478"/>
          <ac:grpSpMkLst>
            <pc:docMk/>
            <pc:sldMk cId="936902391" sldId="320"/>
            <ac:grpSpMk id="160" creationId="{B694C7B2-EF7F-15A0-2895-477DB0635220}"/>
          </ac:grpSpMkLst>
        </pc:grpChg>
        <pc:grpChg chg="del mod">
          <ac:chgData name="Jethro Hotbatahi Hasoloan" userId="6704a177-17bb-4244-9c06-d865e36c920b" providerId="ADAL" clId="{3E066727-BBB6-4D37-A6B5-32C7A00FA4F3}" dt="2026-10-22T03:25:19.941" v="41829" actId="478"/>
          <ac:grpSpMkLst>
            <pc:docMk/>
            <pc:sldMk cId="936902391" sldId="320"/>
            <ac:grpSpMk id="171" creationId="{D6BEE95C-184F-7E95-A6F4-8DEDE55CD712}"/>
          </ac:grpSpMkLst>
        </pc:grpChg>
        <pc:grpChg chg="mod ord">
          <ac:chgData name="Jethro Hotbatahi Hasoloan" userId="6704a177-17bb-4244-9c06-d865e36c920b" providerId="ADAL" clId="{3E066727-BBB6-4D37-A6B5-32C7A00FA4F3}" dt="2026-10-22T04:40:57.027" v="93163"/>
          <ac:grpSpMkLst>
            <pc:docMk/>
            <pc:sldMk cId="936902391" sldId="320"/>
            <ac:grpSpMk id="1021" creationId="{68723745-D8B4-D4B2-8E72-FA0282D3910F}"/>
          </ac:grpSpMkLst>
        </pc:grpChg>
        <pc:grpChg chg="mod ord">
          <ac:chgData name="Jethro Hotbatahi Hasoloan" userId="6704a177-17bb-4244-9c06-d865e36c920b" providerId="ADAL" clId="{3E066727-BBB6-4D37-A6B5-32C7A00FA4F3}" dt="2026-10-22T04:40:57.098" v="93271"/>
          <ac:grpSpMkLst>
            <pc:docMk/>
            <pc:sldMk cId="936902391" sldId="320"/>
            <ac:grpSpMk id="1022" creationId="{95450F02-5923-5E8D-6E6D-17EEF0021292}"/>
          </ac:grpSpMkLst>
        </pc:grpChg>
        <pc:graphicFrameChg chg="mod">
          <ac:chgData name="Jethro Hotbatahi Hasoloan" userId="6704a177-17bb-4244-9c06-d865e36c920b" providerId="ADAL" clId="{3E066727-BBB6-4D37-A6B5-32C7A00FA4F3}" dt="2026-10-22T04:42:26.113" v="93349"/>
          <ac:graphicFrameMkLst>
            <pc:docMk/>
            <pc:sldMk cId="936902391" sldId="320"/>
            <ac:graphicFrameMk id="4" creationId="{16A71F42-51FD-C84F-60B9-C71443B1ED6E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3:46:30.746" v="54751"/>
          <ac:graphicFrameMkLst>
            <pc:docMk/>
            <pc:sldMk cId="936902391" sldId="320"/>
            <ac:graphicFrameMk id="10" creationId="{E4E91B0C-4E1F-ACCF-BECF-4421BBE7E3E4}"/>
          </ac:graphicFrameMkLst>
        </pc:graphicFrameChg>
        <pc:graphicFrameChg chg="del">
          <ac:chgData name="Jethro Hotbatahi Hasoloan" userId="6704a177-17bb-4244-9c06-d865e36c920b" providerId="ADAL" clId="{3E066727-BBB6-4D37-A6B5-32C7A00FA4F3}" dt="2026-10-22T02:43:47.391" v="28101"/>
          <ac:graphicFrameMkLst>
            <pc:docMk/>
            <pc:sldMk cId="936902391" sldId="320"/>
            <ac:graphicFrameMk id="21" creationId="{BE82FE9E-C79E-BDF2-E1F3-4CB0CF97C25A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3:51:51.923" v="61980"/>
          <ac:graphicFrameMkLst>
            <pc:docMk/>
            <pc:sldMk cId="936902391" sldId="320"/>
            <ac:graphicFrameMk id="25" creationId="{051B87BE-7435-BF5D-6D4A-2F381011511C}"/>
          </ac:graphicFrameMkLst>
        </pc:graphicFrameChg>
        <pc:graphicFrameChg chg="del">
          <ac:chgData name="Jethro Hotbatahi Hasoloan" userId="6704a177-17bb-4244-9c06-d865e36c920b" providerId="ADAL" clId="{3E066727-BBB6-4D37-A6B5-32C7A00FA4F3}" dt="2026-10-22T02:43:47.471" v="28118"/>
          <ac:graphicFrameMkLst>
            <pc:docMk/>
            <pc:sldMk cId="936902391" sldId="320"/>
            <ac:graphicFrameMk id="28" creationId="{80F81D96-6308-DA81-5B55-C3B7DB68C38F}"/>
          </ac:graphicFrameMkLst>
        </pc:graphicFrameChg>
        <pc:graphicFrameChg chg="del">
          <ac:chgData name="Jethro Hotbatahi Hasoloan" userId="6704a177-17bb-4244-9c06-d865e36c920b" providerId="ADAL" clId="{3E066727-BBB6-4D37-A6B5-32C7A00FA4F3}" dt="2026-10-22T02:43:47.724" v="28200"/>
          <ac:graphicFrameMkLst>
            <pc:docMk/>
            <pc:sldMk cId="936902391" sldId="320"/>
            <ac:graphicFrameMk id="39" creationId="{248850A5-7AE5-64F9-3B2B-514742510B7F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3:55:20.807" v="65806"/>
          <ac:graphicFrameMkLst>
            <pc:docMk/>
            <pc:sldMk cId="936902391" sldId="320"/>
            <ac:graphicFrameMk id="40" creationId="{8EEA3CE2-8708-CD25-67F0-4801EBEC12B4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2:46:44.535" v="28889"/>
          <ac:graphicFrameMkLst>
            <pc:docMk/>
            <pc:sldMk cId="936902391" sldId="320"/>
            <ac:graphicFrameMk id="41" creationId="{CF666C8D-A89D-AA22-7502-EB6594966D39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3:26:12.542" v="41935"/>
          <ac:graphicFrameMkLst>
            <pc:docMk/>
            <pc:sldMk cId="936902391" sldId="320"/>
            <ac:graphicFrameMk id="42" creationId="{55999DB7-ED3F-5318-3C6A-98218C60A866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3:23:36.274" v="36663"/>
          <ac:graphicFrameMkLst>
            <pc:docMk/>
            <pc:sldMk cId="936902391" sldId="320"/>
            <ac:graphicFrameMk id="43" creationId="{4C5DD650-3CAB-FAA0-A1F8-81B57BBE8B8B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2:46:59.665" v="29245"/>
          <ac:graphicFrameMkLst>
            <pc:docMk/>
            <pc:sldMk cId="936902391" sldId="320"/>
            <ac:graphicFrameMk id="45" creationId="{E75B7931-CB10-EB70-5D3E-D207A2EDD0C2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2:47:04.224" v="29601"/>
          <ac:graphicFrameMkLst>
            <pc:docMk/>
            <pc:sldMk cId="936902391" sldId="320"/>
            <ac:graphicFrameMk id="47" creationId="{C78C40F6-471E-4AAD-CE68-BD95FD61EDEE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2:47:09.360" v="29957"/>
          <ac:graphicFrameMkLst>
            <pc:docMk/>
            <pc:sldMk cId="936902391" sldId="320"/>
            <ac:graphicFrameMk id="50" creationId="{FD7B97EA-AC2F-8EB6-0946-320F81B4B545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2:47:12.643" v="30313"/>
          <ac:graphicFrameMkLst>
            <pc:docMk/>
            <pc:sldMk cId="936902391" sldId="320"/>
            <ac:graphicFrameMk id="54" creationId="{6FE578CC-F8AD-B0BB-99B4-26FEB8A5E10E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2:47:14.998" v="30684"/>
          <ac:graphicFrameMkLst>
            <pc:docMk/>
            <pc:sldMk cId="936902391" sldId="320"/>
            <ac:graphicFrameMk id="62" creationId="{5E8F44B0-271D-468A-9D0E-5BE997235C02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2:47:19.469" v="31038"/>
          <ac:graphicFrameMkLst>
            <pc:docMk/>
            <pc:sldMk cId="936902391" sldId="320"/>
            <ac:graphicFrameMk id="65" creationId="{ABE1D207-8088-1C21-CCCD-0559926D7C4C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2:47:28.186" v="31392"/>
          <ac:graphicFrameMkLst>
            <pc:docMk/>
            <pc:sldMk cId="936902391" sldId="320"/>
            <ac:graphicFrameMk id="67" creationId="{BC63AFAF-FF42-9D0E-9F3F-B6C19EDA5A64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2:47:33.533" v="31746"/>
          <ac:graphicFrameMkLst>
            <pc:docMk/>
            <pc:sldMk cId="936902391" sldId="320"/>
            <ac:graphicFrameMk id="69" creationId="{CF0540B6-6949-D88C-06A6-BA4CE58DEC6C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2:47:45.816" v="32078"/>
          <ac:graphicFrameMkLst>
            <pc:docMk/>
            <pc:sldMk cId="936902391" sldId="320"/>
            <ac:graphicFrameMk id="71" creationId="{C3E72B08-20DE-F1F7-04D4-7F18AEB94EF0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2:47:57.206" v="32421"/>
          <ac:graphicFrameMkLst>
            <pc:docMk/>
            <pc:sldMk cId="936902391" sldId="320"/>
            <ac:graphicFrameMk id="75" creationId="{F7C6D3C2-E07D-2A2A-09CC-CACFD55CCFE0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2:48:09.915" v="32755"/>
          <ac:graphicFrameMkLst>
            <pc:docMk/>
            <pc:sldMk cId="936902391" sldId="320"/>
            <ac:graphicFrameMk id="77" creationId="{DDECC19F-E7B2-A099-9C7D-F07571F63A97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2:48:12.810" v="33087"/>
          <ac:graphicFrameMkLst>
            <pc:docMk/>
            <pc:sldMk cId="936902391" sldId="320"/>
            <ac:graphicFrameMk id="79" creationId="{8B7C1CD6-834D-FE29-B728-2F8A06FA2721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2:48:17.741" v="33419"/>
          <ac:graphicFrameMkLst>
            <pc:docMk/>
            <pc:sldMk cId="936902391" sldId="320"/>
            <ac:graphicFrameMk id="81" creationId="{81BF4DEB-F9F5-2342-438D-8DADADBF1389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2:48:22.411" v="33749"/>
          <ac:graphicFrameMkLst>
            <pc:docMk/>
            <pc:sldMk cId="936902391" sldId="320"/>
            <ac:graphicFrameMk id="83" creationId="{6C5DE769-0876-EB9C-2384-61F0E44BF5EA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2:48:29.667" v="34090"/>
          <ac:graphicFrameMkLst>
            <pc:docMk/>
            <pc:sldMk cId="936902391" sldId="320"/>
            <ac:graphicFrameMk id="85" creationId="{6B65E430-85DE-31E9-2589-65F281C92F06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28:43.481" v="78564"/>
          <ac:graphicFrameMkLst>
            <pc:docMk/>
            <pc:sldMk cId="936902391" sldId="320"/>
            <ac:graphicFrameMk id="87" creationId="{A61286BE-A58C-E21C-B15A-4D008DE73E73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3:23:43.795" v="36987"/>
          <ac:graphicFrameMkLst>
            <pc:docMk/>
            <pc:sldMk cId="936902391" sldId="320"/>
            <ac:graphicFrameMk id="89" creationId="{BE9ED487-B0EF-CBEC-6642-22A3C6A5FA17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3:23:47.780" v="37311"/>
          <ac:graphicFrameMkLst>
            <pc:docMk/>
            <pc:sldMk cId="936902391" sldId="320"/>
            <ac:graphicFrameMk id="92" creationId="{73CFBEC1-C73E-5D68-8B1B-2B44CE4BBB9C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3:23:53.143" v="37635"/>
          <ac:graphicFrameMkLst>
            <pc:docMk/>
            <pc:sldMk cId="936902391" sldId="320"/>
            <ac:graphicFrameMk id="94" creationId="{07A30E77-D8B6-97E4-527F-4C5BC165E07E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3:23:57.772" v="37959"/>
          <ac:graphicFrameMkLst>
            <pc:docMk/>
            <pc:sldMk cId="936902391" sldId="320"/>
            <ac:graphicFrameMk id="96" creationId="{DB74566A-2186-4976-C186-80B8BD256209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3:24:02.312" v="38305"/>
          <ac:graphicFrameMkLst>
            <pc:docMk/>
            <pc:sldMk cId="936902391" sldId="320"/>
            <ac:graphicFrameMk id="98" creationId="{B11FC22A-1614-9DF4-F61E-563A1982803C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3:24:24.422" v="38631"/>
          <ac:graphicFrameMkLst>
            <pc:docMk/>
            <pc:sldMk cId="936902391" sldId="320"/>
            <ac:graphicFrameMk id="100" creationId="{B862969A-02F4-9C6B-7786-E9FF35318B97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3:24:26.915" v="38957"/>
          <ac:graphicFrameMkLst>
            <pc:docMk/>
            <pc:sldMk cId="936902391" sldId="320"/>
            <ac:graphicFrameMk id="104" creationId="{7A96CF92-3DA2-8CCE-B3D4-6E2553051161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3:24:30.920" v="39283"/>
          <ac:graphicFrameMkLst>
            <pc:docMk/>
            <pc:sldMk cId="936902391" sldId="320"/>
            <ac:graphicFrameMk id="108" creationId="{2E2C2512-0E0A-7577-5D79-4CB7F0D94FF3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3:24:35.307" v="39607"/>
          <ac:graphicFrameMkLst>
            <pc:docMk/>
            <pc:sldMk cId="936902391" sldId="320"/>
            <ac:graphicFrameMk id="110" creationId="{DA3F9A84-ED97-66F6-CDFC-1379533C3DA0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3:24:39.398" v="39950"/>
          <ac:graphicFrameMkLst>
            <pc:docMk/>
            <pc:sldMk cId="936902391" sldId="320"/>
            <ac:graphicFrameMk id="112" creationId="{28BF90E3-9769-10BA-76CC-D2CA52707C40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3:24:46.220" v="40260"/>
          <ac:graphicFrameMkLst>
            <pc:docMk/>
            <pc:sldMk cId="936902391" sldId="320"/>
            <ac:graphicFrameMk id="114" creationId="{A83FE9C0-F52F-2AEF-0262-B8CD2918D954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3:24:50.935" v="40570"/>
          <ac:graphicFrameMkLst>
            <pc:docMk/>
            <pc:sldMk cId="936902391" sldId="320"/>
            <ac:graphicFrameMk id="119" creationId="{73FD3312-004A-FB9C-A65B-49BF0B2CD7EC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3:24:55.585" v="40880"/>
          <ac:graphicFrameMkLst>
            <pc:docMk/>
            <pc:sldMk cId="936902391" sldId="320"/>
            <ac:graphicFrameMk id="121" creationId="{46E561E6-4755-317F-A9DC-70D008F648DF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3:24:59.656" v="41224"/>
          <ac:graphicFrameMkLst>
            <pc:docMk/>
            <pc:sldMk cId="936902391" sldId="320"/>
            <ac:graphicFrameMk id="123" creationId="{29B87D21-91EF-EC9B-A5C3-89751A2813FE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3:25:06.085" v="41558"/>
          <ac:graphicFrameMkLst>
            <pc:docMk/>
            <pc:sldMk cId="936902391" sldId="320"/>
            <ac:graphicFrameMk id="126" creationId="{B3B8B3B1-F36F-9EC0-ED96-80E35D73A3C3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3:47:04.270" v="57012"/>
          <ac:graphicFrameMkLst>
            <pc:docMk/>
            <pc:sldMk cId="936902391" sldId="320"/>
            <ac:graphicFrameMk id="131" creationId="{74D2613C-4FAF-B0DA-755E-4C03CCDE6BD9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3:47:08.681" v="57697"/>
          <ac:graphicFrameMkLst>
            <pc:docMk/>
            <pc:sldMk cId="936902391" sldId="320"/>
            <ac:graphicFrameMk id="134" creationId="{6D15F217-0886-1C99-3380-397E20FAB16F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3:47:11.506" v="58069"/>
          <ac:graphicFrameMkLst>
            <pc:docMk/>
            <pc:sldMk cId="936902391" sldId="320"/>
            <ac:graphicFrameMk id="201" creationId="{A10D3A69-8039-671A-61F8-06111C41EA4C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3:48:21.859" v="58383"/>
          <ac:graphicFrameMkLst>
            <pc:docMk/>
            <pc:sldMk cId="936902391" sldId="320"/>
            <ac:graphicFrameMk id="204" creationId="{D428C601-2561-E600-1C6A-92A846538C16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3:48:26.967" v="58744"/>
          <ac:graphicFrameMkLst>
            <pc:docMk/>
            <pc:sldMk cId="936902391" sldId="320"/>
            <ac:graphicFrameMk id="206" creationId="{477B594B-5219-1EC5-D87D-68766D7DCFF5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3:48:30.561" v="59056"/>
          <ac:graphicFrameMkLst>
            <pc:docMk/>
            <pc:sldMk cId="936902391" sldId="320"/>
            <ac:graphicFrameMk id="210" creationId="{B1B1596E-CCEE-8A09-BB29-2BAB4791C0C0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3:48:35.699" v="59370"/>
          <ac:graphicFrameMkLst>
            <pc:docMk/>
            <pc:sldMk cId="936902391" sldId="320"/>
            <ac:graphicFrameMk id="214" creationId="{801F12CD-A34D-5198-527E-B3E437911246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3:48:38.797" v="59772"/>
          <ac:graphicFrameMkLst>
            <pc:docMk/>
            <pc:sldMk cId="936902391" sldId="320"/>
            <ac:graphicFrameMk id="218" creationId="{9A881FBC-213A-7BA2-475F-B2005558004F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3:51:11.755" v="60102"/>
          <ac:graphicFrameMkLst>
            <pc:docMk/>
            <pc:sldMk cId="936902391" sldId="320"/>
            <ac:graphicFrameMk id="221" creationId="{A65DE5CB-763D-AA0C-3959-04AF5471C582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3:51:13.309" v="60344"/>
          <ac:graphicFrameMkLst>
            <pc:docMk/>
            <pc:sldMk cId="936902391" sldId="320"/>
            <ac:graphicFrameMk id="224" creationId="{AA573228-F2CA-0B09-43B8-E0429290E678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3:51:13.564" v="60593"/>
          <ac:graphicFrameMkLst>
            <pc:docMk/>
            <pc:sldMk cId="936902391" sldId="320"/>
            <ac:graphicFrameMk id="225" creationId="{7885CD7F-EC4F-CABF-8787-8594AA2D9CC1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3:51:17.555" v="60835"/>
          <ac:graphicFrameMkLst>
            <pc:docMk/>
            <pc:sldMk cId="936902391" sldId="320"/>
            <ac:graphicFrameMk id="226" creationId="{72D9BEB7-E7EA-C183-3CE8-65CF2C658964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36:19.937" v="86662"/>
          <ac:graphicFrameMkLst>
            <pc:docMk/>
            <pc:sldMk cId="936902391" sldId="320"/>
            <ac:graphicFrameMk id="227" creationId="{9026A5D9-2CC8-203A-286A-A8EF7950FFE6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3:51:22.031" v="61382"/>
          <ac:graphicFrameMkLst>
            <pc:docMk/>
            <pc:sldMk cId="936902391" sldId="320"/>
            <ac:graphicFrameMk id="230" creationId="{CD467CAF-FDD1-520E-F27E-4797FE19A4B7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3:51:23.827" v="61682"/>
          <ac:graphicFrameMkLst>
            <pc:docMk/>
            <pc:sldMk cId="936902391" sldId="320"/>
            <ac:graphicFrameMk id="231" creationId="{708409FA-47B0-6F9C-779F-98832F56508D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30:22.324" v="81036"/>
          <ac:graphicFrameMkLst>
            <pc:docMk/>
            <pc:sldMk cId="936902391" sldId="320"/>
            <ac:graphicFrameMk id="234" creationId="{DB412D5D-DF82-6885-566F-078874039C24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3:51:54.586" v="62257"/>
          <ac:graphicFrameMkLst>
            <pc:docMk/>
            <pc:sldMk cId="936902391" sldId="320"/>
            <ac:graphicFrameMk id="237" creationId="{6AE295A2-7A7F-16D1-B78F-C52DA76FA69A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3:52:05.132" v="62551"/>
          <ac:graphicFrameMkLst>
            <pc:docMk/>
            <pc:sldMk cId="936902391" sldId="320"/>
            <ac:graphicFrameMk id="239" creationId="{133342E4-CB36-7B51-783F-7EBCBB362CB4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3:52:10.424" v="62845"/>
          <ac:graphicFrameMkLst>
            <pc:docMk/>
            <pc:sldMk cId="936902391" sldId="320"/>
            <ac:graphicFrameMk id="241" creationId="{8D4E2380-E7B8-FC08-F45D-137D8A3DEEA8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3:52:16.848" v="63135"/>
          <ac:graphicFrameMkLst>
            <pc:docMk/>
            <pc:sldMk cId="936902391" sldId="320"/>
            <ac:graphicFrameMk id="243" creationId="{B47AAFDC-D9BC-5CD6-958D-47F47F4A27DF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3:52:19.052" v="63425"/>
          <ac:graphicFrameMkLst>
            <pc:docMk/>
            <pc:sldMk cId="936902391" sldId="320"/>
            <ac:graphicFrameMk id="245" creationId="{47B1D29D-764D-9DA9-51EB-30E895744102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3:52:25.209" v="63715"/>
          <ac:graphicFrameMkLst>
            <pc:docMk/>
            <pc:sldMk cId="936902391" sldId="320"/>
            <ac:graphicFrameMk id="247" creationId="{EA25A9D8-73BE-EE45-917B-2A40290A5F02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3:52:28.370" v="64005"/>
          <ac:graphicFrameMkLst>
            <pc:docMk/>
            <pc:sldMk cId="936902391" sldId="320"/>
            <ac:graphicFrameMk id="252" creationId="{0D996CDC-3756-F0E8-AB86-898743BAA8C4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3:52:31.182" v="64312"/>
          <ac:graphicFrameMkLst>
            <pc:docMk/>
            <pc:sldMk cId="936902391" sldId="320"/>
            <ac:graphicFrameMk id="254" creationId="{C40FD905-B895-6535-F836-071223962D9F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36:50.914" v="89433"/>
          <ac:graphicFrameMkLst>
            <pc:docMk/>
            <pc:sldMk cId="936902391" sldId="320"/>
            <ac:graphicFrameMk id="256" creationId="{1888957B-95E4-F073-9C63-4C4176CAAE19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36:53.060" v="89700"/>
          <ac:graphicFrameMkLst>
            <pc:docMk/>
            <pc:sldMk cId="936902391" sldId="320"/>
            <ac:graphicFrameMk id="260" creationId="{817D084E-48C4-A850-5226-2C16B8E5D5CC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36:55.718" v="89968"/>
          <ac:graphicFrameMkLst>
            <pc:docMk/>
            <pc:sldMk cId="936902391" sldId="320"/>
            <ac:graphicFrameMk id="265" creationId="{65C36EA9-205A-96E5-95D0-E55DFE8A391A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36:58.333" v="90236"/>
          <ac:graphicFrameMkLst>
            <pc:docMk/>
            <pc:sldMk cId="936902391" sldId="320"/>
            <ac:graphicFrameMk id="267" creationId="{546D1B43-754C-F319-146B-820BE3017830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37:00.540" v="90517"/>
          <ac:graphicFrameMkLst>
            <pc:docMk/>
            <pc:sldMk cId="936902391" sldId="320"/>
            <ac:graphicFrameMk id="270" creationId="{523E5C5B-0AD0-BDE6-C5BB-F317CC2F64AC}"/>
          </ac:graphicFrameMkLst>
        </pc:graphicFrameChg>
        <pc:graphicFrameChg chg="add mod ord">
          <ac:chgData name="Jethro Hotbatahi Hasoloan" userId="6704a177-17bb-4244-9c06-d865e36c920b" providerId="ADAL" clId="{3E066727-BBB6-4D37-A6B5-32C7A00FA4F3}" dt="2026-10-22T04:40:56.996" v="93103"/>
          <ac:graphicFrameMkLst>
            <pc:docMk/>
            <pc:sldMk cId="936902391" sldId="320"/>
            <ac:graphicFrameMk id="272" creationId="{BEFE35F3-536A-36E6-9597-5C382349BA40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37:31.267" v="91061"/>
          <ac:graphicFrameMkLst>
            <pc:docMk/>
            <pc:sldMk cId="936902391" sldId="320"/>
            <ac:graphicFrameMk id="275" creationId="{1030EBEC-5A28-99BD-9FE0-743BF8E46EA5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37:33.578" v="91333"/>
          <ac:graphicFrameMkLst>
            <pc:docMk/>
            <pc:sldMk cId="936902391" sldId="320"/>
            <ac:graphicFrameMk id="277" creationId="{6DA6A729-1D1A-3AE0-D248-D8C3CC08F660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37:36.421" v="91605"/>
          <ac:graphicFrameMkLst>
            <pc:docMk/>
            <pc:sldMk cId="936902391" sldId="320"/>
            <ac:graphicFrameMk id="280" creationId="{FEDFD57E-4270-F12A-CC63-198470A3D73E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37:38.124" v="91892"/>
          <ac:graphicFrameMkLst>
            <pc:docMk/>
            <pc:sldMk cId="936902391" sldId="320"/>
            <ac:graphicFrameMk id="284" creationId="{55914776-E67B-A13C-369A-100D2BEEF569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40:48.803" v="92196"/>
          <ac:graphicFrameMkLst>
            <pc:docMk/>
            <pc:sldMk cId="936902391" sldId="320"/>
            <ac:graphicFrameMk id="286" creationId="{7C1438E4-143D-15CC-8AAA-72163098ADCF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40:51.175" v="92484"/>
          <ac:graphicFrameMkLst>
            <pc:docMk/>
            <pc:sldMk cId="936902391" sldId="320"/>
            <ac:graphicFrameMk id="288" creationId="{19A700A6-9A61-4B12-661E-055E3B0AFDCB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40:53.937" v="92772"/>
          <ac:graphicFrameMkLst>
            <pc:docMk/>
            <pc:sldMk cId="936902391" sldId="320"/>
            <ac:graphicFrameMk id="290" creationId="{36058A9A-0327-39F8-2B4D-7B85597C6670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40:56.848" v="93077"/>
          <ac:graphicFrameMkLst>
            <pc:docMk/>
            <pc:sldMk cId="936902391" sldId="320"/>
            <ac:graphicFrameMk id="292" creationId="{606B8AFF-59F5-8224-4E8A-EEEE7AAB6D5A}"/>
          </ac:graphicFrameMkLst>
        </pc:graphicFrameChg>
        <pc:graphicFrameChg chg="add mod ord">
          <ac:chgData name="Jethro Hotbatahi Hasoloan" userId="6704a177-17bb-4244-9c06-d865e36c920b" providerId="ADAL" clId="{3E066727-BBB6-4D37-A6B5-32C7A00FA4F3}" dt="2026-10-22T04:40:57.012" v="93129"/>
          <ac:graphicFrameMkLst>
            <pc:docMk/>
            <pc:sldMk cId="936902391" sldId="320"/>
            <ac:graphicFrameMk id="296" creationId="{1782FDF2-7E90-F2CB-0A30-8E564CD7C5A3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3:29:46.906" v="45289"/>
          <ac:graphicFrameMkLst>
            <pc:docMk/>
            <pc:sldMk cId="936902391" sldId="320"/>
            <ac:graphicFrameMk id="515" creationId="{69223ADE-375B-C13E-65F5-C3B6B508271D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10:39.479" v="75135"/>
          <ac:graphicFrameMkLst>
            <pc:docMk/>
            <pc:sldMk cId="936902391" sldId="320"/>
            <ac:graphicFrameMk id="517" creationId="{E463B2BE-6799-23BC-1314-058AAB46A459}"/>
          </ac:graphicFrameMkLst>
        </pc:graphicFrameChg>
        <pc:graphicFrameChg chg="add mod ord">
          <ac:chgData name="Jethro Hotbatahi Hasoloan" userId="6704a177-17bb-4244-9c06-d865e36c920b" providerId="ADAL" clId="{3E066727-BBB6-4D37-A6B5-32C7A00FA4F3}" dt="2026-10-22T03:33:42.463" v="45893" actId="1076"/>
          <ac:graphicFrameMkLst>
            <pc:docMk/>
            <pc:sldMk cId="936902391" sldId="320"/>
            <ac:graphicFrameMk id="519" creationId="{96C89F5A-1BAF-5127-FE41-99A6D68C859F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3:37:06.476" v="49220"/>
          <ac:graphicFrameMkLst>
            <pc:docMk/>
            <pc:sldMk cId="936902391" sldId="320"/>
            <ac:graphicFrameMk id="526" creationId="{A226275C-C445-B21E-3FF7-D89805E9EEAA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3:37:24.371" v="49518"/>
          <ac:graphicFrameMkLst>
            <pc:docMk/>
            <pc:sldMk cId="936902391" sldId="320"/>
            <ac:graphicFrameMk id="527" creationId="{0DDE2E0B-42CA-37FF-52F3-49D4ED0DE195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3:37:28.374" v="49766"/>
          <ac:graphicFrameMkLst>
            <pc:docMk/>
            <pc:sldMk cId="936902391" sldId="320"/>
            <ac:graphicFrameMk id="529" creationId="{35B074C8-07B4-AD38-E629-B7F0DA9E7766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3:37:29.503" v="50064"/>
          <ac:graphicFrameMkLst>
            <pc:docMk/>
            <pc:sldMk cId="936902391" sldId="320"/>
            <ac:graphicFrameMk id="530" creationId="{91AE4C05-2B72-8A9D-F7F3-52AD5020D3D9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3:37:44.517" v="51410"/>
          <ac:graphicFrameMkLst>
            <pc:docMk/>
            <pc:sldMk cId="936902391" sldId="320"/>
            <ac:graphicFrameMk id="532" creationId="{B696BEBF-EA5B-3EA7-071D-7913AC265A7D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3:37:47.715" v="51710"/>
          <ac:graphicFrameMkLst>
            <pc:docMk/>
            <pc:sldMk cId="936902391" sldId="320"/>
            <ac:graphicFrameMk id="534" creationId="{D87FEF92-853A-E7B8-8977-EB10FDF163A1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3:37:50.645" v="51965"/>
          <ac:graphicFrameMkLst>
            <pc:docMk/>
            <pc:sldMk cId="936902391" sldId="320"/>
            <ac:graphicFrameMk id="539" creationId="{92C893E3-A52F-155C-AC5A-211041D7A74E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3:37:54.732" v="52272"/>
          <ac:graphicFrameMkLst>
            <pc:docMk/>
            <pc:sldMk cId="936902391" sldId="320"/>
            <ac:graphicFrameMk id="540" creationId="{C715D109-4B0E-EB9C-7BC2-A159D58930E5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3:37:56.205" v="52520"/>
          <ac:graphicFrameMkLst>
            <pc:docMk/>
            <pc:sldMk cId="936902391" sldId="320"/>
            <ac:graphicFrameMk id="542" creationId="{5F6B2E67-EEFA-3765-85A9-3D195B80E0A1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3:38:00.925" v="52817"/>
          <ac:graphicFrameMkLst>
            <pc:docMk/>
            <pc:sldMk cId="936902391" sldId="320"/>
            <ac:graphicFrameMk id="550" creationId="{096F7BE9-F24C-63AE-8CA7-E2D3332BB604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3:38:05.566" v="53065"/>
          <ac:graphicFrameMkLst>
            <pc:docMk/>
            <pc:sldMk cId="936902391" sldId="320"/>
            <ac:graphicFrameMk id="553" creationId="{97FF07DA-C237-0E2C-D11D-8ADC8E00D8A2}"/>
          </ac:graphicFrameMkLst>
        </pc:graphicFrameChg>
        <pc:graphicFrameChg chg="del">
          <ac:chgData name="Jethro Hotbatahi Hasoloan" userId="6704a177-17bb-4244-9c06-d865e36c920b" providerId="ADAL" clId="{3E066727-BBB6-4D37-A6B5-32C7A00FA4F3}" dt="2026-10-22T02:43:47.645" v="28188"/>
          <ac:graphicFrameMkLst>
            <pc:docMk/>
            <pc:sldMk cId="936902391" sldId="320"/>
            <ac:graphicFrameMk id="554" creationId="{8ACC591E-8814-3CD7-16BD-F8AB9FBBE308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3:38:06.119" v="53362"/>
          <ac:graphicFrameMkLst>
            <pc:docMk/>
            <pc:sldMk cId="936902391" sldId="320"/>
            <ac:graphicFrameMk id="555" creationId="{71515AC5-C4FC-DA2C-9667-229C70E3AB92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3:38:08.381" v="53610"/>
          <ac:graphicFrameMkLst>
            <pc:docMk/>
            <pc:sldMk cId="936902391" sldId="320"/>
            <ac:graphicFrameMk id="557" creationId="{91570F53-7EDA-6FC5-714A-D5CEED87C5B6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3:38:10.171" v="53907"/>
          <ac:graphicFrameMkLst>
            <pc:docMk/>
            <pc:sldMk cId="936902391" sldId="320"/>
            <ac:graphicFrameMk id="558" creationId="{AFAAB395-F05F-8342-98B1-03491F2C56A5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3:38:13.059" v="54155"/>
          <ac:graphicFrameMkLst>
            <pc:docMk/>
            <pc:sldMk cId="936902391" sldId="320"/>
            <ac:graphicFrameMk id="560" creationId="{9607C661-FADB-1003-0CE6-C05D7BCE4C68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3:38:13.441" v="54411"/>
          <ac:graphicFrameMkLst>
            <pc:docMk/>
            <pc:sldMk cId="936902391" sldId="320"/>
            <ac:graphicFrameMk id="561" creationId="{EEE6DD6A-6F43-5589-75FA-A28FE92175EC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3:51:20.985" v="61142"/>
          <ac:graphicFrameMkLst>
            <pc:docMk/>
            <pc:sldMk cId="936902391" sldId="320"/>
            <ac:graphicFrameMk id="562" creationId="{03F8F2DD-FFFC-6EF4-3D11-8766E2AAF60E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3:46:34.426" v="55059"/>
          <ac:graphicFrameMkLst>
            <pc:docMk/>
            <pc:sldMk cId="936902391" sldId="320"/>
            <ac:graphicFrameMk id="564" creationId="{90612BCD-5D7D-6DFF-C668-248830642CB6}"/>
          </ac:graphicFrameMkLst>
        </pc:graphicFrameChg>
        <pc:graphicFrameChg chg="del">
          <ac:chgData name="Jethro Hotbatahi Hasoloan" userId="6704a177-17bb-4244-9c06-d865e36c920b" providerId="ADAL" clId="{3E066727-BBB6-4D37-A6B5-32C7A00FA4F3}" dt="2026-10-22T02:43:47.550" v="28155"/>
          <ac:graphicFrameMkLst>
            <pc:docMk/>
            <pc:sldMk cId="936902391" sldId="320"/>
            <ac:graphicFrameMk id="566" creationId="{AF59E99A-CC7E-E001-8A75-8A62C5F4213D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3:46:36.863" v="55367"/>
          <ac:graphicFrameMkLst>
            <pc:docMk/>
            <pc:sldMk cId="936902391" sldId="320"/>
            <ac:graphicFrameMk id="567" creationId="{D85FC5FD-92CE-1694-45F5-5C6E715A675D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3:46:40.435" v="55675"/>
          <ac:graphicFrameMkLst>
            <pc:docMk/>
            <pc:sldMk cId="936902391" sldId="320"/>
            <ac:graphicFrameMk id="569" creationId="{82FDF1ED-D235-68DD-E3F0-102CEB806AFF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3:46:44.359" v="56003"/>
          <ac:graphicFrameMkLst>
            <pc:docMk/>
            <pc:sldMk cId="936902391" sldId="320"/>
            <ac:graphicFrameMk id="571" creationId="{FC85B079-4053-708B-13A1-9C3596FFEF9B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3:46:57.361" v="56317"/>
          <ac:graphicFrameMkLst>
            <pc:docMk/>
            <pc:sldMk cId="936902391" sldId="320"/>
            <ac:graphicFrameMk id="573" creationId="{8CC32256-1F04-873D-C3B2-1BCC183A94F4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3:47:01.267" v="56694"/>
          <ac:graphicFrameMkLst>
            <pc:docMk/>
            <pc:sldMk cId="936902391" sldId="320"/>
            <ac:graphicFrameMk id="575" creationId="{0D35392F-6566-BBE5-A0DC-819CEA75E5AB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3:52:36.538" v="64604"/>
          <ac:graphicFrameMkLst>
            <pc:docMk/>
            <pc:sldMk cId="936902391" sldId="320"/>
            <ac:graphicFrameMk id="641" creationId="{B6001DE2-8B56-B62D-55DC-C3BB83A720D5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3:52:38.856" v="64929"/>
          <ac:graphicFrameMkLst>
            <pc:docMk/>
            <pc:sldMk cId="936902391" sldId="320"/>
            <ac:graphicFrameMk id="643" creationId="{1703DD0B-17D7-B018-74B2-133C0941A878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3:52:41.596" v="65217"/>
          <ac:graphicFrameMkLst>
            <pc:docMk/>
            <pc:sldMk cId="936902391" sldId="320"/>
            <ac:graphicFrameMk id="645" creationId="{D5A46E9E-D7F4-1DC1-D849-2902B1D707B5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3:52:43.588" v="65527"/>
          <ac:graphicFrameMkLst>
            <pc:docMk/>
            <pc:sldMk cId="936902391" sldId="320"/>
            <ac:graphicFrameMk id="647" creationId="{E4DB130F-2FBB-4991-05B4-61A2C26C4092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37:28.722" v="90789"/>
          <ac:graphicFrameMkLst>
            <pc:docMk/>
            <pc:sldMk cId="936902391" sldId="320"/>
            <ac:graphicFrameMk id="650" creationId="{DBA3CEB2-24FE-E537-60F2-A04918CF7886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3:55:22.519" v="66082"/>
          <ac:graphicFrameMkLst>
            <pc:docMk/>
            <pc:sldMk cId="936902391" sldId="320"/>
            <ac:graphicFrameMk id="652" creationId="{DB6BC7DD-B6A7-8A74-E1F6-3CFB0B2717AE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3:55:25.084" v="66329"/>
          <ac:graphicFrameMkLst>
            <pc:docMk/>
            <pc:sldMk cId="936902391" sldId="320"/>
            <ac:graphicFrameMk id="654" creationId="{F63E0518-5ABB-7BF1-9402-28D7BB579EBC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3:55:27.539" v="66576"/>
          <ac:graphicFrameMkLst>
            <pc:docMk/>
            <pc:sldMk cId="936902391" sldId="320"/>
            <ac:graphicFrameMk id="656" creationId="{9A9F0933-6C80-965F-6EB0-4FA726B1D5BA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3:55:30.143" v="66846"/>
          <ac:graphicFrameMkLst>
            <pc:docMk/>
            <pc:sldMk cId="936902391" sldId="320"/>
            <ac:graphicFrameMk id="658" creationId="{D9953B67-524A-39FA-3817-4440B9FE9E02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3:55:38.612" v="67120"/>
          <ac:graphicFrameMkLst>
            <pc:docMk/>
            <pc:sldMk cId="936902391" sldId="320"/>
            <ac:graphicFrameMk id="660" creationId="{75A8AF14-1358-D965-93BD-FF792DB803C9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3:55:42.861" v="67390"/>
          <ac:graphicFrameMkLst>
            <pc:docMk/>
            <pc:sldMk cId="936902391" sldId="320"/>
            <ac:graphicFrameMk id="662" creationId="{C69FBE7F-70E3-432C-BE73-011CEE2A1483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3:55:47.014" v="67654"/>
          <ac:graphicFrameMkLst>
            <pc:docMk/>
            <pc:sldMk cId="936902391" sldId="320"/>
            <ac:graphicFrameMk id="664" creationId="{233B253C-599A-898B-8814-8F68CB3A83E6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3:55:50.141" v="67928"/>
          <ac:graphicFrameMkLst>
            <pc:docMk/>
            <pc:sldMk cId="936902391" sldId="320"/>
            <ac:graphicFrameMk id="666" creationId="{2E2F7EED-EADB-D18F-B8FA-587B648C57FB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3:55:56.985" v="68201"/>
          <ac:graphicFrameMkLst>
            <pc:docMk/>
            <pc:sldMk cId="936902391" sldId="320"/>
            <ac:graphicFrameMk id="668" creationId="{9D4CEDF0-8B83-5750-1A0D-8A6A3FCE689C}"/>
          </ac:graphicFrameMkLst>
        </pc:graphicFrameChg>
        <pc:graphicFrameChg chg="add mod ord">
          <ac:chgData name="Jethro Hotbatahi Hasoloan" userId="6704a177-17bb-4244-9c06-d865e36c920b" providerId="ADAL" clId="{3E066727-BBB6-4D37-A6B5-32C7A00FA4F3}" dt="2026-10-22T04:40:57.027" v="93156"/>
          <ac:graphicFrameMkLst>
            <pc:docMk/>
            <pc:sldMk cId="936902391" sldId="320"/>
            <ac:graphicFrameMk id="670" creationId="{0956661F-21BB-97FB-178D-0DE3E1FF6F41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10:42.084" v="75380"/>
          <ac:graphicFrameMkLst>
            <pc:docMk/>
            <pc:sldMk cId="936902391" sldId="320"/>
            <ac:graphicFrameMk id="671" creationId="{546861F7-37C1-D814-5582-D8B03B7585C3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10:52.576" v="75625"/>
          <ac:graphicFrameMkLst>
            <pc:docMk/>
            <pc:sldMk cId="936902391" sldId="320"/>
            <ac:graphicFrameMk id="672" creationId="{632EA3EE-D12B-A2EE-17F1-1CDF9CCB71CB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31:02.266" v="83863"/>
          <ac:graphicFrameMkLst>
            <pc:docMk/>
            <pc:sldMk cId="936902391" sldId="320"/>
            <ac:graphicFrameMk id="673" creationId="{09A75A1A-2119-2A2F-321C-44F0C6A9D36B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28:45.519" v="78836"/>
          <ac:graphicFrameMkLst>
            <pc:docMk/>
            <pc:sldMk cId="936902391" sldId="320"/>
            <ac:graphicFrameMk id="675" creationId="{646FDAFB-ACB2-D7E3-DF37-70B8999D8343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28:48.571" v="79108"/>
          <ac:graphicFrameMkLst>
            <pc:docMk/>
            <pc:sldMk cId="936902391" sldId="320"/>
            <ac:graphicFrameMk id="677" creationId="{9F5CF91A-C2AA-27F0-FCAD-13C7857CC5F1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28:51.220" v="79378"/>
          <ac:graphicFrameMkLst>
            <pc:docMk/>
            <pc:sldMk cId="936902391" sldId="320"/>
            <ac:graphicFrameMk id="679" creationId="{84EBB6CD-4AAE-E065-2D3B-9C95BD548C0D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28:54.089" v="79659"/>
          <ac:graphicFrameMkLst>
            <pc:docMk/>
            <pc:sldMk cId="936902391" sldId="320"/>
            <ac:graphicFrameMk id="681" creationId="{5D500EC9-03E5-AD41-0B20-393B1B92C985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28:57.625" v="79928"/>
          <ac:graphicFrameMkLst>
            <pc:docMk/>
            <pc:sldMk cId="936902391" sldId="320"/>
            <ac:graphicFrameMk id="683" creationId="{5594DA9D-FF13-4694-E8B6-D20DBFCFA80E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29:00.135" v="80200"/>
          <ac:graphicFrameMkLst>
            <pc:docMk/>
            <pc:sldMk cId="936902391" sldId="320"/>
            <ac:graphicFrameMk id="685" creationId="{FC69EEDB-3DDB-B0DD-DCFF-0080AB1A3266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29:04.002" v="80470"/>
          <ac:graphicFrameMkLst>
            <pc:docMk/>
            <pc:sldMk cId="936902391" sldId="320"/>
            <ac:graphicFrameMk id="687" creationId="{482E28D2-B41D-A559-D513-9FF18A51A93C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29:06.556" v="80751"/>
          <ac:graphicFrameMkLst>
            <pc:docMk/>
            <pc:sldMk cId="936902391" sldId="320"/>
            <ac:graphicFrameMk id="689" creationId="{EA114BD5-508D-E0CB-E4A9-A4C41533296F}"/>
          </ac:graphicFrameMkLst>
        </pc:graphicFrameChg>
        <pc:graphicFrameChg chg="add mod ord">
          <ac:chgData name="Jethro Hotbatahi Hasoloan" userId="6704a177-17bb-4244-9c06-d865e36c920b" providerId="ADAL" clId="{3E066727-BBB6-4D37-A6B5-32C7A00FA4F3}" dt="2026-10-22T04:40:57.043" v="93180"/>
          <ac:graphicFrameMkLst>
            <pc:docMk/>
            <pc:sldMk cId="936902391" sldId="320"/>
            <ac:graphicFrameMk id="691" creationId="{2FA85FEB-5594-7316-CA86-2B279868124B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30:25.295" v="81326"/>
          <ac:graphicFrameMkLst>
            <pc:docMk/>
            <pc:sldMk cId="936902391" sldId="320"/>
            <ac:graphicFrameMk id="693" creationId="{CA6476FA-AC69-AF97-06AF-5D889303F36E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30:26.910" v="81611"/>
          <ac:graphicFrameMkLst>
            <pc:docMk/>
            <pc:sldMk cId="936902391" sldId="320"/>
            <ac:graphicFrameMk id="695" creationId="{B8441D14-AF02-27B4-0A1C-5C5CEED975A7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30:28.867" v="81901"/>
          <ac:graphicFrameMkLst>
            <pc:docMk/>
            <pc:sldMk cId="936902391" sldId="320"/>
            <ac:graphicFrameMk id="697" creationId="{F9C636E5-123D-5894-1FDD-48127D3EC2A1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30:32.173" v="82186"/>
          <ac:graphicFrameMkLst>
            <pc:docMk/>
            <pc:sldMk cId="936902391" sldId="320"/>
            <ac:graphicFrameMk id="699" creationId="{B736E422-6ACB-BA38-3086-D23FFDB41B0A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30:36.518" v="82478"/>
          <ac:graphicFrameMkLst>
            <pc:docMk/>
            <pc:sldMk cId="936902391" sldId="320"/>
            <ac:graphicFrameMk id="701" creationId="{027A2A71-8E61-186B-1803-B7B8C9A1B290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30:38.257" v="82752"/>
          <ac:graphicFrameMkLst>
            <pc:docMk/>
            <pc:sldMk cId="936902391" sldId="320"/>
            <ac:graphicFrameMk id="703" creationId="{1754B935-56F2-A3F9-E3B7-242BD2F1F130}"/>
          </ac:graphicFrameMkLst>
        </pc:graphicFrameChg>
        <pc:graphicFrameChg chg="del">
          <ac:chgData name="Jethro Hotbatahi Hasoloan" userId="6704a177-17bb-4244-9c06-d865e36c920b" providerId="ADAL" clId="{3E066727-BBB6-4D37-A6B5-32C7A00FA4F3}" dt="2026-10-22T02:43:47.298" v="28076"/>
          <ac:graphicFrameMkLst>
            <pc:docMk/>
            <pc:sldMk cId="936902391" sldId="320"/>
            <ac:graphicFrameMk id="708" creationId="{93AC0A58-DBAB-4C84-BBA3-17C47C969E6A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30:40.524" v="83026"/>
          <ac:graphicFrameMkLst>
            <pc:docMk/>
            <pc:sldMk cId="936902391" sldId="320"/>
            <ac:graphicFrameMk id="712" creationId="{343F3B7B-2AAD-BD1A-78F7-C36B8AFCC47B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30:42.753" v="83295"/>
          <ac:graphicFrameMkLst>
            <pc:docMk/>
            <pc:sldMk cId="936902391" sldId="320"/>
            <ac:graphicFrameMk id="715" creationId="{82260BB3-3665-09A2-E9A4-F11D83720F43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30:45.100" v="83591"/>
          <ac:graphicFrameMkLst>
            <pc:docMk/>
            <pc:sldMk cId="936902391" sldId="320"/>
            <ac:graphicFrameMk id="720" creationId="{67445C03-6677-A7AC-DCDD-AA96B59B4EB5}"/>
          </ac:graphicFrameMkLst>
        </pc:graphicFrameChg>
        <pc:graphicFrameChg chg="add mod ord">
          <ac:chgData name="Jethro Hotbatahi Hasoloan" userId="6704a177-17bb-4244-9c06-d865e36c920b" providerId="ADAL" clId="{3E066727-BBB6-4D37-A6B5-32C7A00FA4F3}" dt="2026-10-22T04:40:57.075" v="93233"/>
          <ac:graphicFrameMkLst>
            <pc:docMk/>
            <pc:sldMk cId="936902391" sldId="320"/>
            <ac:graphicFrameMk id="722" creationId="{9DE8BD7D-EA68-2029-BB2E-5BBBFEDBED5D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31:05.087" v="84135"/>
          <ac:graphicFrameMkLst>
            <pc:docMk/>
            <pc:sldMk cId="936902391" sldId="320"/>
            <ac:graphicFrameMk id="724" creationId="{1A497654-86A3-3AEF-A4D5-03D13E6F1DAF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31:07.393" v="84407"/>
          <ac:graphicFrameMkLst>
            <pc:docMk/>
            <pc:sldMk cId="936902391" sldId="320"/>
            <ac:graphicFrameMk id="726" creationId="{A19F090E-9AE6-AE9D-DE53-F11F82B64309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31:11.191" v="84679"/>
          <ac:graphicFrameMkLst>
            <pc:docMk/>
            <pc:sldMk cId="936902391" sldId="320"/>
            <ac:graphicFrameMk id="728" creationId="{32D67AEC-8C4B-A25B-8A5E-ED157E4D0428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31:13.279" v="84960"/>
          <ac:graphicFrameMkLst>
            <pc:docMk/>
            <pc:sldMk cId="936902391" sldId="320"/>
            <ac:graphicFrameMk id="730" creationId="{128FD6AA-1B4B-45DA-9B07-257899BFF96B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31:17.115" v="85248"/>
          <ac:graphicFrameMkLst>
            <pc:docMk/>
            <pc:sldMk cId="936902391" sldId="320"/>
            <ac:graphicFrameMk id="732" creationId="{1B866B1A-B92C-85F1-EB90-84BA6D86BC0F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31:18.739" v="85540"/>
          <ac:graphicFrameMkLst>
            <pc:docMk/>
            <pc:sldMk cId="936902391" sldId="320"/>
            <ac:graphicFrameMk id="734" creationId="{9C9B2666-8D79-0B74-140B-DC703060F3A3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31:20.592" v="85828"/>
          <ac:graphicFrameMkLst>
            <pc:docMk/>
            <pc:sldMk cId="936902391" sldId="320"/>
            <ac:graphicFrameMk id="736" creationId="{15B85214-52D5-3815-DAB1-62F323253910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31:22.428" v="86116"/>
          <ac:graphicFrameMkLst>
            <pc:docMk/>
            <pc:sldMk cId="936902391" sldId="320"/>
            <ac:graphicFrameMk id="739" creationId="{029A3ECA-E03C-9BAC-2335-B0888473D50C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31:24.248" v="86393"/>
          <ac:graphicFrameMkLst>
            <pc:docMk/>
            <pc:sldMk cId="936902391" sldId="320"/>
            <ac:graphicFrameMk id="746" creationId="{2B6F6C93-1036-2E72-526D-2A0819BDEDD0}"/>
          </ac:graphicFrameMkLst>
        </pc:graphicFrameChg>
        <pc:graphicFrameChg chg="add mod ord">
          <ac:chgData name="Jethro Hotbatahi Hasoloan" userId="6704a177-17bb-4244-9c06-d865e36c920b" providerId="ADAL" clId="{3E066727-BBB6-4D37-A6B5-32C7A00FA4F3}" dt="2026-10-22T04:40:57.059" v="93204"/>
          <ac:graphicFrameMkLst>
            <pc:docMk/>
            <pc:sldMk cId="936902391" sldId="320"/>
            <ac:graphicFrameMk id="748" creationId="{F3881CFC-810A-63C8-0E53-763143D09932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36:22.301" v="86931"/>
          <ac:graphicFrameMkLst>
            <pc:docMk/>
            <pc:sldMk cId="936902391" sldId="320"/>
            <ac:graphicFrameMk id="750" creationId="{DAEBB135-3CCE-317A-AB73-629AB1E9DA47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36:24.962" v="87199"/>
          <ac:graphicFrameMkLst>
            <pc:docMk/>
            <pc:sldMk cId="936902391" sldId="320"/>
            <ac:graphicFrameMk id="752" creationId="{EF8F3535-8392-2EEE-4D1D-5AADA381B940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36:26.686" v="87461"/>
          <ac:graphicFrameMkLst>
            <pc:docMk/>
            <pc:sldMk cId="936902391" sldId="320"/>
            <ac:graphicFrameMk id="754" creationId="{C1F9E50F-ED11-84FA-BCCD-68CAA998ABF9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36:35.219" v="87737"/>
          <ac:graphicFrameMkLst>
            <pc:docMk/>
            <pc:sldMk cId="936902391" sldId="320"/>
            <ac:graphicFrameMk id="756" creationId="{49810BA7-4228-B8EB-CB7C-FA6D90B0A898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36:37.864" v="88028"/>
          <ac:graphicFrameMkLst>
            <pc:docMk/>
            <pc:sldMk cId="936902391" sldId="320"/>
            <ac:graphicFrameMk id="758" creationId="{764CA04D-11D0-3CCB-753B-ED4DC1614A9D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36:40.404" v="88312"/>
          <ac:graphicFrameMkLst>
            <pc:docMk/>
            <pc:sldMk cId="936902391" sldId="320"/>
            <ac:graphicFrameMk id="760" creationId="{BBEE479D-9DA1-0100-B3D2-E0056F09EEF1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36:42.688" v="88595"/>
          <ac:graphicFrameMkLst>
            <pc:docMk/>
            <pc:sldMk cId="936902391" sldId="320"/>
            <ac:graphicFrameMk id="762" creationId="{352203F8-F2E4-EF3C-4E73-1E6E586BEBE9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36:46.286" v="88881"/>
          <ac:graphicFrameMkLst>
            <pc:docMk/>
            <pc:sldMk cId="936902391" sldId="320"/>
            <ac:graphicFrameMk id="764" creationId="{66769AE2-F521-7791-6279-621B86EE790A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36:48.673" v="89165"/>
          <ac:graphicFrameMkLst>
            <pc:docMk/>
            <pc:sldMk cId="936902391" sldId="320"/>
            <ac:graphicFrameMk id="766" creationId="{41F7D33E-8CD9-6AE5-486A-C472E2E557D9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3:37:04.031" v="48970"/>
          <ac:graphicFrameMkLst>
            <pc:docMk/>
            <pc:sldMk cId="936902391" sldId="320"/>
            <ac:graphicFrameMk id="961" creationId="{EC715EC9-25F2-276D-27B4-1D4C8E4D1340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3:26:15.557" v="42192"/>
          <ac:graphicFrameMkLst>
            <pc:docMk/>
            <pc:sldMk cId="936902391" sldId="320"/>
            <ac:graphicFrameMk id="965" creationId="{C0CAB20D-AFC2-510B-0C35-E2BBE2DF934E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3:29:13.458" v="42524"/>
          <ac:graphicFrameMkLst>
            <pc:docMk/>
            <pc:sldMk cId="936902391" sldId="320"/>
            <ac:graphicFrameMk id="966" creationId="{54D53B1C-FEA2-0904-95B8-803A1A2B36A2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3:29:19.363" v="42816"/>
          <ac:graphicFrameMkLst>
            <pc:docMk/>
            <pc:sldMk cId="936902391" sldId="320"/>
            <ac:graphicFrameMk id="985" creationId="{E205AB0A-7D0B-EF0C-941E-6E99071A3509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3:29:22.968" v="43106"/>
          <ac:graphicFrameMkLst>
            <pc:docMk/>
            <pc:sldMk cId="936902391" sldId="320"/>
            <ac:graphicFrameMk id="1006" creationId="{8D4032E8-FD6D-8BDC-DCA7-686DB0A1EF8D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3:29:26.319" v="43394"/>
          <ac:graphicFrameMkLst>
            <pc:docMk/>
            <pc:sldMk cId="936902391" sldId="320"/>
            <ac:graphicFrameMk id="1008" creationId="{1F0A4B51-1263-7CAA-5E84-CD8E250A674E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3:29:31.092" v="43752"/>
          <ac:graphicFrameMkLst>
            <pc:docMk/>
            <pc:sldMk cId="936902391" sldId="320"/>
            <ac:graphicFrameMk id="1010" creationId="{AFFA509C-469D-D1BC-FFAA-AA01E72FE916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3:29:35.581" v="44060"/>
          <ac:graphicFrameMkLst>
            <pc:docMk/>
            <pc:sldMk cId="936902391" sldId="320"/>
            <ac:graphicFrameMk id="1013" creationId="{B1E840D3-FBE8-BFE7-4E51-95B3D04B9054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3:29:38.789" v="44372"/>
          <ac:graphicFrameMkLst>
            <pc:docMk/>
            <pc:sldMk cId="936902391" sldId="320"/>
            <ac:graphicFrameMk id="1015" creationId="{7AEF6E5A-EB02-D0A5-12BA-72C4BCD95074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3:29:40.650" v="44680"/>
          <ac:graphicFrameMkLst>
            <pc:docMk/>
            <pc:sldMk cId="936902391" sldId="320"/>
            <ac:graphicFrameMk id="1017" creationId="{11738A44-E587-86F9-950D-4D953268F207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3:29:43.029" v="44988"/>
          <ac:graphicFrameMkLst>
            <pc:docMk/>
            <pc:sldMk cId="936902391" sldId="320"/>
            <ac:graphicFrameMk id="1019" creationId="{7EC0478C-8568-A915-D07D-F72B59119CC1}"/>
          </ac:graphicFrameMkLst>
        </pc:graphicFrameChg>
        <pc:cxnChg chg="mod ord">
          <ac:chgData name="Jethro Hotbatahi Hasoloan" userId="6704a177-17bb-4244-9c06-d865e36c920b" providerId="ADAL" clId="{3E066727-BBB6-4D37-A6B5-32C7A00FA4F3}" dt="2026-10-22T04:40:57.075" v="93227"/>
          <ac:cxnSpMkLst>
            <pc:docMk/>
            <pc:sldMk cId="936902391" sldId="320"/>
            <ac:cxnSpMk id="61" creationId="{4B71F023-6098-DF71-FC67-E40A0B960777}"/>
          </ac:cxnSpMkLst>
        </pc:cxnChg>
        <pc:cxnChg chg="mod ord">
          <ac:chgData name="Jethro Hotbatahi Hasoloan" userId="6704a177-17bb-4244-9c06-d865e36c920b" providerId="ADAL" clId="{3E066727-BBB6-4D37-A6B5-32C7A00FA4F3}" dt="2026-10-22T04:40:56.979" v="93084"/>
          <ac:cxnSpMkLst>
            <pc:docMk/>
            <pc:sldMk cId="936902391" sldId="320"/>
            <ac:cxnSpMk id="73" creationId="{A8AC97C6-6102-1ABF-7EAC-E27D202A2B66}"/>
          </ac:cxnSpMkLst>
        </pc:cxnChg>
        <pc:cxnChg chg="add del mod ord">
          <ac:chgData name="Jethro Hotbatahi Hasoloan" userId="6704a177-17bb-4244-9c06-d865e36c920b" providerId="ADAL" clId="{3E066727-BBB6-4D37-A6B5-32C7A00FA4F3}" dt="2026-10-22T03:51:23.818" v="61669"/>
          <ac:cxnSpMkLst>
            <pc:docMk/>
            <pc:sldMk cId="936902391" sldId="320"/>
            <ac:cxnSpMk id="125" creationId="{F3B37935-5521-FF6E-EF50-D456D696A035}"/>
          </ac:cxnSpMkLst>
        </pc:cxnChg>
        <pc:cxnChg chg="add del mod ord">
          <ac:chgData name="Jethro Hotbatahi Hasoloan" userId="6704a177-17bb-4244-9c06-d865e36c920b" providerId="ADAL" clId="{3E066727-BBB6-4D37-A6B5-32C7A00FA4F3}" dt="2026-10-22T03:47:11.496" v="58033"/>
          <ac:cxnSpMkLst>
            <pc:docMk/>
            <pc:sldMk cId="936902391" sldId="320"/>
            <ac:cxnSpMk id="151" creationId="{38032FB5-47E4-D521-293E-A449F176A70F}"/>
          </ac:cxnSpMkLst>
        </pc:cxnChg>
        <pc:cxnChg chg="mod ord">
          <ac:chgData name="Jethro Hotbatahi Hasoloan" userId="6704a177-17bb-4244-9c06-d865e36c920b" providerId="ADAL" clId="{3E066727-BBB6-4D37-A6B5-32C7A00FA4F3}" dt="2026-10-22T04:40:56.996" v="93093"/>
          <ac:cxnSpMkLst>
            <pc:docMk/>
            <pc:sldMk cId="936902391" sldId="320"/>
            <ac:cxnSpMk id="173" creationId="{B8516A08-4C43-F3EB-5EDC-62553660AC4C}"/>
          </ac:cxnSpMkLst>
        </pc:cxnChg>
        <pc:cxnChg chg="add del mod ord">
          <ac:chgData name="Jethro Hotbatahi Hasoloan" userId="6704a177-17bb-4244-9c06-d865e36c920b" providerId="ADAL" clId="{3E066727-BBB6-4D37-A6B5-32C7A00FA4F3}" dt="2026-10-22T03:48:38.797" v="59762"/>
          <ac:cxnSpMkLst>
            <pc:docMk/>
            <pc:sldMk cId="936902391" sldId="320"/>
            <ac:cxnSpMk id="203" creationId="{BF4B384B-FD84-FD65-71F2-C313DD192C9D}"/>
          </ac:cxnSpMkLst>
        </pc:cxnChg>
        <pc:cxnChg chg="add del mod ord">
          <ac:chgData name="Jethro Hotbatahi Hasoloan" userId="6704a177-17bb-4244-9c06-d865e36c920b" providerId="ADAL" clId="{3E066727-BBB6-4D37-A6B5-32C7A00FA4F3}" dt="2026-10-22T03:51:17.555" v="60831"/>
          <ac:cxnSpMkLst>
            <pc:docMk/>
            <pc:sldMk cId="936902391" sldId="320"/>
            <ac:cxnSpMk id="213" creationId="{2A5BEC2E-BB56-680C-9EB9-64254E3188BC}"/>
          </ac:cxnSpMkLst>
        </pc:cxnChg>
        <pc:cxnChg chg="add del mod ord">
          <ac:chgData name="Jethro Hotbatahi Hasoloan" userId="6704a177-17bb-4244-9c06-d865e36c920b" providerId="ADAL" clId="{3E066727-BBB6-4D37-A6B5-32C7A00FA4F3}" dt="2026-10-22T03:48:38.781" v="59748"/>
          <ac:cxnSpMkLst>
            <pc:docMk/>
            <pc:sldMk cId="936902391" sldId="320"/>
            <ac:cxnSpMk id="217" creationId="{A25578C6-2042-2A09-19F4-DC39A72387BA}"/>
          </ac:cxnSpMkLst>
        </pc:cxnChg>
        <pc:cxnChg chg="mod ord">
          <ac:chgData name="Jethro Hotbatahi Hasoloan" userId="6704a177-17bb-4244-9c06-d865e36c920b" providerId="ADAL" clId="{3E066727-BBB6-4D37-A6B5-32C7A00FA4F3}" dt="2026-10-22T04:40:56.996" v="93097"/>
          <ac:cxnSpMkLst>
            <pc:docMk/>
            <pc:sldMk cId="936902391" sldId="320"/>
            <ac:cxnSpMk id="251" creationId="{92FACF9D-E9A9-675E-AD2D-0232F3112D92}"/>
          </ac:cxnSpMkLst>
        </pc:cxnChg>
        <pc:cxnChg chg="add del mod ord">
          <ac:chgData name="Jethro Hotbatahi Hasoloan" userId="6704a177-17bb-4244-9c06-d865e36c920b" providerId="ADAL" clId="{3E066727-BBB6-4D37-A6B5-32C7A00FA4F3}" dt="2026-10-22T03:34:01.257" v="48874"/>
          <ac:cxnSpMkLst>
            <pc:docMk/>
            <pc:sldMk cId="936902391" sldId="320"/>
            <ac:cxnSpMk id="523" creationId="{EBAA962D-A5AC-9A5E-A0D7-7B73BEA70097}"/>
          </ac:cxnSpMkLst>
        </pc:cxnChg>
        <pc:cxnChg chg="mod ord">
          <ac:chgData name="Jethro Hotbatahi Hasoloan" userId="6704a177-17bb-4244-9c06-d865e36c920b" providerId="ADAL" clId="{3E066727-BBB6-4D37-A6B5-32C7A00FA4F3}" dt="2026-10-22T04:40:56.996" v="93099"/>
          <ac:cxnSpMkLst>
            <pc:docMk/>
            <pc:sldMk cId="936902391" sldId="320"/>
            <ac:cxnSpMk id="546" creationId="{023FB453-0B85-64E1-E64A-DC0CE246FD93}"/>
          </ac:cxnSpMkLst>
        </pc:cxnChg>
        <pc:cxnChg chg="mod ord">
          <ac:chgData name="Jethro Hotbatahi Hasoloan" userId="6704a177-17bb-4244-9c06-d865e36c920b" providerId="ADAL" clId="{3E066727-BBB6-4D37-A6B5-32C7A00FA4F3}" dt="2026-10-22T04:40:56.996" v="93101"/>
          <ac:cxnSpMkLst>
            <pc:docMk/>
            <pc:sldMk cId="936902391" sldId="320"/>
            <ac:cxnSpMk id="547" creationId="{E11257E5-8167-C7BA-E474-D7009E8831A3}"/>
          </ac:cxnSpMkLst>
        </pc:cxnChg>
        <pc:cxnChg chg="mod ord">
          <ac:chgData name="Jethro Hotbatahi Hasoloan" userId="6704a177-17bb-4244-9c06-d865e36c920b" providerId="ADAL" clId="{3E066727-BBB6-4D37-A6B5-32C7A00FA4F3}" dt="2026-10-22T04:40:57.075" v="93231"/>
          <ac:cxnSpMkLst>
            <pc:docMk/>
            <pc:sldMk cId="936902391" sldId="320"/>
            <ac:cxnSpMk id="969" creationId="{54BE1B46-F068-2C44-EF2D-A34B2F0DEB22}"/>
          </ac:cxnSpMkLst>
        </pc:cxnChg>
      </pc:sldChg>
      <pc:sldChg chg="del">
        <pc:chgData name="Jethro Hotbatahi Hasoloan" userId="6704a177-17bb-4244-9c06-d865e36c920b" providerId="ADAL" clId="{3E066727-BBB6-4D37-A6B5-32C7A00FA4F3}" dt="2026-10-22T02:55:02.488" v="36506" actId="47"/>
        <pc:sldMkLst>
          <pc:docMk/>
          <pc:sldMk cId="25064994" sldId="321"/>
        </pc:sldMkLst>
      </pc:sldChg>
      <pc:sldChg chg="del">
        <pc:chgData name="Jethro Hotbatahi Hasoloan" userId="6704a177-17bb-4244-9c06-d865e36c920b" providerId="ADAL" clId="{3E066727-BBB6-4D37-A6B5-32C7A00FA4F3}" dt="2026-10-22T02:56:30.213" v="36523" actId="2696"/>
        <pc:sldMkLst>
          <pc:docMk/>
          <pc:sldMk cId="2833179676" sldId="322"/>
        </pc:sldMkLst>
      </pc:sldChg>
      <pc:sldChg chg="del">
        <pc:chgData name="Jethro Hotbatahi Hasoloan" userId="6704a177-17bb-4244-9c06-d865e36c920b" providerId="ADAL" clId="{3E066727-BBB6-4D37-A6B5-32C7A00FA4F3}" dt="2026-10-22T02:55:02.488" v="36506" actId="47"/>
        <pc:sldMkLst>
          <pc:docMk/>
          <pc:sldMk cId="1122763146" sldId="324"/>
        </pc:sldMkLst>
      </pc:sldChg>
      <pc:sldChg chg="delSp modSp del mod">
        <pc:chgData name="Jethro Hotbatahi Hasoloan" userId="6704a177-17bb-4244-9c06-d865e36c920b" providerId="ADAL" clId="{3E066727-BBB6-4D37-A6B5-32C7A00FA4F3}" dt="2026-10-22T05:22:37.870" v="127143" actId="47"/>
        <pc:sldMkLst>
          <pc:docMk/>
          <pc:sldMk cId="909541717" sldId="325"/>
        </pc:sldMkLst>
        <pc:spChg chg="mod">
          <ac:chgData name="Jethro Hotbatahi Hasoloan" userId="6704a177-17bb-4244-9c06-d865e36c920b" providerId="ADAL" clId="{3E066727-BBB6-4D37-A6B5-32C7A00FA4F3}" dt="2026-10-22T02:16:50.760" v="25961" actId="299"/>
          <ac:spMkLst>
            <pc:docMk/>
            <pc:sldMk cId="909541717" sldId="325"/>
            <ac:spMk id="3" creationId="{79641A51-A6F6-986A-4492-E5CC1CA1FC96}"/>
          </ac:spMkLst>
        </pc:spChg>
        <pc:spChg chg="del">
          <ac:chgData name="Jethro Hotbatahi Hasoloan" userId="6704a177-17bb-4244-9c06-d865e36c920b" providerId="ADAL" clId="{3E066727-BBB6-4D37-A6B5-32C7A00FA4F3}" dt="2026-10-22T02:31:29.489" v="26222" actId="478"/>
          <ac:spMkLst>
            <pc:docMk/>
            <pc:sldMk cId="909541717" sldId="325"/>
            <ac:spMk id="6" creationId="{AEDE497E-7B8F-0694-112E-C5425CBCDE9D}"/>
          </ac:spMkLst>
        </pc:spChg>
        <pc:spChg chg="mod">
          <ac:chgData name="Jethro Hotbatahi Hasoloan" userId="6704a177-17bb-4244-9c06-d865e36c920b" providerId="ADAL" clId="{3E066727-BBB6-4D37-A6B5-32C7A00FA4F3}" dt="2026-10-22T02:31:50.687" v="26228" actId="1076"/>
          <ac:spMkLst>
            <pc:docMk/>
            <pc:sldMk cId="909541717" sldId="325"/>
            <ac:spMk id="7" creationId="{58EFEB7D-8D84-B7D0-6629-6603DE673EB3}"/>
          </ac:spMkLst>
        </pc:spChg>
        <pc:spChg chg="del">
          <ac:chgData name="Jethro Hotbatahi Hasoloan" userId="6704a177-17bb-4244-9c06-d865e36c920b" providerId="ADAL" clId="{3E066727-BBB6-4D37-A6B5-32C7A00FA4F3}" dt="2026-10-22T02:31:45.842" v="26227" actId="478"/>
          <ac:spMkLst>
            <pc:docMk/>
            <pc:sldMk cId="909541717" sldId="325"/>
            <ac:spMk id="9" creationId="{759904ED-A0BA-7B56-338D-394A0252D5F1}"/>
          </ac:spMkLst>
        </pc:spChg>
        <pc:spChg chg="mod">
          <ac:chgData name="Jethro Hotbatahi Hasoloan" userId="6704a177-17bb-4244-9c06-d865e36c920b" providerId="ADAL" clId="{3E066727-BBB6-4D37-A6B5-32C7A00FA4F3}" dt="2026-10-22T02:31:50.687" v="26228" actId="1076"/>
          <ac:spMkLst>
            <pc:docMk/>
            <pc:sldMk cId="909541717" sldId="325"/>
            <ac:spMk id="12" creationId="{00FC252E-F1AD-C6EE-B5DC-41E4DA125F03}"/>
          </ac:spMkLst>
        </pc:spChg>
        <pc:spChg chg="mod">
          <ac:chgData name="Jethro Hotbatahi Hasoloan" userId="6704a177-17bb-4244-9c06-d865e36c920b" providerId="ADAL" clId="{3E066727-BBB6-4D37-A6B5-32C7A00FA4F3}" dt="2026-10-22T02:31:50.687" v="26228" actId="1076"/>
          <ac:spMkLst>
            <pc:docMk/>
            <pc:sldMk cId="909541717" sldId="325"/>
            <ac:spMk id="17" creationId="{1F2067FC-F66A-84E0-9FE9-458D5C75B78F}"/>
          </ac:spMkLst>
        </pc:spChg>
        <pc:spChg chg="mod">
          <ac:chgData name="Jethro Hotbatahi Hasoloan" userId="6704a177-17bb-4244-9c06-d865e36c920b" providerId="ADAL" clId="{3E066727-BBB6-4D37-A6B5-32C7A00FA4F3}" dt="2026-10-22T02:31:42.070" v="26226" actId="1076"/>
          <ac:spMkLst>
            <pc:docMk/>
            <pc:sldMk cId="909541717" sldId="325"/>
            <ac:spMk id="18" creationId="{8E55FCEA-E929-3AB3-D020-39BF2FC1D784}"/>
          </ac:spMkLst>
        </pc:spChg>
        <pc:spChg chg="mod">
          <ac:chgData name="Jethro Hotbatahi Hasoloan" userId="6704a177-17bb-4244-9c06-d865e36c920b" providerId="ADAL" clId="{3E066727-BBB6-4D37-A6B5-32C7A00FA4F3}" dt="2026-10-22T02:31:50.687" v="26228" actId="1076"/>
          <ac:spMkLst>
            <pc:docMk/>
            <pc:sldMk cId="909541717" sldId="325"/>
            <ac:spMk id="20" creationId="{28E9506E-B74B-B485-6CC9-D78100387DBB}"/>
          </ac:spMkLst>
        </pc:spChg>
        <pc:spChg chg="mod">
          <ac:chgData name="Jethro Hotbatahi Hasoloan" userId="6704a177-17bb-4244-9c06-d865e36c920b" providerId="ADAL" clId="{3E066727-BBB6-4D37-A6B5-32C7A00FA4F3}" dt="2026-10-22T02:31:50.687" v="26228" actId="1076"/>
          <ac:spMkLst>
            <pc:docMk/>
            <pc:sldMk cId="909541717" sldId="325"/>
            <ac:spMk id="21" creationId="{C65944AA-713D-2FAB-6CF9-43C9203A1FFF}"/>
          </ac:spMkLst>
        </pc:spChg>
        <pc:spChg chg="mod">
          <ac:chgData name="Jethro Hotbatahi Hasoloan" userId="6704a177-17bb-4244-9c06-d865e36c920b" providerId="ADAL" clId="{3E066727-BBB6-4D37-A6B5-32C7A00FA4F3}" dt="2026-10-22T02:37:04.513" v="26452" actId="20577"/>
          <ac:spMkLst>
            <pc:docMk/>
            <pc:sldMk cId="909541717" sldId="325"/>
            <ac:spMk id="22" creationId="{FD379E93-F4DA-B95A-3FEB-550218D44E96}"/>
          </ac:spMkLst>
        </pc:spChg>
        <pc:spChg chg="mod">
          <ac:chgData name="Jethro Hotbatahi Hasoloan" userId="6704a177-17bb-4244-9c06-d865e36c920b" providerId="ADAL" clId="{3E066727-BBB6-4D37-A6B5-32C7A00FA4F3}" dt="2026-10-22T02:17:24.590" v="26006" actId="20577"/>
          <ac:spMkLst>
            <pc:docMk/>
            <pc:sldMk cId="909541717" sldId="325"/>
            <ac:spMk id="26" creationId="{C1FE3CD9-5484-09C2-88AF-FF75A8B4EE9C}"/>
          </ac:spMkLst>
        </pc:spChg>
        <pc:spChg chg="mod">
          <ac:chgData name="Jethro Hotbatahi Hasoloan" userId="6704a177-17bb-4244-9c06-d865e36c920b" providerId="ADAL" clId="{3E066727-BBB6-4D37-A6B5-32C7A00FA4F3}" dt="2026-10-22T02:31:50.687" v="26228" actId="1076"/>
          <ac:spMkLst>
            <pc:docMk/>
            <pc:sldMk cId="909541717" sldId="325"/>
            <ac:spMk id="27" creationId="{59974748-7860-AD79-14DF-48D745D7363F}"/>
          </ac:spMkLst>
        </pc:spChg>
        <pc:spChg chg="mod">
          <ac:chgData name="Jethro Hotbatahi Hasoloan" userId="6704a177-17bb-4244-9c06-d865e36c920b" providerId="ADAL" clId="{3E066727-BBB6-4D37-A6B5-32C7A00FA4F3}" dt="2026-10-22T02:31:50.687" v="26228" actId="1076"/>
          <ac:spMkLst>
            <pc:docMk/>
            <pc:sldMk cId="909541717" sldId="325"/>
            <ac:spMk id="28" creationId="{7B961FAF-A441-5310-E4AE-2CE2C2DC6421}"/>
          </ac:spMkLst>
        </pc:spChg>
        <pc:spChg chg="mod">
          <ac:chgData name="Jethro Hotbatahi Hasoloan" userId="6704a177-17bb-4244-9c06-d865e36c920b" providerId="ADAL" clId="{3E066727-BBB6-4D37-A6B5-32C7A00FA4F3}" dt="2026-10-22T04:27:37.519" v="78495" actId="20577"/>
          <ac:spMkLst>
            <pc:docMk/>
            <pc:sldMk cId="909541717" sldId="325"/>
            <ac:spMk id="29" creationId="{C1C1A583-7E5D-92B9-A6AA-FE1AF6BD8332}"/>
          </ac:spMkLst>
        </pc:spChg>
        <pc:spChg chg="mod">
          <ac:chgData name="Jethro Hotbatahi Hasoloan" userId="6704a177-17bb-4244-9c06-d865e36c920b" providerId="ADAL" clId="{3E066727-BBB6-4D37-A6B5-32C7A00FA4F3}" dt="2026-10-22T02:37:36.585" v="26510" actId="255"/>
          <ac:spMkLst>
            <pc:docMk/>
            <pc:sldMk cId="909541717" sldId="325"/>
            <ac:spMk id="30" creationId="{82A3DEC1-DB8D-391B-8E77-36F571E7F800}"/>
          </ac:spMkLst>
        </pc:spChg>
        <pc:spChg chg="mod">
          <ac:chgData name="Jethro Hotbatahi Hasoloan" userId="6704a177-17bb-4244-9c06-d865e36c920b" providerId="ADAL" clId="{3E066727-BBB6-4D37-A6B5-32C7A00FA4F3}" dt="2026-10-22T02:42:18.077" v="26662" actId="255"/>
          <ac:spMkLst>
            <pc:docMk/>
            <pc:sldMk cId="909541717" sldId="325"/>
            <ac:spMk id="31" creationId="{F37BBD91-C12C-C9DB-6A65-1EA99CE1AF20}"/>
          </ac:spMkLst>
        </pc:spChg>
        <pc:spChg chg="mod">
          <ac:chgData name="Jethro Hotbatahi Hasoloan" userId="6704a177-17bb-4244-9c06-d865e36c920b" providerId="ADAL" clId="{3E066727-BBB6-4D37-A6B5-32C7A00FA4F3}" dt="2026-10-22T02:43:16.879" v="26709" actId="255"/>
          <ac:spMkLst>
            <pc:docMk/>
            <pc:sldMk cId="909541717" sldId="325"/>
            <ac:spMk id="32" creationId="{93DD37BA-F591-97B3-2B10-130F144933EB}"/>
          </ac:spMkLst>
        </pc:spChg>
        <pc:spChg chg="del">
          <ac:chgData name="Jethro Hotbatahi Hasoloan" userId="6704a177-17bb-4244-9c06-d865e36c920b" providerId="ADAL" clId="{3E066727-BBB6-4D37-A6B5-32C7A00FA4F3}" dt="2026-10-22T02:31:33.689" v="26224" actId="478"/>
          <ac:spMkLst>
            <pc:docMk/>
            <pc:sldMk cId="909541717" sldId="325"/>
            <ac:spMk id="34" creationId="{BBA36934-19C2-E331-3A05-74BF5D1D15F3}"/>
          </ac:spMkLst>
        </pc:spChg>
        <pc:spChg chg="del">
          <ac:chgData name="Jethro Hotbatahi Hasoloan" userId="6704a177-17bb-4244-9c06-d865e36c920b" providerId="ADAL" clId="{3E066727-BBB6-4D37-A6B5-32C7A00FA4F3}" dt="2026-10-22T02:31:45.842" v="26227" actId="478"/>
          <ac:spMkLst>
            <pc:docMk/>
            <pc:sldMk cId="909541717" sldId="325"/>
            <ac:spMk id="36" creationId="{2210164D-2257-4668-CADB-993759A5247B}"/>
          </ac:spMkLst>
        </pc:spChg>
        <pc:spChg chg="del">
          <ac:chgData name="Jethro Hotbatahi Hasoloan" userId="6704a177-17bb-4244-9c06-d865e36c920b" providerId="ADAL" clId="{3E066727-BBB6-4D37-A6B5-32C7A00FA4F3}" dt="2026-10-22T02:31:45.842" v="26227" actId="478"/>
          <ac:spMkLst>
            <pc:docMk/>
            <pc:sldMk cId="909541717" sldId="325"/>
            <ac:spMk id="37" creationId="{A7575BA1-C1F5-01A5-C602-2637983E9E89}"/>
          </ac:spMkLst>
        </pc:spChg>
        <pc:spChg chg="del">
          <ac:chgData name="Jethro Hotbatahi Hasoloan" userId="6704a177-17bb-4244-9c06-d865e36c920b" providerId="ADAL" clId="{3E066727-BBB6-4D37-A6B5-32C7A00FA4F3}" dt="2026-10-22T02:31:45.842" v="26227" actId="478"/>
          <ac:spMkLst>
            <pc:docMk/>
            <pc:sldMk cId="909541717" sldId="325"/>
            <ac:spMk id="38" creationId="{2862F54D-D5C4-C2A1-61FE-0DD56D07657A}"/>
          </ac:spMkLst>
        </pc:spChg>
        <pc:spChg chg="del">
          <ac:chgData name="Jethro Hotbatahi Hasoloan" userId="6704a177-17bb-4244-9c06-d865e36c920b" providerId="ADAL" clId="{3E066727-BBB6-4D37-A6B5-32C7A00FA4F3}" dt="2026-10-22T02:31:45.842" v="26227" actId="478"/>
          <ac:spMkLst>
            <pc:docMk/>
            <pc:sldMk cId="909541717" sldId="325"/>
            <ac:spMk id="39" creationId="{D233C906-3FEA-1F3E-57D7-EB3ED7EC9976}"/>
          </ac:spMkLst>
        </pc:spChg>
        <pc:grpChg chg="del">
          <ac:chgData name="Jethro Hotbatahi Hasoloan" userId="6704a177-17bb-4244-9c06-d865e36c920b" providerId="ADAL" clId="{3E066727-BBB6-4D37-A6B5-32C7A00FA4F3}" dt="2026-10-22T02:31:32.399" v="26223" actId="478"/>
          <ac:grpSpMkLst>
            <pc:docMk/>
            <pc:sldMk cId="909541717" sldId="325"/>
            <ac:grpSpMk id="56" creationId="{F12598CE-5D90-54C7-0681-DDBAEE1819A5}"/>
          </ac:grpSpMkLst>
        </pc:grpChg>
      </pc:sldChg>
      <pc:sldChg chg="del">
        <pc:chgData name="Jethro Hotbatahi Hasoloan" userId="6704a177-17bb-4244-9c06-d865e36c920b" providerId="ADAL" clId="{3E066727-BBB6-4D37-A6B5-32C7A00FA4F3}" dt="2026-10-22T02:55:02.488" v="36506" actId="47"/>
        <pc:sldMkLst>
          <pc:docMk/>
          <pc:sldMk cId="2610691255" sldId="326"/>
        </pc:sldMkLst>
      </pc:sldChg>
      <pc:sldChg chg="del">
        <pc:chgData name="Jethro Hotbatahi Hasoloan" userId="6704a177-17bb-4244-9c06-d865e36c920b" providerId="ADAL" clId="{3E066727-BBB6-4D37-A6B5-32C7A00FA4F3}" dt="2026-10-22T02:55:02.488" v="36506" actId="47"/>
        <pc:sldMkLst>
          <pc:docMk/>
          <pc:sldMk cId="632148368" sldId="327"/>
        </pc:sldMkLst>
      </pc:sldChg>
      <pc:sldChg chg="del">
        <pc:chgData name="Jethro Hotbatahi Hasoloan" userId="6704a177-17bb-4244-9c06-d865e36c920b" providerId="ADAL" clId="{3E066727-BBB6-4D37-A6B5-32C7A00FA4F3}" dt="2026-10-22T02:55:02.488" v="36506" actId="47"/>
        <pc:sldMkLst>
          <pc:docMk/>
          <pc:sldMk cId="2858118964" sldId="328"/>
        </pc:sldMkLst>
      </pc:sldChg>
      <pc:sldChg chg="del">
        <pc:chgData name="Jethro Hotbatahi Hasoloan" userId="6704a177-17bb-4244-9c06-d865e36c920b" providerId="ADAL" clId="{3E066727-BBB6-4D37-A6B5-32C7A00FA4F3}" dt="2026-10-22T02:43:29.352" v="26710" actId="47"/>
        <pc:sldMkLst>
          <pc:docMk/>
          <pc:sldMk cId="1665805454" sldId="329"/>
        </pc:sldMkLst>
      </pc:sldChg>
      <pc:sldChg chg="del">
        <pc:chgData name="Jethro Hotbatahi Hasoloan" userId="6704a177-17bb-4244-9c06-d865e36c920b" providerId="ADAL" clId="{3E066727-BBB6-4D37-A6B5-32C7A00FA4F3}" dt="2026-10-22T02:55:46.159" v="36515" actId="47"/>
        <pc:sldMkLst>
          <pc:docMk/>
          <pc:sldMk cId="2760139069" sldId="330"/>
        </pc:sldMkLst>
      </pc:sldChg>
      <pc:sldChg chg="del">
        <pc:chgData name="Jethro Hotbatahi Hasoloan" userId="6704a177-17bb-4244-9c06-d865e36c920b" providerId="ADAL" clId="{3E066727-BBB6-4D37-A6B5-32C7A00FA4F3}" dt="2026-10-22T02:43:33.287" v="26712" actId="47"/>
        <pc:sldMkLst>
          <pc:docMk/>
          <pc:sldMk cId="3242203676" sldId="331"/>
        </pc:sldMkLst>
      </pc:sldChg>
      <pc:sldChg chg="del">
        <pc:chgData name="Jethro Hotbatahi Hasoloan" userId="6704a177-17bb-4244-9c06-d865e36c920b" providerId="ADAL" clId="{3E066727-BBB6-4D37-A6B5-32C7A00FA4F3}" dt="2026-10-22T02:55:02.488" v="36506" actId="47"/>
        <pc:sldMkLst>
          <pc:docMk/>
          <pc:sldMk cId="171098789" sldId="332"/>
        </pc:sldMkLst>
      </pc:sldChg>
      <pc:sldChg chg="del">
        <pc:chgData name="Jethro Hotbatahi Hasoloan" userId="6704a177-17bb-4244-9c06-d865e36c920b" providerId="ADAL" clId="{3E066727-BBB6-4D37-A6B5-32C7A00FA4F3}" dt="2026-10-22T02:55:02.488" v="36506" actId="47"/>
        <pc:sldMkLst>
          <pc:docMk/>
          <pc:sldMk cId="913718139" sldId="334"/>
        </pc:sldMkLst>
      </pc:sldChg>
      <pc:sldChg chg="del">
        <pc:chgData name="Jethro Hotbatahi Hasoloan" userId="6704a177-17bb-4244-9c06-d865e36c920b" providerId="ADAL" clId="{3E066727-BBB6-4D37-A6B5-32C7A00FA4F3}" dt="2026-10-22T02:55:46.159" v="36515" actId="47"/>
        <pc:sldMkLst>
          <pc:docMk/>
          <pc:sldMk cId="1462227604" sldId="336"/>
        </pc:sldMkLst>
      </pc:sldChg>
      <pc:sldChg chg="del">
        <pc:chgData name="Jethro Hotbatahi Hasoloan" userId="6704a177-17bb-4244-9c06-d865e36c920b" providerId="ADAL" clId="{3E066727-BBB6-4D37-A6B5-32C7A00FA4F3}" dt="2026-10-22T02:55:46.159" v="36515" actId="47"/>
        <pc:sldMkLst>
          <pc:docMk/>
          <pc:sldMk cId="1626756297" sldId="337"/>
        </pc:sldMkLst>
      </pc:sldChg>
      <pc:sldChg chg="del">
        <pc:chgData name="Jethro Hotbatahi Hasoloan" userId="6704a177-17bb-4244-9c06-d865e36c920b" providerId="ADAL" clId="{3E066727-BBB6-4D37-A6B5-32C7A00FA4F3}" dt="2026-10-22T02:55:46.159" v="36515" actId="47"/>
        <pc:sldMkLst>
          <pc:docMk/>
          <pc:sldMk cId="120473627" sldId="338"/>
        </pc:sldMkLst>
      </pc:sldChg>
      <pc:sldChg chg="del">
        <pc:chgData name="Jethro Hotbatahi Hasoloan" userId="6704a177-17bb-4244-9c06-d865e36c920b" providerId="ADAL" clId="{3E066727-BBB6-4D37-A6B5-32C7A00FA4F3}" dt="2026-10-22T02:55:46.159" v="36515" actId="47"/>
        <pc:sldMkLst>
          <pc:docMk/>
          <pc:sldMk cId="2094366001" sldId="339"/>
        </pc:sldMkLst>
      </pc:sldChg>
      <pc:sldChg chg="del">
        <pc:chgData name="Jethro Hotbatahi Hasoloan" userId="6704a177-17bb-4244-9c06-d865e36c920b" providerId="ADAL" clId="{3E066727-BBB6-4D37-A6B5-32C7A00FA4F3}" dt="2026-10-22T02:55:46.159" v="36515" actId="47"/>
        <pc:sldMkLst>
          <pc:docMk/>
          <pc:sldMk cId="1161385094" sldId="340"/>
        </pc:sldMkLst>
      </pc:sldChg>
      <pc:sldChg chg="del">
        <pc:chgData name="Jethro Hotbatahi Hasoloan" userId="6704a177-17bb-4244-9c06-d865e36c920b" providerId="ADAL" clId="{3E066727-BBB6-4D37-A6B5-32C7A00FA4F3}" dt="2026-10-22T02:55:02.488" v="36506" actId="47"/>
        <pc:sldMkLst>
          <pc:docMk/>
          <pc:sldMk cId="1415387880" sldId="2147483525"/>
        </pc:sldMkLst>
      </pc:sldChg>
      <pc:sldChg chg="del">
        <pc:chgData name="Jethro Hotbatahi Hasoloan" userId="6704a177-17bb-4244-9c06-d865e36c920b" providerId="ADAL" clId="{3E066727-BBB6-4D37-A6B5-32C7A00FA4F3}" dt="2026-10-22T02:55:02.488" v="36506" actId="47"/>
        <pc:sldMkLst>
          <pc:docMk/>
          <pc:sldMk cId="3976388183" sldId="2147483526"/>
        </pc:sldMkLst>
      </pc:sldChg>
      <pc:sldChg chg="del">
        <pc:chgData name="Jethro Hotbatahi Hasoloan" userId="6704a177-17bb-4244-9c06-d865e36c920b" providerId="ADAL" clId="{3E066727-BBB6-4D37-A6B5-32C7A00FA4F3}" dt="2026-10-22T02:55:02.488" v="36506" actId="47"/>
        <pc:sldMkLst>
          <pc:docMk/>
          <pc:sldMk cId="3807489659" sldId="2147483544"/>
        </pc:sldMkLst>
      </pc:sldChg>
      <pc:sldChg chg="del">
        <pc:chgData name="Jethro Hotbatahi Hasoloan" userId="6704a177-17bb-4244-9c06-d865e36c920b" providerId="ADAL" clId="{3E066727-BBB6-4D37-A6B5-32C7A00FA4F3}" dt="2026-10-22T02:55:02.488" v="36506" actId="47"/>
        <pc:sldMkLst>
          <pc:docMk/>
          <pc:sldMk cId="1470942371" sldId="2147483569"/>
        </pc:sldMkLst>
      </pc:sldChg>
      <pc:sldChg chg="addSp delSp modSp mod ord">
        <pc:chgData name="Jethro Hotbatahi Hasoloan" userId="6704a177-17bb-4244-9c06-d865e36c920b" providerId="ADAL" clId="{3E066727-BBB6-4D37-A6B5-32C7A00FA4F3}" dt="2026-10-23T11:27:49.171" v="229087" actId="20577"/>
        <pc:sldMkLst>
          <pc:docMk/>
          <pc:sldMk cId="141060815" sldId="2147483627"/>
        </pc:sldMkLst>
        <pc:spChg chg="mod ord">
          <ac:chgData name="Jethro Hotbatahi Hasoloan" userId="6704a177-17bb-4244-9c06-d865e36c920b" providerId="ADAL" clId="{3E066727-BBB6-4D37-A6B5-32C7A00FA4F3}" dt="2026-10-23T11:27:32.840" v="229050"/>
          <ac:spMkLst>
            <pc:docMk/>
            <pc:sldMk cId="141060815" sldId="2147483627"/>
            <ac:spMk id="2" creationId="{F133FC09-C654-3D94-4386-32652D5C6061}"/>
          </ac:spMkLst>
        </pc:spChg>
        <pc:spChg chg="add del mod modVis">
          <ac:chgData name="Jethro Hotbatahi Hasoloan" userId="6704a177-17bb-4244-9c06-d865e36c920b" providerId="ADAL" clId="{3E066727-BBB6-4D37-A6B5-32C7A00FA4F3}" dt="2026-10-22T04:01:42.373" v="69540"/>
          <ac:spMkLst>
            <pc:docMk/>
            <pc:sldMk cId="141060815" sldId="2147483627"/>
            <ac:spMk id="3" creationId="{0DECCF02-03D3-AB4A-F171-2BE832BEACA7}"/>
          </ac:spMkLst>
        </pc:spChg>
        <pc:spChg chg="add mod ord">
          <ac:chgData name="Jethro Hotbatahi Hasoloan" userId="6704a177-17bb-4244-9c06-d865e36c920b" providerId="ADAL" clId="{3E066727-BBB6-4D37-A6B5-32C7A00FA4F3}" dt="2026-10-23T11:27:32.848" v="229070"/>
          <ac:spMkLst>
            <pc:docMk/>
            <pc:sldMk cId="141060815" sldId="2147483627"/>
            <ac:spMk id="4" creationId="{E7C55F0A-690C-A4E0-A5CF-80B2551AA56E}"/>
          </ac:spMkLst>
        </pc:spChg>
        <pc:spChg chg="add del mod modVis">
          <ac:chgData name="Jethro Hotbatahi Hasoloan" userId="6704a177-17bb-4244-9c06-d865e36c920b" providerId="ADAL" clId="{3E066727-BBB6-4D37-A6B5-32C7A00FA4F3}" dt="2026-10-23T11:14:39.268" v="210797"/>
          <ac:spMkLst>
            <pc:docMk/>
            <pc:sldMk cId="141060815" sldId="2147483627"/>
            <ac:spMk id="6" creationId="{1801013B-E780-FA0D-0D8C-F88A9F9BFF57}"/>
          </ac:spMkLst>
        </pc:spChg>
        <pc:spChg chg="mod ord">
          <ac:chgData name="Jethro Hotbatahi Hasoloan" userId="6704a177-17bb-4244-9c06-d865e36c920b" providerId="ADAL" clId="{3E066727-BBB6-4D37-A6B5-32C7A00FA4F3}" dt="2026-10-23T11:27:32.840" v="229052"/>
          <ac:spMkLst>
            <pc:docMk/>
            <pc:sldMk cId="141060815" sldId="2147483627"/>
            <ac:spMk id="7" creationId="{932D4B57-9A5D-1387-225C-407BA7F29B53}"/>
          </ac:spMkLst>
        </pc:spChg>
        <pc:spChg chg="add del mod modVis">
          <ac:chgData name="Jethro Hotbatahi Hasoloan" userId="6704a177-17bb-4244-9c06-d865e36c920b" providerId="ADAL" clId="{3E066727-BBB6-4D37-A6B5-32C7A00FA4F3}" dt="2026-10-23T11:14:41.613" v="211091"/>
          <ac:spMkLst>
            <pc:docMk/>
            <pc:sldMk cId="141060815" sldId="2147483627"/>
            <ac:spMk id="9" creationId="{D016345B-BA9E-2D8F-10DC-B8CBA6F5A9B2}"/>
          </ac:spMkLst>
        </pc:spChg>
        <pc:spChg chg="mod">
          <ac:chgData name="Jethro Hotbatahi Hasoloan" userId="6704a177-17bb-4244-9c06-d865e36c920b" providerId="ADAL" clId="{3E066727-BBB6-4D37-A6B5-32C7A00FA4F3}" dt="2026-10-23T11:27:32.817" v="228928"/>
          <ac:spMkLst>
            <pc:docMk/>
            <pc:sldMk cId="141060815" sldId="2147483627"/>
            <ac:spMk id="10" creationId="{06B9F47D-A820-D067-D636-C73DB8541664}"/>
          </ac:spMkLst>
        </pc:spChg>
        <pc:spChg chg="del mod ord">
          <ac:chgData name="Jethro Hotbatahi Hasoloan" userId="6704a177-17bb-4244-9c06-d865e36c920b" providerId="ADAL" clId="{3E066727-BBB6-4D37-A6B5-32C7A00FA4F3}" dt="2026-10-22T04:03:18.314" v="70540"/>
          <ac:spMkLst>
            <pc:docMk/>
            <pc:sldMk cId="141060815" sldId="2147483627"/>
            <ac:spMk id="11" creationId="{524BD6C0-B1DE-B827-E86D-A6ABF0BA3A3E}"/>
          </ac:spMkLst>
        </pc:spChg>
        <pc:spChg chg="del mod ord">
          <ac:chgData name="Jethro Hotbatahi Hasoloan" userId="6704a177-17bb-4244-9c06-d865e36c920b" providerId="ADAL" clId="{3E066727-BBB6-4D37-A6B5-32C7A00FA4F3}" dt="2026-10-22T04:46:04.105" v="98503"/>
          <ac:spMkLst>
            <pc:docMk/>
            <pc:sldMk cId="141060815" sldId="2147483627"/>
            <ac:spMk id="12" creationId="{44639E72-C288-F3CC-554C-2B33F165EA11}"/>
          </ac:spMkLst>
        </pc:spChg>
        <pc:spChg chg="add del mod modVis">
          <ac:chgData name="Jethro Hotbatahi Hasoloan" userId="6704a177-17bb-4244-9c06-d865e36c920b" providerId="ADAL" clId="{3E066727-BBB6-4D37-A6B5-32C7A00FA4F3}" dt="2026-10-23T11:14:46.198" v="211387"/>
          <ac:spMkLst>
            <pc:docMk/>
            <pc:sldMk cId="141060815" sldId="2147483627"/>
            <ac:spMk id="12" creationId="{7929B802-D306-978D-F18D-727362B9167D}"/>
          </ac:spMkLst>
        </pc:spChg>
        <pc:spChg chg="del mod ord">
          <ac:chgData name="Jethro Hotbatahi Hasoloan" userId="6704a177-17bb-4244-9c06-d865e36c920b" providerId="ADAL" clId="{3E066727-BBB6-4D37-A6B5-32C7A00FA4F3}" dt="2026-10-22T04:46:04.105" v="98501"/>
          <ac:spMkLst>
            <pc:docMk/>
            <pc:sldMk cId="141060815" sldId="2147483627"/>
            <ac:spMk id="13" creationId="{2AD093AD-32DA-D868-81E1-175301D5E510}"/>
          </ac:spMkLst>
        </pc:spChg>
        <pc:spChg chg="add del mod modVis">
          <ac:chgData name="Jethro Hotbatahi Hasoloan" userId="6704a177-17bb-4244-9c06-d865e36c920b" providerId="ADAL" clId="{3E066727-BBB6-4D37-A6B5-32C7A00FA4F3}" dt="2026-10-23T11:14:49.948" v="211770"/>
          <ac:spMkLst>
            <pc:docMk/>
            <pc:sldMk cId="141060815" sldId="2147483627"/>
            <ac:spMk id="14" creationId="{6F283387-647B-1A80-28E1-0A7411FCD284}"/>
          </ac:spMkLst>
        </pc:spChg>
        <pc:spChg chg="add del mod modVis">
          <ac:chgData name="Jethro Hotbatahi Hasoloan" userId="6704a177-17bb-4244-9c06-d865e36c920b" providerId="ADAL" clId="{3E066727-BBB6-4D37-A6B5-32C7A00FA4F3}" dt="2026-10-22T04:02:12.184" v="69800"/>
          <ac:spMkLst>
            <pc:docMk/>
            <pc:sldMk cId="141060815" sldId="2147483627"/>
            <ac:spMk id="14" creationId="{AB8B3D75-2315-C80E-C50C-E4D72DF1AC2F}"/>
          </ac:spMkLst>
        </pc:spChg>
        <pc:spChg chg="add del mod modVis">
          <ac:chgData name="Jethro Hotbatahi Hasoloan" userId="6704a177-17bb-4244-9c06-d865e36c920b" providerId="ADAL" clId="{3E066727-BBB6-4D37-A6B5-32C7A00FA4F3}" dt="2026-10-22T04:02:20.242" v="70066"/>
          <ac:spMkLst>
            <pc:docMk/>
            <pc:sldMk cId="141060815" sldId="2147483627"/>
            <ac:spMk id="16" creationId="{DBF12762-02AD-D22D-C03D-1E45BAE141BF}"/>
          </ac:spMkLst>
        </pc:spChg>
        <pc:spChg chg="add del mod modVis">
          <ac:chgData name="Jethro Hotbatahi Hasoloan" userId="6704a177-17bb-4244-9c06-d865e36c920b" providerId="ADAL" clId="{3E066727-BBB6-4D37-A6B5-32C7A00FA4F3}" dt="2026-10-22T04:02:27.765" v="70118"/>
          <ac:spMkLst>
            <pc:docMk/>
            <pc:sldMk cId="141060815" sldId="2147483627"/>
            <ac:spMk id="18" creationId="{D30CD8AD-CB27-F981-A0FB-13BDB1FEA05C}"/>
          </ac:spMkLst>
        </pc:spChg>
        <pc:spChg chg="add del mod modVis">
          <ac:chgData name="Jethro Hotbatahi Hasoloan" userId="6704a177-17bb-4244-9c06-d865e36c920b" providerId="ADAL" clId="{3E066727-BBB6-4D37-A6B5-32C7A00FA4F3}" dt="2026-10-22T04:02:33.736" v="70167"/>
          <ac:spMkLst>
            <pc:docMk/>
            <pc:sldMk cId="141060815" sldId="2147483627"/>
            <ac:spMk id="19" creationId="{D3EDAE1E-4894-D8F8-777F-3BAD66E8583B}"/>
          </ac:spMkLst>
        </pc:spChg>
        <pc:spChg chg="add del mod modVis">
          <ac:chgData name="Jethro Hotbatahi Hasoloan" userId="6704a177-17bb-4244-9c06-d865e36c920b" providerId="ADAL" clId="{3E066727-BBB6-4D37-A6B5-32C7A00FA4F3}" dt="2026-10-22T04:02:38.046" v="70213"/>
          <ac:spMkLst>
            <pc:docMk/>
            <pc:sldMk cId="141060815" sldId="2147483627"/>
            <ac:spMk id="20" creationId="{4CDB3219-01E7-D1D8-6F9C-6E3D8665D426}"/>
          </ac:spMkLst>
        </pc:spChg>
        <pc:spChg chg="add mod">
          <ac:chgData name="Jethro Hotbatahi Hasoloan" userId="6704a177-17bb-4244-9c06-d865e36c920b" providerId="ADAL" clId="{3E066727-BBB6-4D37-A6B5-32C7A00FA4F3}" dt="2026-10-23T11:27:32.832" v="228981"/>
          <ac:spMkLst>
            <pc:docMk/>
            <pc:sldMk cId="141060815" sldId="2147483627"/>
            <ac:spMk id="21" creationId="{801E4022-545E-7766-2DFB-8356021CE6DE}"/>
          </ac:spMkLst>
        </pc:spChg>
        <pc:spChg chg="add del mod ord">
          <ac:chgData name="Jethro Hotbatahi Hasoloan" userId="6704a177-17bb-4244-9c06-d865e36c920b" providerId="ADAL" clId="{3E066727-BBB6-4D37-A6B5-32C7A00FA4F3}" dt="2026-10-23T11:27:32.832" v="228977"/>
          <ac:spMkLst>
            <pc:docMk/>
            <pc:sldMk cId="141060815" sldId="2147483627"/>
            <ac:spMk id="22" creationId="{283D936C-895F-9EC2-3049-D5664CF06167}"/>
          </ac:spMkLst>
        </pc:spChg>
        <pc:spChg chg="add del mod modVis">
          <ac:chgData name="Jethro Hotbatahi Hasoloan" userId="6704a177-17bb-4244-9c06-d865e36c920b" providerId="ADAL" clId="{3E066727-BBB6-4D37-A6B5-32C7A00FA4F3}" dt="2026-10-23T11:14:53.587" v="212163"/>
          <ac:spMkLst>
            <pc:docMk/>
            <pc:sldMk cId="141060815" sldId="2147483627"/>
            <ac:spMk id="23" creationId="{A881952E-A140-56A3-7F57-6BB77B1889E4}"/>
          </ac:spMkLst>
        </pc:spChg>
        <pc:spChg chg="add del mod modVis">
          <ac:chgData name="Jethro Hotbatahi Hasoloan" userId="6704a177-17bb-4244-9c06-d865e36c920b" providerId="ADAL" clId="{3E066727-BBB6-4D37-A6B5-32C7A00FA4F3}" dt="2026-10-22T04:02:51.909" v="70494"/>
          <ac:spMkLst>
            <pc:docMk/>
            <pc:sldMk cId="141060815" sldId="2147483627"/>
            <ac:spMk id="23" creationId="{BACB2635-62DE-5BDE-134A-39D912984E41}"/>
          </ac:spMkLst>
        </pc:spChg>
        <pc:spChg chg="add del mod modVis">
          <ac:chgData name="Jethro Hotbatahi Hasoloan" userId="6704a177-17bb-4244-9c06-d865e36c920b" providerId="ADAL" clId="{3E066727-BBB6-4D37-A6B5-32C7A00FA4F3}" dt="2026-10-22T04:02:58.654" v="70534"/>
          <ac:spMkLst>
            <pc:docMk/>
            <pc:sldMk cId="141060815" sldId="2147483627"/>
            <ac:spMk id="24" creationId="{9AE84100-0E72-D36A-EDD3-8E51B6EFA9C3}"/>
          </ac:spMkLst>
        </pc:spChg>
        <pc:spChg chg="add del mod modVis">
          <ac:chgData name="Jethro Hotbatahi Hasoloan" userId="6704a177-17bb-4244-9c06-d865e36c920b" providerId="ADAL" clId="{3E066727-BBB6-4D37-A6B5-32C7A00FA4F3}" dt="2026-10-22T04:03:18.541" v="70877"/>
          <ac:spMkLst>
            <pc:docMk/>
            <pc:sldMk cId="141060815" sldId="2147483627"/>
            <ac:spMk id="25" creationId="{BE2F3CC1-47BF-E056-BFFE-52C1AD08EE6F}"/>
          </ac:spMkLst>
        </pc:spChg>
        <pc:spChg chg="add del mod modVis">
          <ac:chgData name="Jethro Hotbatahi Hasoloan" userId="6704a177-17bb-4244-9c06-d865e36c920b" providerId="ADAL" clId="{3E066727-BBB6-4D37-A6B5-32C7A00FA4F3}" dt="2026-10-23T11:15:07.018" v="212450"/>
          <ac:spMkLst>
            <pc:docMk/>
            <pc:sldMk cId="141060815" sldId="2147483627"/>
            <ac:spMk id="25" creationId="{C9ADEA8E-84D8-7AD3-3F27-98AA62605F09}"/>
          </ac:spMkLst>
        </pc:spChg>
        <pc:spChg chg="add del mod modVis">
          <ac:chgData name="Jethro Hotbatahi Hasoloan" userId="6704a177-17bb-4244-9c06-d865e36c920b" providerId="ADAL" clId="{3E066727-BBB6-4D37-A6B5-32C7A00FA4F3}" dt="2026-10-22T04:04:14.245" v="71099"/>
          <ac:spMkLst>
            <pc:docMk/>
            <pc:sldMk cId="141060815" sldId="2147483627"/>
            <ac:spMk id="27" creationId="{17D4A556-9D30-2AE0-DBC2-E7530CFD8CCF}"/>
          </ac:spMkLst>
        </pc:spChg>
        <pc:spChg chg="add del mod modVis">
          <ac:chgData name="Jethro Hotbatahi Hasoloan" userId="6704a177-17bb-4244-9c06-d865e36c920b" providerId="ADAL" clId="{3E066727-BBB6-4D37-A6B5-32C7A00FA4F3}" dt="2026-10-23T11:15:14.563" v="212735"/>
          <ac:spMkLst>
            <pc:docMk/>
            <pc:sldMk cId="141060815" sldId="2147483627"/>
            <ac:spMk id="27" creationId="{68A6A233-229A-5A62-AD77-62DF6B0E214C}"/>
          </ac:spMkLst>
        </pc:spChg>
        <pc:spChg chg="add del mod modVis">
          <ac:chgData name="Jethro Hotbatahi Hasoloan" userId="6704a177-17bb-4244-9c06-d865e36c920b" providerId="ADAL" clId="{3E066727-BBB6-4D37-A6B5-32C7A00FA4F3}" dt="2026-10-23T11:15:19.097" v="213009"/>
          <ac:spMkLst>
            <pc:docMk/>
            <pc:sldMk cId="141060815" sldId="2147483627"/>
            <ac:spMk id="29" creationId="{505802DC-436A-60B1-3EB1-46A180F19736}"/>
          </ac:spMkLst>
        </pc:spChg>
        <pc:spChg chg="add del mod modVis">
          <ac:chgData name="Jethro Hotbatahi Hasoloan" userId="6704a177-17bb-4244-9c06-d865e36c920b" providerId="ADAL" clId="{3E066727-BBB6-4D37-A6B5-32C7A00FA4F3}" dt="2026-10-22T04:04:22.090" v="71316"/>
          <ac:spMkLst>
            <pc:docMk/>
            <pc:sldMk cId="141060815" sldId="2147483627"/>
            <ac:spMk id="29" creationId="{9A86AA20-303C-BD30-41BD-7E215258BB73}"/>
          </ac:spMkLst>
        </pc:spChg>
        <pc:spChg chg="add del mod modVis">
          <ac:chgData name="Jethro Hotbatahi Hasoloan" userId="6704a177-17bb-4244-9c06-d865e36c920b" providerId="ADAL" clId="{3E066727-BBB6-4D37-A6B5-32C7A00FA4F3}" dt="2026-10-22T04:04:36.085" v="71562"/>
          <ac:spMkLst>
            <pc:docMk/>
            <pc:sldMk cId="141060815" sldId="2147483627"/>
            <ac:spMk id="31" creationId="{6C140B3B-43D4-CB90-B4ED-0FAF52F8B357}"/>
          </ac:spMkLst>
        </pc:spChg>
        <pc:spChg chg="add del mod modVis">
          <ac:chgData name="Jethro Hotbatahi Hasoloan" userId="6704a177-17bb-4244-9c06-d865e36c920b" providerId="ADAL" clId="{3E066727-BBB6-4D37-A6B5-32C7A00FA4F3}" dt="2026-10-23T11:15:25.237" v="213283"/>
          <ac:spMkLst>
            <pc:docMk/>
            <pc:sldMk cId="141060815" sldId="2147483627"/>
            <ac:spMk id="31" creationId="{A2677AD5-90C7-1D4A-FA4E-D3F10A0B6EC8}"/>
          </ac:spMkLst>
        </pc:spChg>
        <pc:spChg chg="add del mod modVis">
          <ac:chgData name="Jethro Hotbatahi Hasoloan" userId="6704a177-17bb-4244-9c06-d865e36c920b" providerId="ADAL" clId="{3E066727-BBB6-4D37-A6B5-32C7A00FA4F3}" dt="2026-10-22T04:04:42.858" v="71808"/>
          <ac:spMkLst>
            <pc:docMk/>
            <pc:sldMk cId="141060815" sldId="2147483627"/>
            <ac:spMk id="33" creationId="{BC6D27AF-4720-1DB0-9BB1-991262AB3EBC}"/>
          </ac:spMkLst>
        </pc:spChg>
        <pc:spChg chg="add del mod modVis">
          <ac:chgData name="Jethro Hotbatahi Hasoloan" userId="6704a177-17bb-4244-9c06-d865e36c920b" providerId="ADAL" clId="{3E066727-BBB6-4D37-A6B5-32C7A00FA4F3}" dt="2026-10-23T11:15:30.399" v="213602"/>
          <ac:spMkLst>
            <pc:docMk/>
            <pc:sldMk cId="141060815" sldId="2147483627"/>
            <ac:spMk id="33" creationId="{F9C753DE-BF9B-5F56-0551-639F549919FB}"/>
          </ac:spMkLst>
        </pc:spChg>
        <pc:spChg chg="add del mod modVis">
          <ac:chgData name="Jethro Hotbatahi Hasoloan" userId="6704a177-17bb-4244-9c06-d865e36c920b" providerId="ADAL" clId="{3E066727-BBB6-4D37-A6B5-32C7A00FA4F3}" dt="2026-10-22T04:04:50.128" v="72031"/>
          <ac:spMkLst>
            <pc:docMk/>
            <pc:sldMk cId="141060815" sldId="2147483627"/>
            <ac:spMk id="35" creationId="{F3D1B415-49EA-87C6-909D-C59245B188FA}"/>
          </ac:spMkLst>
        </pc:spChg>
        <pc:spChg chg="del mod ord">
          <ac:chgData name="Jethro Hotbatahi Hasoloan" userId="6704a177-17bb-4244-9c06-d865e36c920b" providerId="ADAL" clId="{3E066727-BBB6-4D37-A6B5-32C7A00FA4F3}" dt="2026-10-22T04:46:04.105" v="98496"/>
          <ac:spMkLst>
            <pc:docMk/>
            <pc:sldMk cId="141060815" sldId="2147483627"/>
            <ac:spMk id="36" creationId="{0F5026F6-2DDD-A781-89AF-C1583501ACC9}"/>
          </ac:spMkLst>
        </pc:spChg>
        <pc:spChg chg="add del mod modVis">
          <ac:chgData name="Jethro Hotbatahi Hasoloan" userId="6704a177-17bb-4244-9c06-d865e36c920b" providerId="ADAL" clId="{3E066727-BBB6-4D37-A6B5-32C7A00FA4F3}" dt="2026-10-23T11:15:50.688" v="214077"/>
          <ac:spMkLst>
            <pc:docMk/>
            <pc:sldMk cId="141060815" sldId="2147483627"/>
            <ac:spMk id="36" creationId="{905FD847-8FAA-BA1F-E249-0303CC7C15F3}"/>
          </ac:spMkLst>
        </pc:spChg>
        <pc:spChg chg="del mod ord">
          <ac:chgData name="Jethro Hotbatahi Hasoloan" userId="6704a177-17bb-4244-9c06-d865e36c920b" providerId="ADAL" clId="{3E066727-BBB6-4D37-A6B5-32C7A00FA4F3}" dt="2026-10-22T04:46:04.105" v="98498"/>
          <ac:spMkLst>
            <pc:docMk/>
            <pc:sldMk cId="141060815" sldId="2147483627"/>
            <ac:spMk id="37" creationId="{516F5AC4-9187-3156-D9DF-43FBAF0A9378}"/>
          </ac:spMkLst>
        </pc:spChg>
        <pc:spChg chg="del mod ord">
          <ac:chgData name="Jethro Hotbatahi Hasoloan" userId="6704a177-17bb-4244-9c06-d865e36c920b" providerId="ADAL" clId="{3E066727-BBB6-4D37-A6B5-32C7A00FA4F3}" dt="2026-10-22T04:03:18.314" v="70538"/>
          <ac:spMkLst>
            <pc:docMk/>
            <pc:sldMk cId="141060815" sldId="2147483627"/>
            <ac:spMk id="38" creationId="{31D3C328-3E0D-12F3-51F4-0FE6E938024F}"/>
          </ac:spMkLst>
        </pc:spChg>
        <pc:spChg chg="add del mod modVis">
          <ac:chgData name="Jethro Hotbatahi Hasoloan" userId="6704a177-17bb-4244-9c06-d865e36c920b" providerId="ADAL" clId="{3E066727-BBB6-4D37-A6B5-32C7A00FA4F3}" dt="2026-10-23T11:15:56.222" v="214351"/>
          <ac:spMkLst>
            <pc:docMk/>
            <pc:sldMk cId="141060815" sldId="2147483627"/>
            <ac:spMk id="38" creationId="{3E901277-6736-D781-3614-AC65345AD8C0}"/>
          </ac:spMkLst>
        </pc:spChg>
        <pc:spChg chg="add del mod modVis">
          <ac:chgData name="Jethro Hotbatahi Hasoloan" userId="6704a177-17bb-4244-9c06-d865e36c920b" providerId="ADAL" clId="{3E066727-BBB6-4D37-A6B5-32C7A00FA4F3}" dt="2026-10-22T04:04:55.628" v="72252"/>
          <ac:spMkLst>
            <pc:docMk/>
            <pc:sldMk cId="141060815" sldId="2147483627"/>
            <ac:spMk id="40" creationId="{6228B333-01C4-A925-6ECE-F79AD8AB0C62}"/>
          </ac:spMkLst>
        </pc:spChg>
        <pc:spChg chg="add del mod modVis">
          <ac:chgData name="Jethro Hotbatahi Hasoloan" userId="6704a177-17bb-4244-9c06-d865e36c920b" providerId="ADAL" clId="{3E066727-BBB6-4D37-A6B5-32C7A00FA4F3}" dt="2026-10-23T11:16:00.469" v="214625"/>
          <ac:spMkLst>
            <pc:docMk/>
            <pc:sldMk cId="141060815" sldId="2147483627"/>
            <ac:spMk id="40" creationId="{8E17C835-B905-FA74-2B95-C3E1FCBD8373}"/>
          </ac:spMkLst>
        </pc:spChg>
        <pc:spChg chg="del mod ord">
          <ac:chgData name="Jethro Hotbatahi Hasoloan" userId="6704a177-17bb-4244-9c06-d865e36c920b" providerId="ADAL" clId="{3E066727-BBB6-4D37-A6B5-32C7A00FA4F3}" dt="2026-10-22T04:46:04.105" v="98505"/>
          <ac:spMkLst>
            <pc:docMk/>
            <pc:sldMk cId="141060815" sldId="2147483627"/>
            <ac:spMk id="42" creationId="{E1907DDF-219D-25F7-7FF7-DACDE45690F1}"/>
          </ac:spMkLst>
        </pc:spChg>
        <pc:spChg chg="add del mod modVis">
          <ac:chgData name="Jethro Hotbatahi Hasoloan" userId="6704a177-17bb-4244-9c06-d865e36c920b" providerId="ADAL" clId="{3E066727-BBB6-4D37-A6B5-32C7A00FA4F3}" dt="2026-10-23T11:16:05.065" v="214927"/>
          <ac:spMkLst>
            <pc:docMk/>
            <pc:sldMk cId="141060815" sldId="2147483627"/>
            <ac:spMk id="42" creationId="{FB0DDD7F-84F8-B204-39DB-ABAC5BF6D9C3}"/>
          </ac:spMkLst>
        </pc:spChg>
        <pc:spChg chg="del mod">
          <ac:chgData name="Jethro Hotbatahi Hasoloan" userId="6704a177-17bb-4244-9c06-d865e36c920b" providerId="ADAL" clId="{3E066727-BBB6-4D37-A6B5-32C7A00FA4F3}" dt="2026-10-22T04:46:04.105" v="98497"/>
          <ac:spMkLst>
            <pc:docMk/>
            <pc:sldMk cId="141060815" sldId="2147483627"/>
            <ac:spMk id="43" creationId="{755F5FB9-9900-D07F-BF90-0B30BA7AA587}"/>
          </ac:spMkLst>
        </pc:spChg>
        <pc:spChg chg="add del mod modVis">
          <ac:chgData name="Jethro Hotbatahi Hasoloan" userId="6704a177-17bb-4244-9c06-d865e36c920b" providerId="ADAL" clId="{3E066727-BBB6-4D37-A6B5-32C7A00FA4F3}" dt="2026-10-23T11:16:28.885" v="215215"/>
          <ac:spMkLst>
            <pc:docMk/>
            <pc:sldMk cId="141060815" sldId="2147483627"/>
            <ac:spMk id="44" creationId="{18CEAE4A-313D-B65B-F9BA-0CCF853CE71C}"/>
          </ac:spMkLst>
        </pc:spChg>
        <pc:spChg chg="del mod ord">
          <ac:chgData name="Jethro Hotbatahi Hasoloan" userId="6704a177-17bb-4244-9c06-d865e36c920b" providerId="ADAL" clId="{3E066727-BBB6-4D37-A6B5-32C7A00FA4F3}" dt="2026-10-22T04:03:18.314" v="70542"/>
          <ac:spMkLst>
            <pc:docMk/>
            <pc:sldMk cId="141060815" sldId="2147483627"/>
            <ac:spMk id="44" creationId="{F89B0E3C-9982-BA29-BF7B-CBF68FA49D04}"/>
          </ac:spMkLst>
        </pc:spChg>
        <pc:spChg chg="del mod ord">
          <ac:chgData name="Jethro Hotbatahi Hasoloan" userId="6704a177-17bb-4244-9c06-d865e36c920b" providerId="ADAL" clId="{3E066727-BBB6-4D37-A6B5-32C7A00FA4F3}" dt="2026-10-22T04:46:04.105" v="98507"/>
          <ac:spMkLst>
            <pc:docMk/>
            <pc:sldMk cId="141060815" sldId="2147483627"/>
            <ac:spMk id="45" creationId="{508226A3-DA74-05F9-88B2-05B2011AC6BB}"/>
          </ac:spMkLst>
        </pc:spChg>
        <pc:spChg chg="del mod">
          <ac:chgData name="Jethro Hotbatahi Hasoloan" userId="6704a177-17bb-4244-9c06-d865e36c920b" providerId="ADAL" clId="{3E066727-BBB6-4D37-A6B5-32C7A00FA4F3}" dt="2026-10-22T04:46:04.105" v="98499"/>
          <ac:spMkLst>
            <pc:docMk/>
            <pc:sldMk cId="141060815" sldId="2147483627"/>
            <ac:spMk id="46" creationId="{BEEAE643-A860-FC0A-E028-D4BA83DAE94C}"/>
          </ac:spMkLst>
        </pc:spChg>
        <pc:spChg chg="add del mod modVis">
          <ac:chgData name="Jethro Hotbatahi Hasoloan" userId="6704a177-17bb-4244-9c06-d865e36c920b" providerId="ADAL" clId="{3E066727-BBB6-4D37-A6B5-32C7A00FA4F3}" dt="2026-10-23T11:16:36.332" v="215486"/>
          <ac:spMkLst>
            <pc:docMk/>
            <pc:sldMk cId="141060815" sldId="2147483627"/>
            <ac:spMk id="46" creationId="{FFCE7719-A162-C699-4AAC-97A1470DFB41}"/>
          </ac:spMkLst>
        </pc:spChg>
        <pc:spChg chg="del mod ord">
          <ac:chgData name="Jethro Hotbatahi Hasoloan" userId="6704a177-17bb-4244-9c06-d865e36c920b" providerId="ADAL" clId="{3E066727-BBB6-4D37-A6B5-32C7A00FA4F3}" dt="2026-10-22T04:03:18.314" v="70544"/>
          <ac:spMkLst>
            <pc:docMk/>
            <pc:sldMk cId="141060815" sldId="2147483627"/>
            <ac:spMk id="47" creationId="{9645B105-F7E9-9989-96C5-135F8DBCFDE7}"/>
          </ac:spMkLst>
        </pc:spChg>
        <pc:spChg chg="del mod ord">
          <ac:chgData name="Jethro Hotbatahi Hasoloan" userId="6704a177-17bb-4244-9c06-d865e36c920b" providerId="ADAL" clId="{3E066727-BBB6-4D37-A6B5-32C7A00FA4F3}" dt="2026-10-22T04:46:04.105" v="98509"/>
          <ac:spMkLst>
            <pc:docMk/>
            <pc:sldMk cId="141060815" sldId="2147483627"/>
            <ac:spMk id="48" creationId="{858A09FB-3331-4050-B05D-19D296CCE8D1}"/>
          </ac:spMkLst>
        </pc:spChg>
        <pc:spChg chg="add mod ord">
          <ac:chgData name="Jethro Hotbatahi Hasoloan" userId="6704a177-17bb-4244-9c06-d865e36c920b" providerId="ADAL" clId="{3E066727-BBB6-4D37-A6B5-32C7A00FA4F3}" dt="2026-10-23T11:27:32.817" v="228933"/>
          <ac:spMkLst>
            <pc:docMk/>
            <pc:sldMk cId="141060815" sldId="2147483627"/>
            <ac:spMk id="48" creationId="{AEAE476D-0A76-8822-A8EF-1C56E7456528}"/>
          </ac:spMkLst>
        </pc:spChg>
        <pc:spChg chg="del mod">
          <ac:chgData name="Jethro Hotbatahi Hasoloan" userId="6704a177-17bb-4244-9c06-d865e36c920b" providerId="ADAL" clId="{3E066727-BBB6-4D37-A6B5-32C7A00FA4F3}" dt="2026-10-22T04:46:04.105" v="98502"/>
          <ac:spMkLst>
            <pc:docMk/>
            <pc:sldMk cId="141060815" sldId="2147483627"/>
            <ac:spMk id="49" creationId="{3BBC1129-4424-BA0F-2A85-AFCA73AFEA92}"/>
          </ac:spMkLst>
        </pc:spChg>
        <pc:spChg chg="add del mod modVis">
          <ac:chgData name="Jethro Hotbatahi Hasoloan" userId="6704a177-17bb-4244-9c06-d865e36c920b" providerId="ADAL" clId="{3E066727-BBB6-4D37-A6B5-32C7A00FA4F3}" dt="2026-10-23T11:16:42.032" v="215819"/>
          <ac:spMkLst>
            <pc:docMk/>
            <pc:sldMk cId="141060815" sldId="2147483627"/>
            <ac:spMk id="49" creationId="{5B075426-EA57-2C62-1A5A-9E7FF13D7277}"/>
          </ac:spMkLst>
        </pc:spChg>
        <pc:spChg chg="del mod ord">
          <ac:chgData name="Jethro Hotbatahi Hasoloan" userId="6704a177-17bb-4244-9c06-d865e36c920b" providerId="ADAL" clId="{3E066727-BBB6-4D37-A6B5-32C7A00FA4F3}" dt="2026-10-22T04:03:18.314" v="70546"/>
          <ac:spMkLst>
            <pc:docMk/>
            <pc:sldMk cId="141060815" sldId="2147483627"/>
            <ac:spMk id="50" creationId="{CB7C5D35-0789-ADB7-6AA5-6DF39714F258}"/>
          </ac:spMkLst>
        </pc:spChg>
        <pc:spChg chg="mod">
          <ac:chgData name="Jethro Hotbatahi Hasoloan" userId="6704a177-17bb-4244-9c06-d865e36c920b" providerId="ADAL" clId="{3E066727-BBB6-4D37-A6B5-32C7A00FA4F3}" dt="2026-10-23T11:27:32.817" v="228927"/>
          <ac:spMkLst>
            <pc:docMk/>
            <pc:sldMk cId="141060815" sldId="2147483627"/>
            <ac:spMk id="51" creationId="{84E09DE4-4018-84A3-4F88-E1EC84174872}"/>
          </ac:spMkLst>
        </pc:spChg>
        <pc:spChg chg="add del mod modVis">
          <ac:chgData name="Jethro Hotbatahi Hasoloan" userId="6704a177-17bb-4244-9c06-d865e36c920b" providerId="ADAL" clId="{3E066727-BBB6-4D37-A6B5-32C7A00FA4F3}" dt="2026-10-22T04:05:11.473" v="72499"/>
          <ac:spMkLst>
            <pc:docMk/>
            <pc:sldMk cId="141060815" sldId="2147483627"/>
            <ac:spMk id="52" creationId="{3013B36F-243B-26E9-5704-DBA7C38892B1}"/>
          </ac:spMkLst>
        </pc:spChg>
        <pc:spChg chg="mod">
          <ac:chgData name="Jethro Hotbatahi Hasoloan" userId="6704a177-17bb-4244-9c06-d865e36c920b" providerId="ADAL" clId="{3E066727-BBB6-4D37-A6B5-32C7A00FA4F3}" dt="2026-10-23T11:27:32.817" v="228929"/>
          <ac:spMkLst>
            <pc:docMk/>
            <pc:sldMk cId="141060815" sldId="2147483627"/>
            <ac:spMk id="53" creationId="{9731D1EF-55BF-48F9-4209-CF2150F3CA73}"/>
          </ac:spMkLst>
        </pc:spChg>
        <pc:spChg chg="mod">
          <ac:chgData name="Jethro Hotbatahi Hasoloan" userId="6704a177-17bb-4244-9c06-d865e36c920b" providerId="ADAL" clId="{3E066727-BBB6-4D37-A6B5-32C7A00FA4F3}" dt="2026-10-23T11:27:32.817" v="228930"/>
          <ac:spMkLst>
            <pc:docMk/>
            <pc:sldMk cId="141060815" sldId="2147483627"/>
            <ac:spMk id="54" creationId="{747F728B-0A51-6C2A-6F4B-F018A2D324D1}"/>
          </ac:spMkLst>
        </pc:spChg>
        <pc:spChg chg="mod">
          <ac:chgData name="Jethro Hotbatahi Hasoloan" userId="6704a177-17bb-4244-9c06-d865e36c920b" providerId="ADAL" clId="{3E066727-BBB6-4D37-A6B5-32C7A00FA4F3}" dt="2026-10-23T11:27:32.817" v="228931"/>
          <ac:spMkLst>
            <pc:docMk/>
            <pc:sldMk cId="141060815" sldId="2147483627"/>
            <ac:spMk id="55" creationId="{93E9355C-4766-40EB-8D5C-4756B7300AC5}"/>
          </ac:spMkLst>
        </pc:spChg>
        <pc:spChg chg="mod ord">
          <ac:chgData name="Jethro Hotbatahi Hasoloan" userId="6704a177-17bb-4244-9c06-d865e36c920b" providerId="ADAL" clId="{3E066727-BBB6-4D37-A6B5-32C7A00FA4F3}" dt="2026-10-23T11:27:32.817" v="228935"/>
          <ac:spMkLst>
            <pc:docMk/>
            <pc:sldMk cId="141060815" sldId="2147483627"/>
            <ac:spMk id="56" creationId="{2E177975-8CDD-4294-B55A-340BF2094883}"/>
          </ac:spMkLst>
        </pc:spChg>
        <pc:spChg chg="mod ord">
          <ac:chgData name="Jethro Hotbatahi Hasoloan" userId="6704a177-17bb-4244-9c06-d865e36c920b" providerId="ADAL" clId="{3E066727-BBB6-4D37-A6B5-32C7A00FA4F3}" dt="2026-10-23T11:27:32.817" v="228937"/>
          <ac:spMkLst>
            <pc:docMk/>
            <pc:sldMk cId="141060815" sldId="2147483627"/>
            <ac:spMk id="57" creationId="{7238D8D9-1CF0-87C8-06EA-D7ED7324BFA4}"/>
          </ac:spMkLst>
        </pc:spChg>
        <pc:spChg chg="mod ord">
          <ac:chgData name="Jethro Hotbatahi Hasoloan" userId="6704a177-17bb-4244-9c06-d865e36c920b" providerId="ADAL" clId="{3E066727-BBB6-4D37-A6B5-32C7A00FA4F3}" dt="2026-10-23T11:27:32.817" v="228939"/>
          <ac:spMkLst>
            <pc:docMk/>
            <pc:sldMk cId="141060815" sldId="2147483627"/>
            <ac:spMk id="58" creationId="{58BB9FB5-90EE-AC76-2F74-9BCD38C3F6B9}"/>
          </ac:spMkLst>
        </pc:spChg>
        <pc:spChg chg="mod ord">
          <ac:chgData name="Jethro Hotbatahi Hasoloan" userId="6704a177-17bb-4244-9c06-d865e36c920b" providerId="ADAL" clId="{3E066727-BBB6-4D37-A6B5-32C7A00FA4F3}" dt="2026-10-23T11:27:32.817" v="228941"/>
          <ac:spMkLst>
            <pc:docMk/>
            <pc:sldMk cId="141060815" sldId="2147483627"/>
            <ac:spMk id="59" creationId="{26F9C14F-6456-AB31-B5B9-8D32DEA70689}"/>
          </ac:spMkLst>
        </pc:spChg>
        <pc:spChg chg="mod ord">
          <ac:chgData name="Jethro Hotbatahi Hasoloan" userId="6704a177-17bb-4244-9c06-d865e36c920b" providerId="ADAL" clId="{3E066727-BBB6-4D37-A6B5-32C7A00FA4F3}" dt="2026-10-23T11:27:32.817" v="228943"/>
          <ac:spMkLst>
            <pc:docMk/>
            <pc:sldMk cId="141060815" sldId="2147483627"/>
            <ac:spMk id="60" creationId="{5A346F73-1508-5072-7E5E-A89606726DC5}"/>
          </ac:spMkLst>
        </pc:spChg>
        <pc:spChg chg="mod ord">
          <ac:chgData name="Jethro Hotbatahi Hasoloan" userId="6704a177-17bb-4244-9c06-d865e36c920b" providerId="ADAL" clId="{3E066727-BBB6-4D37-A6B5-32C7A00FA4F3}" dt="2026-10-23T11:27:32.817" v="228947"/>
          <ac:spMkLst>
            <pc:docMk/>
            <pc:sldMk cId="141060815" sldId="2147483627"/>
            <ac:spMk id="62" creationId="{DBC34FD4-7AAD-B24E-E0A7-462B08744A2C}"/>
          </ac:spMkLst>
        </pc:spChg>
        <pc:spChg chg="mod ord">
          <ac:chgData name="Jethro Hotbatahi Hasoloan" userId="6704a177-17bb-4244-9c06-d865e36c920b" providerId="ADAL" clId="{3E066727-BBB6-4D37-A6B5-32C7A00FA4F3}" dt="2026-10-23T11:27:32.817" v="228949"/>
          <ac:spMkLst>
            <pc:docMk/>
            <pc:sldMk cId="141060815" sldId="2147483627"/>
            <ac:spMk id="63" creationId="{805C4590-8784-A542-64C1-3C40477DE195}"/>
          </ac:spMkLst>
        </pc:spChg>
        <pc:spChg chg="mod ord">
          <ac:chgData name="Jethro Hotbatahi Hasoloan" userId="6704a177-17bb-4244-9c06-d865e36c920b" providerId="ADAL" clId="{3E066727-BBB6-4D37-A6B5-32C7A00FA4F3}" dt="2026-10-23T11:27:32.817" v="228951"/>
          <ac:spMkLst>
            <pc:docMk/>
            <pc:sldMk cId="141060815" sldId="2147483627"/>
            <ac:spMk id="256" creationId="{ECF9658E-FC3F-068B-CA75-DB8087416B8D}"/>
          </ac:spMkLst>
        </pc:spChg>
        <pc:spChg chg="mod ord">
          <ac:chgData name="Jethro Hotbatahi Hasoloan" userId="6704a177-17bb-4244-9c06-d865e36c920b" providerId="ADAL" clId="{3E066727-BBB6-4D37-A6B5-32C7A00FA4F3}" dt="2026-10-23T11:27:32.817" v="228953"/>
          <ac:spMkLst>
            <pc:docMk/>
            <pc:sldMk cId="141060815" sldId="2147483627"/>
            <ac:spMk id="257" creationId="{0EF0ED00-5ED8-B142-F6F1-A7A0762113BA}"/>
          </ac:spMkLst>
        </pc:spChg>
        <pc:spChg chg="mod ord">
          <ac:chgData name="Jethro Hotbatahi Hasoloan" userId="6704a177-17bb-4244-9c06-d865e36c920b" providerId="ADAL" clId="{3E066727-BBB6-4D37-A6B5-32C7A00FA4F3}" dt="2026-10-23T11:27:32.817" v="228955"/>
          <ac:spMkLst>
            <pc:docMk/>
            <pc:sldMk cId="141060815" sldId="2147483627"/>
            <ac:spMk id="258" creationId="{114BE2C1-7F2E-17FB-E512-415036338A90}"/>
          </ac:spMkLst>
        </pc:spChg>
        <pc:spChg chg="mod ord">
          <ac:chgData name="Jethro Hotbatahi Hasoloan" userId="6704a177-17bb-4244-9c06-d865e36c920b" providerId="ADAL" clId="{3E066727-BBB6-4D37-A6B5-32C7A00FA4F3}" dt="2026-10-23T11:27:32.832" v="228957"/>
          <ac:spMkLst>
            <pc:docMk/>
            <pc:sldMk cId="141060815" sldId="2147483627"/>
            <ac:spMk id="259" creationId="{60F0BF06-6630-E6B2-1682-FC368747423F}"/>
          </ac:spMkLst>
        </pc:spChg>
        <pc:spChg chg="mod ord">
          <ac:chgData name="Jethro Hotbatahi Hasoloan" userId="6704a177-17bb-4244-9c06-d865e36c920b" providerId="ADAL" clId="{3E066727-BBB6-4D37-A6B5-32C7A00FA4F3}" dt="2026-10-23T11:27:32.832" v="228959"/>
          <ac:spMkLst>
            <pc:docMk/>
            <pc:sldMk cId="141060815" sldId="2147483627"/>
            <ac:spMk id="260" creationId="{06020E34-2569-C050-A45F-61A726DDE489}"/>
          </ac:spMkLst>
        </pc:spChg>
        <pc:spChg chg="mod ord">
          <ac:chgData name="Jethro Hotbatahi Hasoloan" userId="6704a177-17bb-4244-9c06-d865e36c920b" providerId="ADAL" clId="{3E066727-BBB6-4D37-A6B5-32C7A00FA4F3}" dt="2026-10-23T11:27:32.832" v="228961"/>
          <ac:spMkLst>
            <pc:docMk/>
            <pc:sldMk cId="141060815" sldId="2147483627"/>
            <ac:spMk id="261" creationId="{085BB8C7-B8D8-A3F8-1844-EF7353C44C7A}"/>
          </ac:spMkLst>
        </pc:spChg>
        <pc:spChg chg="mod ord">
          <ac:chgData name="Jethro Hotbatahi Hasoloan" userId="6704a177-17bb-4244-9c06-d865e36c920b" providerId="ADAL" clId="{3E066727-BBB6-4D37-A6B5-32C7A00FA4F3}" dt="2026-10-23T11:27:32.832" v="228962"/>
          <ac:spMkLst>
            <pc:docMk/>
            <pc:sldMk cId="141060815" sldId="2147483627"/>
            <ac:spMk id="262" creationId="{794736AE-A677-783A-2877-08D9DE3DE343}"/>
          </ac:spMkLst>
        </pc:spChg>
        <pc:spChg chg="mod ord">
          <ac:chgData name="Jethro Hotbatahi Hasoloan" userId="6704a177-17bb-4244-9c06-d865e36c920b" providerId="ADAL" clId="{3E066727-BBB6-4D37-A6B5-32C7A00FA4F3}" dt="2026-10-23T11:27:32.832" v="228964"/>
          <ac:spMkLst>
            <pc:docMk/>
            <pc:sldMk cId="141060815" sldId="2147483627"/>
            <ac:spMk id="263" creationId="{B4792054-DD12-064E-54D4-C6095B38D1B0}"/>
          </ac:spMkLst>
        </pc:spChg>
        <pc:spChg chg="add del mod modVis">
          <ac:chgData name="Jethro Hotbatahi Hasoloan" userId="6704a177-17bb-4244-9c06-d865e36c920b" providerId="ADAL" clId="{3E066727-BBB6-4D37-A6B5-32C7A00FA4F3}" dt="2026-10-22T04:05:16.498" v="72745"/>
          <ac:spMkLst>
            <pc:docMk/>
            <pc:sldMk cId="141060815" sldId="2147483627"/>
            <ac:spMk id="264" creationId="{8621D348-E135-6BF0-25C4-64C97AFC1D4D}"/>
          </ac:spMkLst>
        </pc:spChg>
        <pc:spChg chg="add del mod modVis">
          <ac:chgData name="Jethro Hotbatahi Hasoloan" userId="6704a177-17bb-4244-9c06-d865e36c920b" providerId="ADAL" clId="{3E066727-BBB6-4D37-A6B5-32C7A00FA4F3}" dt="2026-10-22T04:05:20.319" v="73010"/>
          <ac:spMkLst>
            <pc:docMk/>
            <pc:sldMk cId="141060815" sldId="2147483627"/>
            <ac:spMk id="266" creationId="{55AFC9C2-0062-AECF-2A57-81B7094C8363}"/>
          </ac:spMkLst>
        </pc:spChg>
        <pc:spChg chg="add del mod modVis">
          <ac:chgData name="Jethro Hotbatahi Hasoloan" userId="6704a177-17bb-4244-9c06-d865e36c920b" providerId="ADAL" clId="{3E066727-BBB6-4D37-A6B5-32C7A00FA4F3}" dt="2026-10-22T04:05:25.413" v="73255"/>
          <ac:spMkLst>
            <pc:docMk/>
            <pc:sldMk cId="141060815" sldId="2147483627"/>
            <ac:spMk id="268" creationId="{C14EC902-F6CF-6A75-2B12-B86A91F0846B}"/>
          </ac:spMkLst>
        </pc:spChg>
        <pc:spChg chg="add del mod modVis">
          <ac:chgData name="Jethro Hotbatahi Hasoloan" userId="6704a177-17bb-4244-9c06-d865e36c920b" providerId="ADAL" clId="{3E066727-BBB6-4D37-A6B5-32C7A00FA4F3}" dt="2026-10-22T04:05:34.319" v="73500"/>
          <ac:spMkLst>
            <pc:docMk/>
            <pc:sldMk cId="141060815" sldId="2147483627"/>
            <ac:spMk id="270" creationId="{22B181AB-6900-1F1D-E8DB-89C97393A13A}"/>
          </ac:spMkLst>
        </pc:spChg>
        <pc:spChg chg="mod">
          <ac:chgData name="Jethro Hotbatahi Hasoloan" userId="6704a177-17bb-4244-9c06-d865e36c920b" providerId="ADAL" clId="{3E066727-BBB6-4D37-A6B5-32C7A00FA4F3}" dt="2026-10-23T11:27:32.832" v="228965"/>
          <ac:spMkLst>
            <pc:docMk/>
            <pc:sldMk cId="141060815" sldId="2147483627"/>
            <ac:spMk id="272" creationId="{88CBFD70-DF0E-F891-AEB3-DD8B0BD0F580}"/>
          </ac:spMkLst>
        </pc:spChg>
        <pc:spChg chg="mod">
          <ac:chgData name="Jethro Hotbatahi Hasoloan" userId="6704a177-17bb-4244-9c06-d865e36c920b" providerId="ADAL" clId="{3E066727-BBB6-4D37-A6B5-32C7A00FA4F3}" dt="2026-10-23T11:27:32.832" v="228966"/>
          <ac:spMkLst>
            <pc:docMk/>
            <pc:sldMk cId="141060815" sldId="2147483627"/>
            <ac:spMk id="273" creationId="{064EE268-BA93-BFC6-693B-5D842463504E}"/>
          </ac:spMkLst>
        </pc:spChg>
        <pc:spChg chg="mod">
          <ac:chgData name="Jethro Hotbatahi Hasoloan" userId="6704a177-17bb-4244-9c06-d865e36c920b" providerId="ADAL" clId="{3E066727-BBB6-4D37-A6B5-32C7A00FA4F3}" dt="2026-10-23T11:27:32.832" v="228967"/>
          <ac:spMkLst>
            <pc:docMk/>
            <pc:sldMk cId="141060815" sldId="2147483627"/>
            <ac:spMk id="274" creationId="{B74D9AC9-328E-F753-8AAF-C4E6CB25780B}"/>
          </ac:spMkLst>
        </pc:spChg>
        <pc:spChg chg="mod">
          <ac:chgData name="Jethro Hotbatahi Hasoloan" userId="6704a177-17bb-4244-9c06-d865e36c920b" providerId="ADAL" clId="{3E066727-BBB6-4D37-A6B5-32C7A00FA4F3}" dt="2026-10-23T11:27:32.832" v="228968"/>
          <ac:spMkLst>
            <pc:docMk/>
            <pc:sldMk cId="141060815" sldId="2147483627"/>
            <ac:spMk id="275" creationId="{F3F76D87-CEFE-6D85-707F-0701D2ED04A3}"/>
          </ac:spMkLst>
        </pc:spChg>
        <pc:spChg chg="mod">
          <ac:chgData name="Jethro Hotbatahi Hasoloan" userId="6704a177-17bb-4244-9c06-d865e36c920b" providerId="ADAL" clId="{3E066727-BBB6-4D37-A6B5-32C7A00FA4F3}" dt="2026-10-23T11:27:32.832" v="228969"/>
          <ac:spMkLst>
            <pc:docMk/>
            <pc:sldMk cId="141060815" sldId="2147483627"/>
            <ac:spMk id="276" creationId="{83DBA509-98DC-3CC6-AEBB-3910BE5AAACD}"/>
          </ac:spMkLst>
        </pc:spChg>
        <pc:spChg chg="add del mod ord">
          <ac:chgData name="Jethro Hotbatahi Hasoloan" userId="6704a177-17bb-4244-9c06-d865e36c920b" providerId="ADAL" clId="{3E066727-BBB6-4D37-A6B5-32C7A00FA4F3}" dt="2026-10-23T11:27:32.832" v="228971"/>
          <ac:spMkLst>
            <pc:docMk/>
            <pc:sldMk cId="141060815" sldId="2147483627"/>
            <ac:spMk id="277" creationId="{25C2A67B-8749-D6BF-CC94-BA64D652EC4F}"/>
          </ac:spMkLst>
        </pc:spChg>
        <pc:spChg chg="add del mod ord">
          <ac:chgData name="Jethro Hotbatahi Hasoloan" userId="6704a177-17bb-4244-9c06-d865e36c920b" providerId="ADAL" clId="{3E066727-BBB6-4D37-A6B5-32C7A00FA4F3}" dt="2026-10-23T11:27:32.832" v="228973"/>
          <ac:spMkLst>
            <pc:docMk/>
            <pc:sldMk cId="141060815" sldId="2147483627"/>
            <ac:spMk id="278" creationId="{4D704158-A051-11DB-C9CD-4911B09D84CD}"/>
          </ac:spMkLst>
        </pc:spChg>
        <pc:spChg chg="add del mod ord">
          <ac:chgData name="Jethro Hotbatahi Hasoloan" userId="6704a177-17bb-4244-9c06-d865e36c920b" providerId="ADAL" clId="{3E066727-BBB6-4D37-A6B5-32C7A00FA4F3}" dt="2026-10-23T11:27:32.832" v="228975"/>
          <ac:spMkLst>
            <pc:docMk/>
            <pc:sldMk cId="141060815" sldId="2147483627"/>
            <ac:spMk id="279" creationId="{352B81D1-C74F-3F0A-353E-44FB055F8B08}"/>
          </ac:spMkLst>
        </pc:spChg>
        <pc:spChg chg="del mod ord">
          <ac:chgData name="Jethro Hotbatahi Hasoloan" userId="6704a177-17bb-4244-9c06-d865e36c920b" providerId="ADAL" clId="{3E066727-BBB6-4D37-A6B5-32C7A00FA4F3}" dt="2026-10-22T04:02:41.264" v="70218"/>
          <ac:spMkLst>
            <pc:docMk/>
            <pc:sldMk cId="141060815" sldId="2147483627"/>
            <ac:spMk id="280" creationId="{4529AFB4-2F24-F300-06B1-C4F6040524E0}"/>
          </ac:spMkLst>
        </pc:spChg>
        <pc:spChg chg="del">
          <ac:chgData name="Jethro Hotbatahi Hasoloan" userId="6704a177-17bb-4244-9c06-d865e36c920b" providerId="ADAL" clId="{3E066727-BBB6-4D37-A6B5-32C7A00FA4F3}" dt="2026-10-22T04:01:41.287" v="68452"/>
          <ac:spMkLst>
            <pc:docMk/>
            <pc:sldMk cId="141060815" sldId="2147483627"/>
            <ac:spMk id="281" creationId="{7F63B7BB-56C0-65C7-929A-90C9F2918AA4}"/>
          </ac:spMkLst>
        </pc:spChg>
        <pc:spChg chg="del">
          <ac:chgData name="Jethro Hotbatahi Hasoloan" userId="6704a177-17bb-4244-9c06-d865e36c920b" providerId="ADAL" clId="{3E066727-BBB6-4D37-A6B5-32C7A00FA4F3}" dt="2026-10-22T04:01:41.287" v="68455"/>
          <ac:spMkLst>
            <pc:docMk/>
            <pc:sldMk cId="141060815" sldId="2147483627"/>
            <ac:spMk id="282" creationId="{E4090779-1294-2553-1322-DBEABAB62FE7}"/>
          </ac:spMkLst>
        </pc:spChg>
        <pc:spChg chg="del mod ord">
          <ac:chgData name="Jethro Hotbatahi Hasoloan" userId="6704a177-17bb-4244-9c06-d865e36c920b" providerId="ADAL" clId="{3E066727-BBB6-4D37-A6B5-32C7A00FA4F3}" dt="2026-10-22T04:03:18.330" v="70548"/>
          <ac:spMkLst>
            <pc:docMk/>
            <pc:sldMk cId="141060815" sldId="2147483627"/>
            <ac:spMk id="283" creationId="{28E9332D-1E03-284B-3893-C738622EADA0}"/>
          </ac:spMkLst>
        </pc:spChg>
        <pc:spChg chg="del mod ord">
          <ac:chgData name="Jethro Hotbatahi Hasoloan" userId="6704a177-17bb-4244-9c06-d865e36c920b" providerId="ADAL" clId="{3E066727-BBB6-4D37-A6B5-32C7A00FA4F3}" dt="2026-10-22T04:03:18.330" v="70551"/>
          <ac:spMkLst>
            <pc:docMk/>
            <pc:sldMk cId="141060815" sldId="2147483627"/>
            <ac:spMk id="284" creationId="{B141EC59-020A-C736-E85B-3A5E87644F00}"/>
          </ac:spMkLst>
        </pc:spChg>
        <pc:spChg chg="mod">
          <ac:chgData name="Jethro Hotbatahi Hasoloan" userId="6704a177-17bb-4244-9c06-d865e36c920b" providerId="ADAL" clId="{3E066727-BBB6-4D37-A6B5-32C7A00FA4F3}" dt="2026-10-23T11:27:32.832" v="228978"/>
          <ac:spMkLst>
            <pc:docMk/>
            <pc:sldMk cId="141060815" sldId="2147483627"/>
            <ac:spMk id="285" creationId="{D505A4C0-0C61-1D23-9605-D4DE570154EA}"/>
          </ac:spMkLst>
        </pc:spChg>
        <pc:spChg chg="mod">
          <ac:chgData name="Jethro Hotbatahi Hasoloan" userId="6704a177-17bb-4244-9c06-d865e36c920b" providerId="ADAL" clId="{3E066727-BBB6-4D37-A6B5-32C7A00FA4F3}" dt="2026-10-23T11:27:32.832" v="228979"/>
          <ac:spMkLst>
            <pc:docMk/>
            <pc:sldMk cId="141060815" sldId="2147483627"/>
            <ac:spMk id="286" creationId="{00CF4CB0-4391-9453-CF84-FDEF8AE6E4A6}"/>
          </ac:spMkLst>
        </pc:spChg>
        <pc:spChg chg="mod">
          <ac:chgData name="Jethro Hotbatahi Hasoloan" userId="6704a177-17bb-4244-9c06-d865e36c920b" providerId="ADAL" clId="{3E066727-BBB6-4D37-A6B5-32C7A00FA4F3}" dt="2026-10-23T11:27:32.832" v="228980"/>
          <ac:spMkLst>
            <pc:docMk/>
            <pc:sldMk cId="141060815" sldId="2147483627"/>
            <ac:spMk id="287" creationId="{902E3F4B-D84B-F2E4-E3D3-D91FFF395D3E}"/>
          </ac:spMkLst>
        </pc:spChg>
        <pc:spChg chg="del mod">
          <ac:chgData name="Jethro Hotbatahi Hasoloan" userId="6704a177-17bb-4244-9c06-d865e36c920b" providerId="ADAL" clId="{3E066727-BBB6-4D37-A6B5-32C7A00FA4F3}" dt="2026-10-22T04:02:41.264" v="70219"/>
          <ac:spMkLst>
            <pc:docMk/>
            <pc:sldMk cId="141060815" sldId="2147483627"/>
            <ac:spMk id="288" creationId="{2A64E217-AFA1-4974-F06F-0E57A9DF97A5}"/>
          </ac:spMkLst>
        </pc:spChg>
        <pc:spChg chg="del">
          <ac:chgData name="Jethro Hotbatahi Hasoloan" userId="6704a177-17bb-4244-9c06-d865e36c920b" providerId="ADAL" clId="{3E066727-BBB6-4D37-A6B5-32C7A00FA4F3}" dt="2026-10-22T04:01:41.287" v="68453"/>
          <ac:spMkLst>
            <pc:docMk/>
            <pc:sldMk cId="141060815" sldId="2147483627"/>
            <ac:spMk id="289" creationId="{09A044B5-87EA-0999-EFC3-234DE1530BC6}"/>
          </ac:spMkLst>
        </pc:spChg>
        <pc:spChg chg="del">
          <ac:chgData name="Jethro Hotbatahi Hasoloan" userId="6704a177-17bb-4244-9c06-d865e36c920b" providerId="ADAL" clId="{3E066727-BBB6-4D37-A6B5-32C7A00FA4F3}" dt="2026-10-22T04:01:41.287" v="68456"/>
          <ac:spMkLst>
            <pc:docMk/>
            <pc:sldMk cId="141060815" sldId="2147483627"/>
            <ac:spMk id="290" creationId="{F44BDAB9-0A4B-32E7-D2FC-A90C8D56C630}"/>
          </ac:spMkLst>
        </pc:spChg>
        <pc:spChg chg="del mod">
          <ac:chgData name="Jethro Hotbatahi Hasoloan" userId="6704a177-17bb-4244-9c06-d865e36c920b" providerId="ADAL" clId="{3E066727-BBB6-4D37-A6B5-32C7A00FA4F3}" dt="2026-10-22T04:03:18.330" v="70549"/>
          <ac:spMkLst>
            <pc:docMk/>
            <pc:sldMk cId="141060815" sldId="2147483627"/>
            <ac:spMk id="291" creationId="{A1BCB936-7F78-D8F5-379A-3C463BE3B3E0}"/>
          </ac:spMkLst>
        </pc:spChg>
        <pc:spChg chg="del mod">
          <ac:chgData name="Jethro Hotbatahi Hasoloan" userId="6704a177-17bb-4244-9c06-d865e36c920b" providerId="ADAL" clId="{3E066727-BBB6-4D37-A6B5-32C7A00FA4F3}" dt="2026-10-22T04:03:18.330" v="70552"/>
          <ac:spMkLst>
            <pc:docMk/>
            <pc:sldMk cId="141060815" sldId="2147483627"/>
            <ac:spMk id="292" creationId="{E0127DBE-64BF-D208-113A-CC27BEC4A0FE}"/>
          </ac:spMkLst>
        </pc:spChg>
        <pc:spChg chg="add del mod modVis">
          <ac:chgData name="Jethro Hotbatahi Hasoloan" userId="6704a177-17bb-4244-9c06-d865e36c920b" providerId="ADAL" clId="{3E066727-BBB6-4D37-A6B5-32C7A00FA4F3}" dt="2026-10-22T04:05:40.900" v="73759"/>
          <ac:spMkLst>
            <pc:docMk/>
            <pc:sldMk cId="141060815" sldId="2147483627"/>
            <ac:spMk id="293" creationId="{6631CC18-4016-173D-B8D7-ED4886F13B32}"/>
          </ac:spMkLst>
        </pc:spChg>
        <pc:spChg chg="mod ord">
          <ac:chgData name="Jethro Hotbatahi Hasoloan" userId="6704a177-17bb-4244-9c06-d865e36c920b" providerId="ADAL" clId="{3E066727-BBB6-4D37-A6B5-32C7A00FA4F3}" dt="2026-10-23T11:27:32.832" v="228985"/>
          <ac:spMkLst>
            <pc:docMk/>
            <pc:sldMk cId="141060815" sldId="2147483627"/>
            <ac:spMk id="294" creationId="{C9DDCE5F-1A13-A032-49E6-2AF8D9B53C51}"/>
          </ac:spMkLst>
        </pc:spChg>
        <pc:spChg chg="mod ord">
          <ac:chgData name="Jethro Hotbatahi Hasoloan" userId="6704a177-17bb-4244-9c06-d865e36c920b" providerId="ADAL" clId="{3E066727-BBB6-4D37-A6B5-32C7A00FA4F3}" dt="2026-10-23T11:27:32.832" v="228987"/>
          <ac:spMkLst>
            <pc:docMk/>
            <pc:sldMk cId="141060815" sldId="2147483627"/>
            <ac:spMk id="295" creationId="{A7711EAB-CCA8-671E-C658-69B99392C3E3}"/>
          </ac:spMkLst>
        </pc:spChg>
        <pc:spChg chg="mod ord">
          <ac:chgData name="Jethro Hotbatahi Hasoloan" userId="6704a177-17bb-4244-9c06-d865e36c920b" providerId="ADAL" clId="{3E066727-BBB6-4D37-A6B5-32C7A00FA4F3}" dt="2026-10-23T11:27:32.832" v="228988"/>
          <ac:spMkLst>
            <pc:docMk/>
            <pc:sldMk cId="141060815" sldId="2147483627"/>
            <ac:spMk id="296" creationId="{9E5F3C2A-5291-1B0E-74C2-8C292BB7B2F0}"/>
          </ac:spMkLst>
        </pc:spChg>
        <pc:spChg chg="mod ord">
          <ac:chgData name="Jethro Hotbatahi Hasoloan" userId="6704a177-17bb-4244-9c06-d865e36c920b" providerId="ADAL" clId="{3E066727-BBB6-4D37-A6B5-32C7A00FA4F3}" dt="2026-10-23T11:27:32.832" v="228990"/>
          <ac:spMkLst>
            <pc:docMk/>
            <pc:sldMk cId="141060815" sldId="2147483627"/>
            <ac:spMk id="297" creationId="{D386E4B0-0004-385F-977B-54EA7660C305}"/>
          </ac:spMkLst>
        </pc:spChg>
        <pc:spChg chg="mod ord">
          <ac:chgData name="Jethro Hotbatahi Hasoloan" userId="6704a177-17bb-4244-9c06-d865e36c920b" providerId="ADAL" clId="{3E066727-BBB6-4D37-A6B5-32C7A00FA4F3}" dt="2026-10-23T11:27:32.832" v="228991"/>
          <ac:spMkLst>
            <pc:docMk/>
            <pc:sldMk cId="141060815" sldId="2147483627"/>
            <ac:spMk id="298" creationId="{51F0A63F-7CE9-5F6C-5DA5-16767BABB14B}"/>
          </ac:spMkLst>
        </pc:spChg>
        <pc:spChg chg="mod ord">
          <ac:chgData name="Jethro Hotbatahi Hasoloan" userId="6704a177-17bb-4244-9c06-d865e36c920b" providerId="ADAL" clId="{3E066727-BBB6-4D37-A6B5-32C7A00FA4F3}" dt="2026-10-23T11:27:32.832" v="228993"/>
          <ac:spMkLst>
            <pc:docMk/>
            <pc:sldMk cId="141060815" sldId="2147483627"/>
            <ac:spMk id="299" creationId="{977F474A-EEE8-D8C9-BDB2-81CE459CBA40}"/>
          </ac:spMkLst>
        </pc:spChg>
        <pc:spChg chg="mod ord">
          <ac:chgData name="Jethro Hotbatahi Hasoloan" userId="6704a177-17bb-4244-9c06-d865e36c920b" providerId="ADAL" clId="{3E066727-BBB6-4D37-A6B5-32C7A00FA4F3}" dt="2026-10-23T11:27:32.832" v="228994"/>
          <ac:spMkLst>
            <pc:docMk/>
            <pc:sldMk cId="141060815" sldId="2147483627"/>
            <ac:spMk id="300" creationId="{F8BBE7ED-9CBD-585E-73EF-3E3B53C7EFF0}"/>
          </ac:spMkLst>
        </pc:spChg>
        <pc:spChg chg="mod ord">
          <ac:chgData name="Jethro Hotbatahi Hasoloan" userId="6704a177-17bb-4244-9c06-d865e36c920b" providerId="ADAL" clId="{3E066727-BBB6-4D37-A6B5-32C7A00FA4F3}" dt="2026-10-23T11:27:32.832" v="228996"/>
          <ac:spMkLst>
            <pc:docMk/>
            <pc:sldMk cId="141060815" sldId="2147483627"/>
            <ac:spMk id="301" creationId="{DE7514BB-6D7E-6BDB-DCA1-B6002B87D526}"/>
          </ac:spMkLst>
        </pc:spChg>
        <pc:spChg chg="mod ord">
          <ac:chgData name="Jethro Hotbatahi Hasoloan" userId="6704a177-17bb-4244-9c06-d865e36c920b" providerId="ADAL" clId="{3E066727-BBB6-4D37-A6B5-32C7A00FA4F3}" dt="2026-10-23T11:27:32.832" v="228997"/>
          <ac:spMkLst>
            <pc:docMk/>
            <pc:sldMk cId="141060815" sldId="2147483627"/>
            <ac:spMk id="302" creationId="{B8007719-174B-02EA-56FF-8D705343C1DA}"/>
          </ac:spMkLst>
        </pc:spChg>
        <pc:spChg chg="mod ord">
          <ac:chgData name="Jethro Hotbatahi Hasoloan" userId="6704a177-17bb-4244-9c06-d865e36c920b" providerId="ADAL" clId="{3E066727-BBB6-4D37-A6B5-32C7A00FA4F3}" dt="2026-10-23T11:27:32.832" v="228999"/>
          <ac:spMkLst>
            <pc:docMk/>
            <pc:sldMk cId="141060815" sldId="2147483627"/>
            <ac:spMk id="303" creationId="{305A8F42-B499-0BB0-AB36-2DC0FAA85D7C}"/>
          </ac:spMkLst>
        </pc:spChg>
        <pc:spChg chg="mod">
          <ac:chgData name="Jethro Hotbatahi Hasoloan" userId="6704a177-17bb-4244-9c06-d865e36c920b" providerId="ADAL" clId="{3E066727-BBB6-4D37-A6B5-32C7A00FA4F3}" dt="2026-10-23T11:27:32.832" v="229000"/>
          <ac:spMkLst>
            <pc:docMk/>
            <pc:sldMk cId="141060815" sldId="2147483627"/>
            <ac:spMk id="304" creationId="{7E1E9BF3-F4FE-ED0D-2B8F-901BD4352331}"/>
          </ac:spMkLst>
        </pc:spChg>
        <pc:spChg chg="mod">
          <ac:chgData name="Jethro Hotbatahi Hasoloan" userId="6704a177-17bb-4244-9c06-d865e36c920b" providerId="ADAL" clId="{3E066727-BBB6-4D37-A6B5-32C7A00FA4F3}" dt="2026-10-23T11:27:32.840" v="229001"/>
          <ac:spMkLst>
            <pc:docMk/>
            <pc:sldMk cId="141060815" sldId="2147483627"/>
            <ac:spMk id="305" creationId="{185E2B76-08E6-D902-C61F-60E64446FDD3}"/>
          </ac:spMkLst>
        </pc:spChg>
        <pc:spChg chg="mod">
          <ac:chgData name="Jethro Hotbatahi Hasoloan" userId="6704a177-17bb-4244-9c06-d865e36c920b" providerId="ADAL" clId="{3E066727-BBB6-4D37-A6B5-32C7A00FA4F3}" dt="2026-10-23T11:27:32.840" v="229002"/>
          <ac:spMkLst>
            <pc:docMk/>
            <pc:sldMk cId="141060815" sldId="2147483627"/>
            <ac:spMk id="306" creationId="{07C61EF5-2905-7F6F-D7BD-A552E76CCB80}"/>
          </ac:spMkLst>
        </pc:spChg>
        <pc:spChg chg="mod">
          <ac:chgData name="Jethro Hotbatahi Hasoloan" userId="6704a177-17bb-4244-9c06-d865e36c920b" providerId="ADAL" clId="{3E066727-BBB6-4D37-A6B5-32C7A00FA4F3}" dt="2026-10-23T11:27:32.840" v="229003"/>
          <ac:spMkLst>
            <pc:docMk/>
            <pc:sldMk cId="141060815" sldId="2147483627"/>
            <ac:spMk id="307" creationId="{C3F5C886-7435-9AAD-E783-2C590A81327A}"/>
          </ac:spMkLst>
        </pc:spChg>
        <pc:spChg chg="mod">
          <ac:chgData name="Jethro Hotbatahi Hasoloan" userId="6704a177-17bb-4244-9c06-d865e36c920b" providerId="ADAL" clId="{3E066727-BBB6-4D37-A6B5-32C7A00FA4F3}" dt="2026-10-23T11:27:32.840" v="229004"/>
          <ac:spMkLst>
            <pc:docMk/>
            <pc:sldMk cId="141060815" sldId="2147483627"/>
            <ac:spMk id="308" creationId="{D3863A08-D975-3456-F552-AFEB12408188}"/>
          </ac:spMkLst>
        </pc:spChg>
        <pc:spChg chg="mod ord">
          <ac:chgData name="Jethro Hotbatahi Hasoloan" userId="6704a177-17bb-4244-9c06-d865e36c920b" providerId="ADAL" clId="{3E066727-BBB6-4D37-A6B5-32C7A00FA4F3}" dt="2026-10-23T11:27:32.840" v="229010"/>
          <ac:spMkLst>
            <pc:docMk/>
            <pc:sldMk cId="141060815" sldId="2147483627"/>
            <ac:spMk id="310" creationId="{E75D36A6-C167-6129-6D49-C63F258EDA7E}"/>
          </ac:spMkLst>
        </pc:spChg>
        <pc:spChg chg="mod ord">
          <ac:chgData name="Jethro Hotbatahi Hasoloan" userId="6704a177-17bb-4244-9c06-d865e36c920b" providerId="ADAL" clId="{3E066727-BBB6-4D37-A6B5-32C7A00FA4F3}" dt="2026-10-23T11:27:32.840" v="229012"/>
          <ac:spMkLst>
            <pc:docMk/>
            <pc:sldMk cId="141060815" sldId="2147483627"/>
            <ac:spMk id="311" creationId="{BD771FBB-60DD-E05E-7170-C9BEC8C00ACF}"/>
          </ac:spMkLst>
        </pc:spChg>
        <pc:spChg chg="mod ord">
          <ac:chgData name="Jethro Hotbatahi Hasoloan" userId="6704a177-17bb-4244-9c06-d865e36c920b" providerId="ADAL" clId="{3E066727-BBB6-4D37-A6B5-32C7A00FA4F3}" dt="2026-10-23T11:27:32.840" v="229014"/>
          <ac:spMkLst>
            <pc:docMk/>
            <pc:sldMk cId="141060815" sldId="2147483627"/>
            <ac:spMk id="312" creationId="{C95B4877-3B14-8991-6156-4B32453D42D5}"/>
          </ac:spMkLst>
        </pc:spChg>
        <pc:spChg chg="mod ord">
          <ac:chgData name="Jethro Hotbatahi Hasoloan" userId="6704a177-17bb-4244-9c06-d865e36c920b" providerId="ADAL" clId="{3E066727-BBB6-4D37-A6B5-32C7A00FA4F3}" dt="2026-10-23T11:27:32.840" v="229016"/>
          <ac:spMkLst>
            <pc:docMk/>
            <pc:sldMk cId="141060815" sldId="2147483627"/>
            <ac:spMk id="313" creationId="{DF99BF87-B540-7C67-0332-279E32ED6391}"/>
          </ac:spMkLst>
        </pc:spChg>
        <pc:spChg chg="mod ord">
          <ac:chgData name="Jethro Hotbatahi Hasoloan" userId="6704a177-17bb-4244-9c06-d865e36c920b" providerId="ADAL" clId="{3E066727-BBB6-4D37-A6B5-32C7A00FA4F3}" dt="2026-10-23T11:27:32.840" v="229018"/>
          <ac:spMkLst>
            <pc:docMk/>
            <pc:sldMk cId="141060815" sldId="2147483627"/>
            <ac:spMk id="314" creationId="{06949146-0BA2-EE38-9554-5214C71A88D7}"/>
          </ac:spMkLst>
        </pc:spChg>
        <pc:spChg chg="mod ord">
          <ac:chgData name="Jethro Hotbatahi Hasoloan" userId="6704a177-17bb-4244-9c06-d865e36c920b" providerId="ADAL" clId="{3E066727-BBB6-4D37-A6B5-32C7A00FA4F3}" dt="2026-10-23T11:27:32.840" v="229020"/>
          <ac:spMkLst>
            <pc:docMk/>
            <pc:sldMk cId="141060815" sldId="2147483627"/>
            <ac:spMk id="315" creationId="{25752532-A5B1-43DC-A5D6-738796061A06}"/>
          </ac:spMkLst>
        </pc:spChg>
        <pc:spChg chg="mod ord">
          <ac:chgData name="Jethro Hotbatahi Hasoloan" userId="6704a177-17bb-4244-9c06-d865e36c920b" providerId="ADAL" clId="{3E066727-BBB6-4D37-A6B5-32C7A00FA4F3}" dt="2026-10-23T11:27:32.840" v="229022"/>
          <ac:spMkLst>
            <pc:docMk/>
            <pc:sldMk cId="141060815" sldId="2147483627"/>
            <ac:spMk id="316" creationId="{E4D8143C-880B-3E3D-FEFE-5B660C6D1EA3}"/>
          </ac:spMkLst>
        </pc:spChg>
        <pc:spChg chg="mod ord">
          <ac:chgData name="Jethro Hotbatahi Hasoloan" userId="6704a177-17bb-4244-9c06-d865e36c920b" providerId="ADAL" clId="{3E066727-BBB6-4D37-A6B5-32C7A00FA4F3}" dt="2026-10-23T11:27:32.840" v="229024"/>
          <ac:spMkLst>
            <pc:docMk/>
            <pc:sldMk cId="141060815" sldId="2147483627"/>
            <ac:spMk id="317" creationId="{3FD51A12-64A3-AE73-5D49-19D2F7863DED}"/>
          </ac:spMkLst>
        </pc:spChg>
        <pc:spChg chg="mod ord">
          <ac:chgData name="Jethro Hotbatahi Hasoloan" userId="6704a177-17bb-4244-9c06-d865e36c920b" providerId="ADAL" clId="{3E066727-BBB6-4D37-A6B5-32C7A00FA4F3}" dt="2026-10-23T11:27:32.840" v="229025"/>
          <ac:spMkLst>
            <pc:docMk/>
            <pc:sldMk cId="141060815" sldId="2147483627"/>
            <ac:spMk id="318" creationId="{E87BD5A4-DF0C-A88A-DB6D-BB9B62076AD3}"/>
          </ac:spMkLst>
        </pc:spChg>
        <pc:spChg chg="mod ord">
          <ac:chgData name="Jethro Hotbatahi Hasoloan" userId="6704a177-17bb-4244-9c06-d865e36c920b" providerId="ADAL" clId="{3E066727-BBB6-4D37-A6B5-32C7A00FA4F3}" dt="2026-10-23T11:27:32.840" v="229027"/>
          <ac:spMkLst>
            <pc:docMk/>
            <pc:sldMk cId="141060815" sldId="2147483627"/>
            <ac:spMk id="319" creationId="{D46085F9-CAD5-E811-F000-966633ACF132}"/>
          </ac:spMkLst>
        </pc:spChg>
        <pc:spChg chg="mod">
          <ac:chgData name="Jethro Hotbatahi Hasoloan" userId="6704a177-17bb-4244-9c06-d865e36c920b" providerId="ADAL" clId="{3E066727-BBB6-4D37-A6B5-32C7A00FA4F3}" dt="2026-10-23T11:27:32.840" v="229028"/>
          <ac:spMkLst>
            <pc:docMk/>
            <pc:sldMk cId="141060815" sldId="2147483627"/>
            <ac:spMk id="320" creationId="{1C1E5DCC-4065-67C3-D08F-FF014163C3AC}"/>
          </ac:spMkLst>
        </pc:spChg>
        <pc:spChg chg="mod">
          <ac:chgData name="Jethro Hotbatahi Hasoloan" userId="6704a177-17bb-4244-9c06-d865e36c920b" providerId="ADAL" clId="{3E066727-BBB6-4D37-A6B5-32C7A00FA4F3}" dt="2026-10-23T11:27:32.840" v="229029"/>
          <ac:spMkLst>
            <pc:docMk/>
            <pc:sldMk cId="141060815" sldId="2147483627"/>
            <ac:spMk id="321" creationId="{4E85C653-B3B8-7A0B-BDC0-C5BC942D6794}"/>
          </ac:spMkLst>
        </pc:spChg>
        <pc:spChg chg="mod">
          <ac:chgData name="Jethro Hotbatahi Hasoloan" userId="6704a177-17bb-4244-9c06-d865e36c920b" providerId="ADAL" clId="{3E066727-BBB6-4D37-A6B5-32C7A00FA4F3}" dt="2026-10-23T11:27:32.840" v="229030"/>
          <ac:spMkLst>
            <pc:docMk/>
            <pc:sldMk cId="141060815" sldId="2147483627"/>
            <ac:spMk id="322" creationId="{DD3604D0-A61F-FC97-C2B2-23AC4EC915AB}"/>
          </ac:spMkLst>
        </pc:spChg>
        <pc:spChg chg="mod">
          <ac:chgData name="Jethro Hotbatahi Hasoloan" userId="6704a177-17bb-4244-9c06-d865e36c920b" providerId="ADAL" clId="{3E066727-BBB6-4D37-A6B5-32C7A00FA4F3}" dt="2026-10-23T11:27:32.840" v="229031"/>
          <ac:spMkLst>
            <pc:docMk/>
            <pc:sldMk cId="141060815" sldId="2147483627"/>
            <ac:spMk id="323" creationId="{9AD9C24C-C319-0F9B-AAE8-8948B22BB966}"/>
          </ac:spMkLst>
        </pc:spChg>
        <pc:spChg chg="mod">
          <ac:chgData name="Jethro Hotbatahi Hasoloan" userId="6704a177-17bb-4244-9c06-d865e36c920b" providerId="ADAL" clId="{3E066727-BBB6-4D37-A6B5-32C7A00FA4F3}" dt="2026-10-23T11:27:32.840" v="229032"/>
          <ac:spMkLst>
            <pc:docMk/>
            <pc:sldMk cId="141060815" sldId="2147483627"/>
            <ac:spMk id="324" creationId="{79653CEB-FD31-550E-D8CE-A7EC3A84ED0F}"/>
          </ac:spMkLst>
        </pc:spChg>
        <pc:spChg chg="mod ord">
          <ac:chgData name="Jethro Hotbatahi Hasoloan" userId="6704a177-17bb-4244-9c06-d865e36c920b" providerId="ADAL" clId="{3E066727-BBB6-4D37-A6B5-32C7A00FA4F3}" dt="2026-10-23T11:27:32.840" v="229036"/>
          <ac:spMkLst>
            <pc:docMk/>
            <pc:sldMk cId="141060815" sldId="2147483627"/>
            <ac:spMk id="325" creationId="{01306CD8-0CFF-14B7-A6EF-FFA89F225AB2}"/>
          </ac:spMkLst>
        </pc:spChg>
        <pc:spChg chg="mod ord">
          <ac:chgData name="Jethro Hotbatahi Hasoloan" userId="6704a177-17bb-4244-9c06-d865e36c920b" providerId="ADAL" clId="{3E066727-BBB6-4D37-A6B5-32C7A00FA4F3}" dt="2026-10-23T11:27:32.840" v="229038"/>
          <ac:spMkLst>
            <pc:docMk/>
            <pc:sldMk cId="141060815" sldId="2147483627"/>
            <ac:spMk id="326" creationId="{A87400A6-9BEF-C09B-EBE7-E6C4EBE183A7}"/>
          </ac:spMkLst>
        </pc:spChg>
        <pc:spChg chg="mod ord">
          <ac:chgData name="Jethro Hotbatahi Hasoloan" userId="6704a177-17bb-4244-9c06-d865e36c920b" providerId="ADAL" clId="{3E066727-BBB6-4D37-A6B5-32C7A00FA4F3}" dt="2026-10-23T11:27:32.840" v="229040"/>
          <ac:spMkLst>
            <pc:docMk/>
            <pc:sldMk cId="141060815" sldId="2147483627"/>
            <ac:spMk id="327" creationId="{26C688D1-997C-E910-45E1-0A4092EFB323}"/>
          </ac:spMkLst>
        </pc:spChg>
        <pc:spChg chg="mod ord">
          <ac:chgData name="Jethro Hotbatahi Hasoloan" userId="6704a177-17bb-4244-9c06-d865e36c920b" providerId="ADAL" clId="{3E066727-BBB6-4D37-A6B5-32C7A00FA4F3}" dt="2026-10-23T11:27:32.840" v="229042"/>
          <ac:spMkLst>
            <pc:docMk/>
            <pc:sldMk cId="141060815" sldId="2147483627"/>
            <ac:spMk id="328" creationId="{EA3602B7-6400-AD00-87F9-9A96C1BD2EDA}"/>
          </ac:spMkLst>
        </pc:spChg>
        <pc:spChg chg="add del mod modVis">
          <ac:chgData name="Jethro Hotbatahi Hasoloan" userId="6704a177-17bb-4244-9c06-d865e36c920b" providerId="ADAL" clId="{3E066727-BBB6-4D37-A6B5-32C7A00FA4F3}" dt="2026-10-22T04:05:51.607" v="73979"/>
          <ac:spMkLst>
            <pc:docMk/>
            <pc:sldMk cId="141060815" sldId="2147483627"/>
            <ac:spMk id="333" creationId="{F53B7BE9-D094-400A-0953-DF48D78C6D6D}"/>
          </ac:spMkLst>
        </pc:spChg>
        <pc:spChg chg="add del mod modVis">
          <ac:chgData name="Jethro Hotbatahi Hasoloan" userId="6704a177-17bb-4244-9c06-d865e36c920b" providerId="ADAL" clId="{3E066727-BBB6-4D37-A6B5-32C7A00FA4F3}" dt="2026-10-22T04:05:56.420" v="74199"/>
          <ac:spMkLst>
            <pc:docMk/>
            <pc:sldMk cId="141060815" sldId="2147483627"/>
            <ac:spMk id="335" creationId="{42C8A38F-13CB-0F39-2808-1D9A9E4E3A91}"/>
          </ac:spMkLst>
        </pc:spChg>
        <pc:spChg chg="add del mod modVis">
          <ac:chgData name="Jethro Hotbatahi Hasoloan" userId="6704a177-17bb-4244-9c06-d865e36c920b" providerId="ADAL" clId="{3E066727-BBB6-4D37-A6B5-32C7A00FA4F3}" dt="2026-10-22T04:06:02.230" v="74430"/>
          <ac:spMkLst>
            <pc:docMk/>
            <pc:sldMk cId="141060815" sldId="2147483627"/>
            <ac:spMk id="337" creationId="{4F3BB791-BAA4-2BB7-C039-3E718A03EB8B}"/>
          </ac:spMkLst>
        </pc:spChg>
        <pc:spChg chg="mod ord">
          <ac:chgData name="Jethro Hotbatahi Hasoloan" userId="6704a177-17bb-4244-9c06-d865e36c920b" providerId="ADAL" clId="{3E066727-BBB6-4D37-A6B5-32C7A00FA4F3}" dt="2026-10-23T11:27:32.840" v="229044"/>
          <ac:spMkLst>
            <pc:docMk/>
            <pc:sldMk cId="141060815" sldId="2147483627"/>
            <ac:spMk id="338" creationId="{1AF4367D-A7B3-FC1A-1905-8711201B8A97}"/>
          </ac:spMkLst>
        </pc:spChg>
        <pc:spChg chg="mod">
          <ac:chgData name="Jethro Hotbatahi Hasoloan" userId="6704a177-17bb-4244-9c06-d865e36c920b" providerId="ADAL" clId="{3E066727-BBB6-4D37-A6B5-32C7A00FA4F3}" dt="2026-10-23T11:27:32.840" v="229045"/>
          <ac:spMkLst>
            <pc:docMk/>
            <pc:sldMk cId="141060815" sldId="2147483627"/>
            <ac:spMk id="340" creationId="{09A04E6A-BDD0-9CA2-6E47-1080B354AA2C}"/>
          </ac:spMkLst>
        </pc:spChg>
        <pc:spChg chg="mod">
          <ac:chgData name="Jethro Hotbatahi Hasoloan" userId="6704a177-17bb-4244-9c06-d865e36c920b" providerId="ADAL" clId="{3E066727-BBB6-4D37-A6B5-32C7A00FA4F3}" dt="2026-10-23T11:27:32.840" v="229048"/>
          <ac:spMkLst>
            <pc:docMk/>
            <pc:sldMk cId="141060815" sldId="2147483627"/>
            <ac:spMk id="344" creationId="{4D59C2C9-1369-0BC4-9083-9BADEAEAAEAC}"/>
          </ac:spMkLst>
        </pc:spChg>
        <pc:spChg chg="add del mod modVis">
          <ac:chgData name="Jethro Hotbatahi Hasoloan" userId="6704a177-17bb-4244-9c06-d865e36c920b" providerId="ADAL" clId="{3E066727-BBB6-4D37-A6B5-32C7A00FA4F3}" dt="2026-10-22T04:06:49.035" v="74650"/>
          <ac:spMkLst>
            <pc:docMk/>
            <pc:sldMk cId="141060815" sldId="2147483627"/>
            <ac:spMk id="345" creationId="{9326BDEA-BBED-BD56-C14C-55AE4176D73D}"/>
          </ac:spMkLst>
        </pc:spChg>
        <pc:spChg chg="del mod ord">
          <ac:chgData name="Jethro Hotbatahi Hasoloan" userId="6704a177-17bb-4244-9c06-d865e36c920b" providerId="ADAL" clId="{3E066727-BBB6-4D37-A6B5-32C7A00FA4F3}" dt="2026-10-23T01:17:57.140" v="129981" actId="478"/>
          <ac:spMkLst>
            <pc:docMk/>
            <pc:sldMk cId="141060815" sldId="2147483627"/>
            <ac:spMk id="347" creationId="{D27858FA-AC40-65EE-63D1-5BDEDCE62B81}"/>
          </ac:spMkLst>
        </pc:spChg>
        <pc:spChg chg="add del mod modVis">
          <ac:chgData name="Jethro Hotbatahi Hasoloan" userId="6704a177-17bb-4244-9c06-d865e36c920b" providerId="ADAL" clId="{3E066727-BBB6-4D37-A6B5-32C7A00FA4F3}" dt="2026-10-22T04:06:53.770" v="74870"/>
          <ac:spMkLst>
            <pc:docMk/>
            <pc:sldMk cId="141060815" sldId="2147483627"/>
            <ac:spMk id="348" creationId="{AD92628C-A76A-535A-F521-2500CFF4D2D4}"/>
          </ac:spMkLst>
        </pc:spChg>
        <pc:spChg chg="add del mod modVis">
          <ac:chgData name="Jethro Hotbatahi Hasoloan" userId="6704a177-17bb-4244-9c06-d865e36c920b" providerId="ADAL" clId="{3E066727-BBB6-4D37-A6B5-32C7A00FA4F3}" dt="2026-10-22T04:06:58.680" v="75109"/>
          <ac:spMkLst>
            <pc:docMk/>
            <pc:sldMk cId="141060815" sldId="2147483627"/>
            <ac:spMk id="350" creationId="{FBF1D6A6-C844-8FA2-7947-5E9FD3D8E70C}"/>
          </ac:spMkLst>
        </pc:spChg>
        <pc:spChg chg="mod ord">
          <ac:chgData name="Jethro Hotbatahi Hasoloan" userId="6704a177-17bb-4244-9c06-d865e36c920b" providerId="ADAL" clId="{3E066727-BBB6-4D37-A6B5-32C7A00FA4F3}" dt="2026-10-23T11:27:32.848" v="229054"/>
          <ac:spMkLst>
            <pc:docMk/>
            <pc:sldMk cId="141060815" sldId="2147483627"/>
            <ac:spMk id="352" creationId="{57F0FC6E-A8CA-2586-C588-554471F01E2E}"/>
          </ac:spMkLst>
        </pc:spChg>
        <pc:spChg chg="add del mod modVis">
          <ac:chgData name="Jethro Hotbatahi Hasoloan" userId="6704a177-17bb-4244-9c06-d865e36c920b" providerId="ADAL" clId="{3E066727-BBB6-4D37-A6B5-32C7A00FA4F3}" dt="2026-10-22T04:44:21.642" v="93601"/>
          <ac:spMkLst>
            <pc:docMk/>
            <pc:sldMk cId="141060815" sldId="2147483627"/>
            <ac:spMk id="353" creationId="{5745C882-9A06-88C9-4FE2-838C0A0617B6}"/>
          </ac:spMkLst>
        </pc:spChg>
        <pc:spChg chg="add del mod modVis">
          <ac:chgData name="Jethro Hotbatahi Hasoloan" userId="6704a177-17bb-4244-9c06-d865e36c920b" providerId="ADAL" clId="{3E066727-BBB6-4D37-A6B5-32C7A00FA4F3}" dt="2026-10-22T04:44:24.494" v="93838"/>
          <ac:spMkLst>
            <pc:docMk/>
            <pc:sldMk cId="141060815" sldId="2147483627"/>
            <ac:spMk id="355" creationId="{19928386-E79D-22E1-D4A2-2425F8608B0B}"/>
          </ac:spMkLst>
        </pc:spChg>
        <pc:spChg chg="add del mod modVis">
          <ac:chgData name="Jethro Hotbatahi Hasoloan" userId="6704a177-17bb-4244-9c06-d865e36c920b" providerId="ADAL" clId="{3E066727-BBB6-4D37-A6B5-32C7A00FA4F3}" dt="2026-10-22T04:44:28.124" v="94058"/>
          <ac:spMkLst>
            <pc:docMk/>
            <pc:sldMk cId="141060815" sldId="2147483627"/>
            <ac:spMk id="357" creationId="{77E5431F-D729-4606-E319-9C1EB1640896}"/>
          </ac:spMkLst>
        </pc:spChg>
        <pc:spChg chg="add del mod modVis">
          <ac:chgData name="Jethro Hotbatahi Hasoloan" userId="6704a177-17bb-4244-9c06-d865e36c920b" providerId="ADAL" clId="{3E066727-BBB6-4D37-A6B5-32C7A00FA4F3}" dt="2026-10-22T04:44:33.545" v="94471"/>
          <ac:spMkLst>
            <pc:docMk/>
            <pc:sldMk cId="141060815" sldId="2147483627"/>
            <ac:spMk id="360" creationId="{EC7C2785-9DFD-B15E-FF45-BEC796CEF7E4}"/>
          </ac:spMkLst>
        </pc:spChg>
        <pc:spChg chg="add del mod modVis">
          <ac:chgData name="Jethro Hotbatahi Hasoloan" userId="6704a177-17bb-4244-9c06-d865e36c920b" providerId="ADAL" clId="{3E066727-BBB6-4D37-A6B5-32C7A00FA4F3}" dt="2026-10-22T04:44:36.574" v="94711"/>
          <ac:spMkLst>
            <pc:docMk/>
            <pc:sldMk cId="141060815" sldId="2147483627"/>
            <ac:spMk id="362" creationId="{CD2EFCCA-9238-BAEF-A9D6-89D93F967667}"/>
          </ac:spMkLst>
        </pc:spChg>
        <pc:spChg chg="add del mod modVis">
          <ac:chgData name="Jethro Hotbatahi Hasoloan" userId="6704a177-17bb-4244-9c06-d865e36c920b" providerId="ADAL" clId="{3E066727-BBB6-4D37-A6B5-32C7A00FA4F3}" dt="2026-10-22T04:44:41.634" v="94951"/>
          <ac:spMkLst>
            <pc:docMk/>
            <pc:sldMk cId="141060815" sldId="2147483627"/>
            <ac:spMk id="364" creationId="{CA2A4208-2F1F-A8F5-96BC-61FD43A0EA09}"/>
          </ac:spMkLst>
        </pc:spChg>
        <pc:spChg chg="add del mod modVis">
          <ac:chgData name="Jethro Hotbatahi Hasoloan" userId="6704a177-17bb-4244-9c06-d865e36c920b" providerId="ADAL" clId="{3E066727-BBB6-4D37-A6B5-32C7A00FA4F3}" dt="2026-10-22T04:44:44.706" v="95206"/>
          <ac:spMkLst>
            <pc:docMk/>
            <pc:sldMk cId="141060815" sldId="2147483627"/>
            <ac:spMk id="366" creationId="{F6232CA6-CC77-0262-FF01-15DA3F1EA27C}"/>
          </ac:spMkLst>
        </pc:spChg>
        <pc:spChg chg="add del mod modVis">
          <ac:chgData name="Jethro Hotbatahi Hasoloan" userId="6704a177-17bb-4244-9c06-d865e36c920b" providerId="ADAL" clId="{3E066727-BBB6-4D37-A6B5-32C7A00FA4F3}" dt="2026-10-22T04:44:48.128" v="95447"/>
          <ac:spMkLst>
            <pc:docMk/>
            <pc:sldMk cId="141060815" sldId="2147483627"/>
            <ac:spMk id="371" creationId="{A89F398F-2B56-4FDD-D5C2-2BC10F6C95BA}"/>
          </ac:spMkLst>
        </pc:spChg>
        <pc:spChg chg="mod ord">
          <ac:chgData name="Jethro Hotbatahi Hasoloan" userId="6704a177-17bb-4244-9c06-d865e36c920b" providerId="ADAL" clId="{3E066727-BBB6-4D37-A6B5-32C7A00FA4F3}" dt="2026-10-23T11:27:32.848" v="229056"/>
          <ac:spMkLst>
            <pc:docMk/>
            <pc:sldMk cId="141060815" sldId="2147483627"/>
            <ac:spMk id="373" creationId="{9FD98908-4E2B-3F93-395B-673D8A8DFD36}"/>
          </ac:spMkLst>
        </pc:spChg>
        <pc:spChg chg="mod ord">
          <ac:chgData name="Jethro Hotbatahi Hasoloan" userId="6704a177-17bb-4244-9c06-d865e36c920b" providerId="ADAL" clId="{3E066727-BBB6-4D37-A6B5-32C7A00FA4F3}" dt="2026-10-23T11:27:32.848" v="229064"/>
          <ac:spMkLst>
            <pc:docMk/>
            <pc:sldMk cId="141060815" sldId="2147483627"/>
            <ac:spMk id="374" creationId="{5C44C14F-8550-8B8E-9146-884A0B889835}"/>
          </ac:spMkLst>
        </pc:spChg>
        <pc:spChg chg="mod ord">
          <ac:chgData name="Jethro Hotbatahi Hasoloan" userId="6704a177-17bb-4244-9c06-d865e36c920b" providerId="ADAL" clId="{3E066727-BBB6-4D37-A6B5-32C7A00FA4F3}" dt="2026-10-23T11:27:32.848" v="229066"/>
          <ac:spMkLst>
            <pc:docMk/>
            <pc:sldMk cId="141060815" sldId="2147483627"/>
            <ac:spMk id="375" creationId="{7C0C7F9D-1980-04FB-B5A8-E90A60D5E369}"/>
          </ac:spMkLst>
        </pc:spChg>
        <pc:spChg chg="mod ord">
          <ac:chgData name="Jethro Hotbatahi Hasoloan" userId="6704a177-17bb-4244-9c06-d865e36c920b" providerId="ADAL" clId="{3E066727-BBB6-4D37-A6B5-32C7A00FA4F3}" dt="2026-10-23T11:27:49.171" v="229087" actId="20577"/>
          <ac:spMkLst>
            <pc:docMk/>
            <pc:sldMk cId="141060815" sldId="2147483627"/>
            <ac:spMk id="376" creationId="{52001630-02D6-4B5F-34BB-795734126C65}"/>
          </ac:spMkLst>
        </pc:spChg>
        <pc:spChg chg="add del mod modVis">
          <ac:chgData name="Jethro Hotbatahi Hasoloan" userId="6704a177-17bb-4244-9c06-d865e36c920b" providerId="ADAL" clId="{3E066727-BBB6-4D37-A6B5-32C7A00FA4F3}" dt="2026-10-22T04:44:50.794" v="95688"/>
          <ac:spMkLst>
            <pc:docMk/>
            <pc:sldMk cId="141060815" sldId="2147483627"/>
            <ac:spMk id="381" creationId="{1DC42D4A-5C23-0AF0-0ADA-B56ED3BC3786}"/>
          </ac:spMkLst>
        </pc:spChg>
        <pc:spChg chg="add del mod modVis">
          <ac:chgData name="Jethro Hotbatahi Hasoloan" userId="6704a177-17bb-4244-9c06-d865e36c920b" providerId="ADAL" clId="{3E066727-BBB6-4D37-A6B5-32C7A00FA4F3}" dt="2026-10-22T04:44:54.626" v="95929"/>
          <ac:spMkLst>
            <pc:docMk/>
            <pc:sldMk cId="141060815" sldId="2147483627"/>
            <ac:spMk id="383" creationId="{91874798-13BD-5621-A37D-352B6510AC23}"/>
          </ac:spMkLst>
        </pc:spChg>
        <pc:spChg chg="add del mod modVis">
          <ac:chgData name="Jethro Hotbatahi Hasoloan" userId="6704a177-17bb-4244-9c06-d865e36c920b" providerId="ADAL" clId="{3E066727-BBB6-4D37-A6B5-32C7A00FA4F3}" dt="2026-10-22T04:45:00.378" v="96170"/>
          <ac:spMkLst>
            <pc:docMk/>
            <pc:sldMk cId="141060815" sldId="2147483627"/>
            <ac:spMk id="385" creationId="{735140F4-B51A-1A3D-FB3B-5CBADB41495E}"/>
          </ac:spMkLst>
        </pc:spChg>
        <pc:spChg chg="add del mod modVis">
          <ac:chgData name="Jethro Hotbatahi Hasoloan" userId="6704a177-17bb-4244-9c06-d865e36c920b" providerId="ADAL" clId="{3E066727-BBB6-4D37-A6B5-32C7A00FA4F3}" dt="2026-10-22T04:45:03.122" v="96418"/>
          <ac:spMkLst>
            <pc:docMk/>
            <pc:sldMk cId="141060815" sldId="2147483627"/>
            <ac:spMk id="387" creationId="{BD3F2863-D8F4-5413-04AB-AEF2E4DA6575}"/>
          </ac:spMkLst>
        </pc:spChg>
        <pc:spChg chg="add del mod modVis">
          <ac:chgData name="Jethro Hotbatahi Hasoloan" userId="6704a177-17bb-4244-9c06-d865e36c920b" providerId="ADAL" clId="{3E066727-BBB6-4D37-A6B5-32C7A00FA4F3}" dt="2026-10-22T04:45:06.216" v="96634"/>
          <ac:spMkLst>
            <pc:docMk/>
            <pc:sldMk cId="141060815" sldId="2147483627"/>
            <ac:spMk id="389" creationId="{943A85A4-D59C-99E5-1639-BE1049F3FF2F}"/>
          </ac:spMkLst>
        </pc:spChg>
        <pc:spChg chg="add del mod modVis">
          <ac:chgData name="Jethro Hotbatahi Hasoloan" userId="6704a177-17bb-4244-9c06-d865e36c920b" providerId="ADAL" clId="{3E066727-BBB6-4D37-A6B5-32C7A00FA4F3}" dt="2026-10-22T04:45:11.949" v="96854"/>
          <ac:spMkLst>
            <pc:docMk/>
            <pc:sldMk cId="141060815" sldId="2147483627"/>
            <ac:spMk id="391" creationId="{9C7CDCC3-238C-D938-D91E-D0E555ABD269}"/>
          </ac:spMkLst>
        </pc:spChg>
        <pc:spChg chg="add del mod modVis">
          <ac:chgData name="Jethro Hotbatahi Hasoloan" userId="6704a177-17bb-4244-9c06-d865e36c920b" providerId="ADAL" clId="{3E066727-BBB6-4D37-A6B5-32C7A00FA4F3}" dt="2026-10-22T04:45:14.803" v="97074"/>
          <ac:spMkLst>
            <pc:docMk/>
            <pc:sldMk cId="141060815" sldId="2147483627"/>
            <ac:spMk id="393" creationId="{FA1E9A4C-0152-FFE3-06CD-19D08CB129B2}"/>
          </ac:spMkLst>
        </pc:spChg>
        <pc:spChg chg="add del mod modVis">
          <ac:chgData name="Jethro Hotbatahi Hasoloan" userId="6704a177-17bb-4244-9c06-d865e36c920b" providerId="ADAL" clId="{3E066727-BBB6-4D37-A6B5-32C7A00FA4F3}" dt="2026-10-22T04:45:17.632" v="97290"/>
          <ac:spMkLst>
            <pc:docMk/>
            <pc:sldMk cId="141060815" sldId="2147483627"/>
            <ac:spMk id="395" creationId="{2EE70A4F-A834-B2BE-53C5-82404D4679BC}"/>
          </ac:spMkLst>
        </pc:spChg>
        <pc:spChg chg="add del mod modVis">
          <ac:chgData name="Jethro Hotbatahi Hasoloan" userId="6704a177-17bb-4244-9c06-d865e36c920b" providerId="ADAL" clId="{3E066727-BBB6-4D37-A6B5-32C7A00FA4F3}" dt="2026-10-22T04:45:25.885" v="97858"/>
          <ac:spMkLst>
            <pc:docMk/>
            <pc:sldMk cId="141060815" sldId="2147483627"/>
            <ac:spMk id="399" creationId="{5DA15152-08DC-41FA-D1CC-3AB11336FAA5}"/>
          </ac:spMkLst>
        </pc:spChg>
        <pc:spChg chg="add del mod modVis">
          <ac:chgData name="Jethro Hotbatahi Hasoloan" userId="6704a177-17bb-4244-9c06-d865e36c920b" providerId="ADAL" clId="{3E066727-BBB6-4D37-A6B5-32C7A00FA4F3}" dt="2026-10-22T04:45:28.997" v="98074"/>
          <ac:spMkLst>
            <pc:docMk/>
            <pc:sldMk cId="141060815" sldId="2147483627"/>
            <ac:spMk id="401" creationId="{60480F54-8C73-492C-4A58-8B875A43BEB7}"/>
          </ac:spMkLst>
        </pc:spChg>
        <pc:spChg chg="add del mod modVis">
          <ac:chgData name="Jethro Hotbatahi Hasoloan" userId="6704a177-17bb-4244-9c06-d865e36c920b" providerId="ADAL" clId="{3E066727-BBB6-4D37-A6B5-32C7A00FA4F3}" dt="2026-10-22T04:46:01.867" v="98487" actId="962"/>
          <ac:spMkLst>
            <pc:docMk/>
            <pc:sldMk cId="141060815" sldId="2147483627"/>
            <ac:spMk id="403" creationId="{ED465442-850D-AAE9-5302-2F3CD7FF7B15}"/>
          </ac:spMkLst>
        </pc:spChg>
        <pc:spChg chg="add del mod modVis">
          <ac:chgData name="Jethro Hotbatahi Hasoloan" userId="6704a177-17bb-4244-9c06-d865e36c920b" providerId="ADAL" clId="{3E066727-BBB6-4D37-A6B5-32C7A00FA4F3}" dt="2026-10-22T04:46:05.186" v="99095"/>
          <ac:spMkLst>
            <pc:docMk/>
            <pc:sldMk cId="141060815" sldId="2147483627"/>
            <ac:spMk id="408" creationId="{7AE3E097-5868-37D7-6383-5826CACE6379}"/>
          </ac:spMkLst>
        </pc:spChg>
        <pc:spChg chg="add del mod modVis">
          <ac:chgData name="Jethro Hotbatahi Hasoloan" userId="6704a177-17bb-4244-9c06-d865e36c920b" providerId="ADAL" clId="{3E066727-BBB6-4D37-A6B5-32C7A00FA4F3}" dt="2026-10-22T04:46:09.337" v="100632"/>
          <ac:spMkLst>
            <pc:docMk/>
            <pc:sldMk cId="141060815" sldId="2147483627"/>
            <ac:spMk id="409" creationId="{97D93984-C42A-621B-8E68-90BAAB78B69B}"/>
          </ac:spMkLst>
        </pc:spChg>
        <pc:spChg chg="add mod ord">
          <ac:chgData name="Jethro Hotbatahi Hasoloan" userId="6704a177-17bb-4244-9c06-d865e36c920b" providerId="ADAL" clId="{3E066727-BBB6-4D37-A6B5-32C7A00FA4F3}" dt="2026-10-23T11:27:32.817" v="228895"/>
          <ac:spMkLst>
            <pc:docMk/>
            <pc:sldMk cId="141060815" sldId="2147483627"/>
            <ac:spMk id="410" creationId="{F766F3C5-8DC0-84F3-EDC7-5A0C51ABECBF}"/>
          </ac:spMkLst>
        </pc:spChg>
        <pc:spChg chg="add mod">
          <ac:chgData name="Jethro Hotbatahi Hasoloan" userId="6704a177-17bb-4244-9c06-d865e36c920b" providerId="ADAL" clId="{3E066727-BBB6-4D37-A6B5-32C7A00FA4F3}" dt="2026-10-23T11:27:32.817" v="228896"/>
          <ac:spMkLst>
            <pc:docMk/>
            <pc:sldMk cId="141060815" sldId="2147483627"/>
            <ac:spMk id="411" creationId="{2B26ABD2-CACA-1F49-6EB3-39E4519848F9}"/>
          </ac:spMkLst>
        </pc:spChg>
        <pc:spChg chg="add mod ord">
          <ac:chgData name="Jethro Hotbatahi Hasoloan" userId="6704a177-17bb-4244-9c06-d865e36c920b" providerId="ADAL" clId="{3E066727-BBB6-4D37-A6B5-32C7A00FA4F3}" dt="2026-10-23T11:27:32.817" v="228898"/>
          <ac:spMkLst>
            <pc:docMk/>
            <pc:sldMk cId="141060815" sldId="2147483627"/>
            <ac:spMk id="412" creationId="{B69800C1-7855-59B0-1726-C1A35EB91AD2}"/>
          </ac:spMkLst>
        </pc:spChg>
        <pc:spChg chg="add mod ord">
          <ac:chgData name="Jethro Hotbatahi Hasoloan" userId="6704a177-17bb-4244-9c06-d865e36c920b" providerId="ADAL" clId="{3E066727-BBB6-4D37-A6B5-32C7A00FA4F3}" dt="2026-10-23T11:27:32.817" v="228900"/>
          <ac:spMkLst>
            <pc:docMk/>
            <pc:sldMk cId="141060815" sldId="2147483627"/>
            <ac:spMk id="413" creationId="{DE50CC58-FD74-B290-5D52-0D958C006E46}"/>
          </ac:spMkLst>
        </pc:spChg>
        <pc:spChg chg="add del mod">
          <ac:chgData name="Jethro Hotbatahi Hasoloan" userId="6704a177-17bb-4244-9c06-d865e36c920b" providerId="ADAL" clId="{3E066727-BBB6-4D37-A6B5-32C7A00FA4F3}" dt="2026-10-23T11:16:36.189" v="215223"/>
          <ac:spMkLst>
            <pc:docMk/>
            <pc:sldMk cId="141060815" sldId="2147483627"/>
            <ac:spMk id="414" creationId="{E1F693CD-87B8-6DBC-C43C-B41A1F96B2D4}"/>
          </ac:spMkLst>
        </pc:spChg>
        <pc:spChg chg="add mod">
          <ac:chgData name="Jethro Hotbatahi Hasoloan" userId="6704a177-17bb-4244-9c06-d865e36c920b" providerId="ADAL" clId="{3E066727-BBB6-4D37-A6B5-32C7A00FA4F3}" dt="2026-10-23T11:27:32.817" v="228901"/>
          <ac:spMkLst>
            <pc:docMk/>
            <pc:sldMk cId="141060815" sldId="2147483627"/>
            <ac:spMk id="415" creationId="{41679C5E-89B2-EDF7-EAE3-9F0135EE7F7E}"/>
          </ac:spMkLst>
        </pc:spChg>
        <pc:spChg chg="add mod ord">
          <ac:chgData name="Jethro Hotbatahi Hasoloan" userId="6704a177-17bb-4244-9c06-d865e36c920b" providerId="ADAL" clId="{3E066727-BBB6-4D37-A6B5-32C7A00FA4F3}" dt="2026-10-23T11:27:32.817" v="228903"/>
          <ac:spMkLst>
            <pc:docMk/>
            <pc:sldMk cId="141060815" sldId="2147483627"/>
            <ac:spMk id="416" creationId="{32AE40B4-E823-0B3F-668F-F2F6A130C54C}"/>
          </ac:spMkLst>
        </pc:spChg>
        <pc:spChg chg="add mod ord">
          <ac:chgData name="Jethro Hotbatahi Hasoloan" userId="6704a177-17bb-4244-9c06-d865e36c920b" providerId="ADAL" clId="{3E066727-BBB6-4D37-A6B5-32C7A00FA4F3}" dt="2026-10-23T11:27:32.817" v="228905"/>
          <ac:spMkLst>
            <pc:docMk/>
            <pc:sldMk cId="141060815" sldId="2147483627"/>
            <ac:spMk id="417" creationId="{0D91F1B1-95A1-E0BA-397B-89BF15E1C048}"/>
          </ac:spMkLst>
        </pc:spChg>
        <pc:spChg chg="add mod ord">
          <ac:chgData name="Jethro Hotbatahi Hasoloan" userId="6704a177-17bb-4244-9c06-d865e36c920b" providerId="ADAL" clId="{3E066727-BBB6-4D37-A6B5-32C7A00FA4F3}" dt="2026-10-23T11:27:32.817" v="228907"/>
          <ac:spMkLst>
            <pc:docMk/>
            <pc:sldMk cId="141060815" sldId="2147483627"/>
            <ac:spMk id="418" creationId="{87287962-6A59-332B-ADEC-09B43592676B}"/>
          </ac:spMkLst>
        </pc:spChg>
        <pc:spChg chg="add mod">
          <ac:chgData name="Jethro Hotbatahi Hasoloan" userId="6704a177-17bb-4244-9c06-d865e36c920b" providerId="ADAL" clId="{3E066727-BBB6-4D37-A6B5-32C7A00FA4F3}" dt="2026-10-23T11:27:32.817" v="228908"/>
          <ac:spMkLst>
            <pc:docMk/>
            <pc:sldMk cId="141060815" sldId="2147483627"/>
            <ac:spMk id="419" creationId="{FE4EE0D6-71AB-5793-424F-56E0D5B3499F}"/>
          </ac:spMkLst>
        </pc:spChg>
        <pc:spChg chg="add mod ord">
          <ac:chgData name="Jethro Hotbatahi Hasoloan" userId="6704a177-17bb-4244-9c06-d865e36c920b" providerId="ADAL" clId="{3E066727-BBB6-4D37-A6B5-32C7A00FA4F3}" dt="2026-10-23T11:27:32.817" v="228910"/>
          <ac:spMkLst>
            <pc:docMk/>
            <pc:sldMk cId="141060815" sldId="2147483627"/>
            <ac:spMk id="420" creationId="{69C8D335-EFBD-C96B-7E92-10EA499433B2}"/>
          </ac:spMkLst>
        </pc:spChg>
        <pc:spChg chg="add mod ord">
          <ac:chgData name="Jethro Hotbatahi Hasoloan" userId="6704a177-17bb-4244-9c06-d865e36c920b" providerId="ADAL" clId="{3E066727-BBB6-4D37-A6B5-32C7A00FA4F3}" dt="2026-10-23T11:27:32.817" v="228912"/>
          <ac:spMkLst>
            <pc:docMk/>
            <pc:sldMk cId="141060815" sldId="2147483627"/>
            <ac:spMk id="421" creationId="{34C22364-C105-2620-9E0C-71BF4C711348}"/>
          </ac:spMkLst>
        </pc:spChg>
        <pc:spChg chg="add mod ord">
          <ac:chgData name="Jethro Hotbatahi Hasoloan" userId="6704a177-17bb-4244-9c06-d865e36c920b" providerId="ADAL" clId="{3E066727-BBB6-4D37-A6B5-32C7A00FA4F3}" dt="2026-10-23T11:27:32.817" v="228914"/>
          <ac:spMkLst>
            <pc:docMk/>
            <pc:sldMk cId="141060815" sldId="2147483627"/>
            <ac:spMk id="422" creationId="{6EA4898A-5879-0737-2381-DA1CE2138965}"/>
          </ac:spMkLst>
        </pc:spChg>
        <pc:spChg chg="add mod">
          <ac:chgData name="Jethro Hotbatahi Hasoloan" userId="6704a177-17bb-4244-9c06-d865e36c920b" providerId="ADAL" clId="{3E066727-BBB6-4D37-A6B5-32C7A00FA4F3}" dt="2026-10-23T11:27:32.817" v="228915"/>
          <ac:spMkLst>
            <pc:docMk/>
            <pc:sldMk cId="141060815" sldId="2147483627"/>
            <ac:spMk id="423" creationId="{BC6EDEDB-2106-334E-43DE-6247086C610B}"/>
          </ac:spMkLst>
        </pc:spChg>
        <pc:spChg chg="add mod ord">
          <ac:chgData name="Jethro Hotbatahi Hasoloan" userId="6704a177-17bb-4244-9c06-d865e36c920b" providerId="ADAL" clId="{3E066727-BBB6-4D37-A6B5-32C7A00FA4F3}" dt="2026-10-23T11:27:32.817" v="228917"/>
          <ac:spMkLst>
            <pc:docMk/>
            <pc:sldMk cId="141060815" sldId="2147483627"/>
            <ac:spMk id="424" creationId="{A943A837-C581-73B6-2BB9-DBF9F11877F4}"/>
          </ac:spMkLst>
        </pc:spChg>
        <pc:spChg chg="add mod ord">
          <ac:chgData name="Jethro Hotbatahi Hasoloan" userId="6704a177-17bb-4244-9c06-d865e36c920b" providerId="ADAL" clId="{3E066727-BBB6-4D37-A6B5-32C7A00FA4F3}" dt="2026-10-23T11:27:32.817" v="228919"/>
          <ac:spMkLst>
            <pc:docMk/>
            <pc:sldMk cId="141060815" sldId="2147483627"/>
            <ac:spMk id="425" creationId="{0F66FABA-0A91-6D63-A9FF-29D1320D2D4F}"/>
          </ac:spMkLst>
        </pc:spChg>
        <pc:spChg chg="add mod ord">
          <ac:chgData name="Jethro Hotbatahi Hasoloan" userId="6704a177-17bb-4244-9c06-d865e36c920b" providerId="ADAL" clId="{3E066727-BBB6-4D37-A6B5-32C7A00FA4F3}" dt="2026-10-23T11:27:32.817" v="228921"/>
          <ac:spMkLst>
            <pc:docMk/>
            <pc:sldMk cId="141060815" sldId="2147483627"/>
            <ac:spMk id="426" creationId="{D3100D75-444A-AE31-E6C9-BC8CFF37340F}"/>
          </ac:spMkLst>
        </pc:spChg>
        <pc:spChg chg="add mod">
          <ac:chgData name="Jethro Hotbatahi Hasoloan" userId="6704a177-17bb-4244-9c06-d865e36c920b" providerId="ADAL" clId="{3E066727-BBB6-4D37-A6B5-32C7A00FA4F3}" dt="2026-10-23T11:27:32.817" v="228922"/>
          <ac:spMkLst>
            <pc:docMk/>
            <pc:sldMk cId="141060815" sldId="2147483627"/>
            <ac:spMk id="427" creationId="{5FFCAE43-BFFA-46C0-4C7C-E1CEA350A501}"/>
          </ac:spMkLst>
        </pc:spChg>
        <pc:spChg chg="add mod ord">
          <ac:chgData name="Jethro Hotbatahi Hasoloan" userId="6704a177-17bb-4244-9c06-d865e36c920b" providerId="ADAL" clId="{3E066727-BBB6-4D37-A6B5-32C7A00FA4F3}" dt="2026-10-23T11:27:32.817" v="228924"/>
          <ac:spMkLst>
            <pc:docMk/>
            <pc:sldMk cId="141060815" sldId="2147483627"/>
            <ac:spMk id="428" creationId="{C9EC8860-4C3F-B119-730C-DE2BFBBA69D1}"/>
          </ac:spMkLst>
        </pc:spChg>
        <pc:spChg chg="add mod ord">
          <ac:chgData name="Jethro Hotbatahi Hasoloan" userId="6704a177-17bb-4244-9c06-d865e36c920b" providerId="ADAL" clId="{3E066727-BBB6-4D37-A6B5-32C7A00FA4F3}" dt="2026-10-23T11:27:32.817" v="228926"/>
          <ac:spMkLst>
            <pc:docMk/>
            <pc:sldMk cId="141060815" sldId="2147483627"/>
            <ac:spMk id="429" creationId="{11AE85E1-373A-2619-3E0A-8BAB199B2EC3}"/>
          </ac:spMkLst>
        </pc:spChg>
        <pc:spChg chg="add del mod modVis">
          <ac:chgData name="Jethro Hotbatahi Hasoloan" userId="6704a177-17bb-4244-9c06-d865e36c920b" providerId="ADAL" clId="{3E066727-BBB6-4D37-A6B5-32C7A00FA4F3}" dt="2026-10-22T04:46:51.741" v="100922"/>
          <ac:spMkLst>
            <pc:docMk/>
            <pc:sldMk cId="141060815" sldId="2147483627"/>
            <ac:spMk id="445" creationId="{39B14495-45A1-ED06-9EFE-809EF81615A8}"/>
          </ac:spMkLst>
        </pc:spChg>
        <pc:spChg chg="add del mod modVis">
          <ac:chgData name="Jethro Hotbatahi Hasoloan" userId="6704a177-17bb-4244-9c06-d865e36c920b" providerId="ADAL" clId="{3E066727-BBB6-4D37-A6B5-32C7A00FA4F3}" dt="2026-10-22T04:46:54.975" v="101210"/>
          <ac:spMkLst>
            <pc:docMk/>
            <pc:sldMk cId="141060815" sldId="2147483627"/>
            <ac:spMk id="447" creationId="{C62F00E6-8FA0-B1FC-DB48-DB5FBA0F832E}"/>
          </ac:spMkLst>
        </pc:spChg>
        <pc:spChg chg="add del mod modVis">
          <ac:chgData name="Jethro Hotbatahi Hasoloan" userId="6704a177-17bb-4244-9c06-d865e36c920b" providerId="ADAL" clId="{3E066727-BBB6-4D37-A6B5-32C7A00FA4F3}" dt="2026-10-23T11:16:49.558" v="216094"/>
          <ac:spMkLst>
            <pc:docMk/>
            <pc:sldMk cId="141060815" sldId="2147483627"/>
            <ac:spMk id="448" creationId="{2100448E-D577-98C2-AF01-D7443551AA79}"/>
          </ac:spMkLst>
        </pc:spChg>
        <pc:spChg chg="add del mod modVis">
          <ac:chgData name="Jethro Hotbatahi Hasoloan" userId="6704a177-17bb-4244-9c06-d865e36c920b" providerId="ADAL" clId="{3E066727-BBB6-4D37-A6B5-32C7A00FA4F3}" dt="2026-10-22T04:46:57.335" v="101503"/>
          <ac:spMkLst>
            <pc:docMk/>
            <pc:sldMk cId="141060815" sldId="2147483627"/>
            <ac:spMk id="449" creationId="{2F86657D-2E86-7B71-F493-30E969B66BC0}"/>
          </ac:spMkLst>
        </pc:spChg>
        <pc:spChg chg="add del mod modVis">
          <ac:chgData name="Jethro Hotbatahi Hasoloan" userId="6704a177-17bb-4244-9c06-d865e36c920b" providerId="ADAL" clId="{3E066727-BBB6-4D37-A6B5-32C7A00FA4F3}" dt="2026-10-23T11:16:59.332" v="216370"/>
          <ac:spMkLst>
            <pc:docMk/>
            <pc:sldMk cId="141060815" sldId="2147483627"/>
            <ac:spMk id="450" creationId="{52431BA1-E661-5A0A-C73B-B4B682C57466}"/>
          </ac:spMkLst>
        </pc:spChg>
        <pc:spChg chg="add del mod modVis">
          <ac:chgData name="Jethro Hotbatahi Hasoloan" userId="6704a177-17bb-4244-9c06-d865e36c920b" providerId="ADAL" clId="{3E066727-BBB6-4D37-A6B5-32C7A00FA4F3}" dt="2026-10-22T04:46:59.934" v="101789"/>
          <ac:spMkLst>
            <pc:docMk/>
            <pc:sldMk cId="141060815" sldId="2147483627"/>
            <ac:spMk id="451" creationId="{098DF70F-6A60-24C8-8810-90B1521BD68F}"/>
          </ac:spMkLst>
        </pc:spChg>
        <pc:spChg chg="add del mod modVis">
          <ac:chgData name="Jethro Hotbatahi Hasoloan" userId="6704a177-17bb-4244-9c06-d865e36c920b" providerId="ADAL" clId="{3E066727-BBB6-4D37-A6B5-32C7A00FA4F3}" dt="2026-10-23T11:17:07.303" v="216808"/>
          <ac:spMkLst>
            <pc:docMk/>
            <pc:sldMk cId="141060815" sldId="2147483627"/>
            <ac:spMk id="452" creationId="{20D85B47-B582-B63C-4DF2-223AD297CC57}"/>
          </ac:spMkLst>
        </pc:spChg>
        <pc:spChg chg="add del mod modVis">
          <ac:chgData name="Jethro Hotbatahi Hasoloan" userId="6704a177-17bb-4244-9c06-d865e36c920b" providerId="ADAL" clId="{3E066727-BBB6-4D37-A6B5-32C7A00FA4F3}" dt="2026-10-22T04:47:02.476" v="102124"/>
          <ac:spMkLst>
            <pc:docMk/>
            <pc:sldMk cId="141060815" sldId="2147483627"/>
            <ac:spMk id="453" creationId="{A5099660-91C7-350F-67C4-ED6EBEDED80E}"/>
          </ac:spMkLst>
        </pc:spChg>
        <pc:spChg chg="add del mod ord">
          <ac:chgData name="Jethro Hotbatahi Hasoloan" userId="6704a177-17bb-4244-9c06-d865e36c920b" providerId="ADAL" clId="{3E066727-BBB6-4D37-A6B5-32C7A00FA4F3}" dt="2026-10-23T11:18:56.928" v="218025"/>
          <ac:spMkLst>
            <pc:docMk/>
            <pc:sldMk cId="141060815" sldId="2147483627"/>
            <ac:spMk id="465" creationId="{BDFF1EDA-FF50-DA2C-E8B0-5D3ACE727522}"/>
          </ac:spMkLst>
        </pc:spChg>
        <pc:spChg chg="add del mod modVis">
          <ac:chgData name="Jethro Hotbatahi Hasoloan" userId="6704a177-17bb-4244-9c06-d865e36c920b" providerId="ADAL" clId="{3E066727-BBB6-4D37-A6B5-32C7A00FA4F3}" dt="2026-10-23T11:18:40.941" v="218019"/>
          <ac:spMkLst>
            <pc:docMk/>
            <pc:sldMk cId="141060815" sldId="2147483627"/>
            <ac:spMk id="466" creationId="{9694D0DD-ADB6-B63F-267C-C68399833213}"/>
          </ac:spMkLst>
        </pc:spChg>
        <pc:spChg chg="add del mod modVis">
          <ac:chgData name="Jethro Hotbatahi Hasoloan" userId="6704a177-17bb-4244-9c06-d865e36c920b" providerId="ADAL" clId="{3E066727-BBB6-4D37-A6B5-32C7A00FA4F3}" dt="2026-10-23T11:19:30.980" v="218306"/>
          <ac:spMkLst>
            <pc:docMk/>
            <pc:sldMk cId="141060815" sldId="2147483627"/>
            <ac:spMk id="468" creationId="{78B990F9-6884-FB1D-1425-6EC9C2E03685}"/>
          </ac:spMkLst>
        </pc:spChg>
        <pc:spChg chg="add del mod modVis">
          <ac:chgData name="Jethro Hotbatahi Hasoloan" userId="6704a177-17bb-4244-9c06-d865e36c920b" providerId="ADAL" clId="{3E066727-BBB6-4D37-A6B5-32C7A00FA4F3}" dt="2026-10-23T11:19:40.058" v="218567"/>
          <ac:spMkLst>
            <pc:docMk/>
            <pc:sldMk cId="141060815" sldId="2147483627"/>
            <ac:spMk id="470" creationId="{963B6888-90B0-045F-175C-107D47A592C4}"/>
          </ac:spMkLst>
        </pc:spChg>
        <pc:spChg chg="add del mod modVis">
          <ac:chgData name="Jethro Hotbatahi Hasoloan" userId="6704a177-17bb-4244-9c06-d865e36c920b" providerId="ADAL" clId="{3E066727-BBB6-4D37-A6B5-32C7A00FA4F3}" dt="2026-10-23T11:19:47.054" v="218825"/>
          <ac:spMkLst>
            <pc:docMk/>
            <pc:sldMk cId="141060815" sldId="2147483627"/>
            <ac:spMk id="472" creationId="{7E6DEF37-3974-BD80-EB2B-0660C74D71A0}"/>
          </ac:spMkLst>
        </pc:spChg>
        <pc:spChg chg="add del mod modVis">
          <ac:chgData name="Jethro Hotbatahi Hasoloan" userId="6704a177-17bb-4244-9c06-d865e36c920b" providerId="ADAL" clId="{3E066727-BBB6-4D37-A6B5-32C7A00FA4F3}" dt="2026-10-22T04:47:30.945" v="106764" actId="962"/>
          <ac:spMkLst>
            <pc:docMk/>
            <pc:sldMk cId="141060815" sldId="2147483627"/>
            <ac:spMk id="474" creationId="{6E38587E-ACA6-EF79-2E66-6C004AA875FB}"/>
          </ac:spMkLst>
        </pc:spChg>
        <pc:spChg chg="add del mod modVis">
          <ac:chgData name="Jethro Hotbatahi Hasoloan" userId="6704a177-17bb-4244-9c06-d865e36c920b" providerId="ADAL" clId="{3E066727-BBB6-4D37-A6B5-32C7A00FA4F3}" dt="2026-10-23T11:19:53.532" v="219086"/>
          <ac:spMkLst>
            <pc:docMk/>
            <pc:sldMk cId="141060815" sldId="2147483627"/>
            <ac:spMk id="474" creationId="{D65F09FF-0FD6-AAAC-1576-918D24D491E0}"/>
          </ac:spMkLst>
        </pc:spChg>
        <pc:spChg chg="add del mod modVis">
          <ac:chgData name="Jethro Hotbatahi Hasoloan" userId="6704a177-17bb-4244-9c06-d865e36c920b" providerId="ADAL" clId="{3E066727-BBB6-4D37-A6B5-32C7A00FA4F3}" dt="2026-10-23T11:19:59.463" v="219364"/>
          <ac:spMkLst>
            <pc:docMk/>
            <pc:sldMk cId="141060815" sldId="2147483627"/>
            <ac:spMk id="476" creationId="{291AD81A-BDF9-3080-56BC-F407DB712A8A}"/>
          </ac:spMkLst>
        </pc:spChg>
        <pc:spChg chg="add del mod modVis">
          <ac:chgData name="Jethro Hotbatahi Hasoloan" userId="6704a177-17bb-4244-9c06-d865e36c920b" providerId="ADAL" clId="{3E066727-BBB6-4D37-A6B5-32C7A00FA4F3}" dt="2026-10-23T11:20:13.910" v="219633"/>
          <ac:spMkLst>
            <pc:docMk/>
            <pc:sldMk cId="141060815" sldId="2147483627"/>
            <ac:spMk id="478" creationId="{88358450-3D45-706F-B8B2-DCEF7553C6C3}"/>
          </ac:spMkLst>
        </pc:spChg>
        <pc:spChg chg="add del mod modVis">
          <ac:chgData name="Jethro Hotbatahi Hasoloan" userId="6704a177-17bb-4244-9c06-d865e36c920b" providerId="ADAL" clId="{3E066727-BBB6-4D37-A6B5-32C7A00FA4F3}" dt="2026-10-23T11:20:20.063" v="219902"/>
          <ac:spMkLst>
            <pc:docMk/>
            <pc:sldMk cId="141060815" sldId="2147483627"/>
            <ac:spMk id="480" creationId="{75CD1D3C-6B5F-FBAC-7E1A-6F50069A2D8A}"/>
          </ac:spMkLst>
        </pc:spChg>
        <pc:spChg chg="add del mod modVis">
          <ac:chgData name="Jethro Hotbatahi Hasoloan" userId="6704a177-17bb-4244-9c06-d865e36c920b" providerId="ADAL" clId="{3E066727-BBB6-4D37-A6B5-32C7A00FA4F3}" dt="2026-10-23T11:20:27.163" v="220172"/>
          <ac:spMkLst>
            <pc:docMk/>
            <pc:sldMk cId="141060815" sldId="2147483627"/>
            <ac:spMk id="482" creationId="{559738CE-FBED-2A4B-9216-502EB337174B}"/>
          </ac:spMkLst>
        </pc:spChg>
        <pc:spChg chg="add del mod modVis">
          <ac:chgData name="Jethro Hotbatahi Hasoloan" userId="6704a177-17bb-4244-9c06-d865e36c920b" providerId="ADAL" clId="{3E066727-BBB6-4D37-A6B5-32C7A00FA4F3}" dt="2026-10-23T11:20:32.226" v="220441"/>
          <ac:spMkLst>
            <pc:docMk/>
            <pc:sldMk cId="141060815" sldId="2147483627"/>
            <ac:spMk id="484" creationId="{F839AF83-E0B2-7F30-E7FE-E8DF17937E84}"/>
          </ac:spMkLst>
        </pc:spChg>
        <pc:spChg chg="add del mod modVis">
          <ac:chgData name="Jethro Hotbatahi Hasoloan" userId="6704a177-17bb-4244-9c06-d865e36c920b" providerId="ADAL" clId="{3E066727-BBB6-4D37-A6B5-32C7A00FA4F3}" dt="2026-10-23T11:20:38.146" v="220731"/>
          <ac:spMkLst>
            <pc:docMk/>
            <pc:sldMk cId="141060815" sldId="2147483627"/>
            <ac:spMk id="486" creationId="{177F2B84-8181-12D4-7A8B-A574BB69DD31}"/>
          </ac:spMkLst>
        </pc:spChg>
        <pc:spChg chg="add del mod modVis">
          <ac:chgData name="Jethro Hotbatahi Hasoloan" userId="6704a177-17bb-4244-9c06-d865e36c920b" providerId="ADAL" clId="{3E066727-BBB6-4D37-A6B5-32C7A00FA4F3}" dt="2026-10-23T11:21:00.721" v="220976"/>
          <ac:spMkLst>
            <pc:docMk/>
            <pc:sldMk cId="141060815" sldId="2147483627"/>
            <ac:spMk id="488" creationId="{05DFCBB9-742D-4435-A855-2644C15C9B49}"/>
          </ac:spMkLst>
        </pc:spChg>
        <pc:spChg chg="add del mod modVis">
          <ac:chgData name="Jethro Hotbatahi Hasoloan" userId="6704a177-17bb-4244-9c06-d865e36c920b" providerId="ADAL" clId="{3E066727-BBB6-4D37-A6B5-32C7A00FA4F3}" dt="2026-10-23T11:21:05.222" v="221221"/>
          <ac:spMkLst>
            <pc:docMk/>
            <pc:sldMk cId="141060815" sldId="2147483627"/>
            <ac:spMk id="490" creationId="{E3A65956-78DC-D29C-54AA-65345E0140BC}"/>
          </ac:spMkLst>
        </pc:spChg>
        <pc:spChg chg="add del mod modVis">
          <ac:chgData name="Jethro Hotbatahi Hasoloan" userId="6704a177-17bb-4244-9c06-d865e36c920b" providerId="ADAL" clId="{3E066727-BBB6-4D37-A6B5-32C7A00FA4F3}" dt="2026-10-22T04:48:05.904" v="107549"/>
          <ac:spMkLst>
            <pc:docMk/>
            <pc:sldMk cId="141060815" sldId="2147483627"/>
            <ac:spMk id="491" creationId="{283248C5-85D7-EBDB-2A79-2EF2D42825DF}"/>
          </ac:spMkLst>
        </pc:spChg>
        <pc:spChg chg="add del mod modVis">
          <ac:chgData name="Jethro Hotbatahi Hasoloan" userId="6704a177-17bb-4244-9c06-d865e36c920b" providerId="ADAL" clId="{3E066727-BBB6-4D37-A6B5-32C7A00FA4F3}" dt="2026-10-22T04:50:06.965" v="107941"/>
          <ac:spMkLst>
            <pc:docMk/>
            <pc:sldMk cId="141060815" sldId="2147483627"/>
            <ac:spMk id="492" creationId="{BC39D7D4-4254-EB6E-9F12-828E84F2C56D}"/>
          </ac:spMkLst>
        </pc:spChg>
        <pc:spChg chg="add del mod modVis">
          <ac:chgData name="Jethro Hotbatahi Hasoloan" userId="6704a177-17bb-4244-9c06-d865e36c920b" providerId="ADAL" clId="{3E066727-BBB6-4D37-A6B5-32C7A00FA4F3}" dt="2026-10-23T11:21:14.644" v="221692"/>
          <ac:spMkLst>
            <pc:docMk/>
            <pc:sldMk cId="141060815" sldId="2147483627"/>
            <ac:spMk id="493" creationId="{B1CF2314-0EF3-55E9-6517-C209A7027765}"/>
          </ac:spMkLst>
        </pc:spChg>
        <pc:spChg chg="add del mod modVis">
          <ac:chgData name="Jethro Hotbatahi Hasoloan" userId="6704a177-17bb-4244-9c06-d865e36c920b" providerId="ADAL" clId="{3E066727-BBB6-4D37-A6B5-32C7A00FA4F3}" dt="2026-10-22T04:50:56.461" v="108224"/>
          <ac:spMkLst>
            <pc:docMk/>
            <pc:sldMk cId="141060815" sldId="2147483627"/>
            <ac:spMk id="494" creationId="{56C0BDC3-DF3E-1BA6-50FD-A7C2846E50F2}"/>
          </ac:spMkLst>
        </pc:spChg>
        <pc:spChg chg="add del mod modVis">
          <ac:chgData name="Jethro Hotbatahi Hasoloan" userId="6704a177-17bb-4244-9c06-d865e36c920b" providerId="ADAL" clId="{3E066727-BBB6-4D37-A6B5-32C7A00FA4F3}" dt="2026-10-23T11:21:18.776" v="221961"/>
          <ac:spMkLst>
            <pc:docMk/>
            <pc:sldMk cId="141060815" sldId="2147483627"/>
            <ac:spMk id="495" creationId="{D2829FC0-1F48-6D23-D3A5-BFD36A0136FF}"/>
          </ac:spMkLst>
        </pc:spChg>
        <pc:spChg chg="add del mod modVis">
          <ac:chgData name="Jethro Hotbatahi Hasoloan" userId="6704a177-17bb-4244-9c06-d865e36c920b" providerId="ADAL" clId="{3E066727-BBB6-4D37-A6B5-32C7A00FA4F3}" dt="2026-10-22T04:50:59.895" v="108501"/>
          <ac:spMkLst>
            <pc:docMk/>
            <pc:sldMk cId="141060815" sldId="2147483627"/>
            <ac:spMk id="496" creationId="{E8A34EE5-ED31-1CD3-A2B1-2F99C85DAE2A}"/>
          </ac:spMkLst>
        </pc:spChg>
        <pc:spChg chg="add del mod modVis">
          <ac:chgData name="Jethro Hotbatahi Hasoloan" userId="6704a177-17bb-4244-9c06-d865e36c920b" providerId="ADAL" clId="{3E066727-BBB6-4D37-A6B5-32C7A00FA4F3}" dt="2026-10-23T11:21:37.714" v="222203"/>
          <ac:spMkLst>
            <pc:docMk/>
            <pc:sldMk cId="141060815" sldId="2147483627"/>
            <ac:spMk id="497" creationId="{9749CA17-5D7E-73F2-800A-4C947454B2EE}"/>
          </ac:spMkLst>
        </pc:spChg>
        <pc:spChg chg="add del mod modVis">
          <ac:chgData name="Jethro Hotbatahi Hasoloan" userId="6704a177-17bb-4244-9c06-d865e36c920b" providerId="ADAL" clId="{3E066727-BBB6-4D37-A6B5-32C7A00FA4F3}" dt="2026-10-22T04:51:02.856" v="108779"/>
          <ac:spMkLst>
            <pc:docMk/>
            <pc:sldMk cId="141060815" sldId="2147483627"/>
            <ac:spMk id="498" creationId="{A4057577-0651-BE65-348C-468D1338831E}"/>
          </ac:spMkLst>
        </pc:spChg>
        <pc:spChg chg="add del mod modVis">
          <ac:chgData name="Jethro Hotbatahi Hasoloan" userId="6704a177-17bb-4244-9c06-d865e36c920b" providerId="ADAL" clId="{3E066727-BBB6-4D37-A6B5-32C7A00FA4F3}" dt="2026-10-23T11:21:45.524" v="222445"/>
          <ac:spMkLst>
            <pc:docMk/>
            <pc:sldMk cId="141060815" sldId="2147483627"/>
            <ac:spMk id="499" creationId="{AD662F89-19F6-27DD-F2DC-02C78983A774}"/>
          </ac:spMkLst>
        </pc:spChg>
        <pc:spChg chg="add del mod modVis">
          <ac:chgData name="Jethro Hotbatahi Hasoloan" userId="6704a177-17bb-4244-9c06-d865e36c920b" providerId="ADAL" clId="{3E066727-BBB6-4D37-A6B5-32C7A00FA4F3}" dt="2026-10-22T04:51:06.152" v="109060"/>
          <ac:spMkLst>
            <pc:docMk/>
            <pc:sldMk cId="141060815" sldId="2147483627"/>
            <ac:spMk id="500" creationId="{EEE2CD0D-2EEE-0E15-35DF-F06097B1E5FE}"/>
          </ac:spMkLst>
        </pc:spChg>
        <pc:spChg chg="add del mod modVis">
          <ac:chgData name="Jethro Hotbatahi Hasoloan" userId="6704a177-17bb-4244-9c06-d865e36c920b" providerId="ADAL" clId="{3E066727-BBB6-4D37-A6B5-32C7A00FA4F3}" dt="2026-10-23T11:21:52.973" v="222686"/>
          <ac:spMkLst>
            <pc:docMk/>
            <pc:sldMk cId="141060815" sldId="2147483627"/>
            <ac:spMk id="501" creationId="{0BAE8A49-1047-0FDD-606E-F6E17E28FF3B}"/>
          </ac:spMkLst>
        </pc:spChg>
        <pc:spChg chg="add del mod modVis">
          <ac:chgData name="Jethro Hotbatahi Hasoloan" userId="6704a177-17bb-4244-9c06-d865e36c920b" providerId="ADAL" clId="{3E066727-BBB6-4D37-A6B5-32C7A00FA4F3}" dt="2026-10-22T04:51:14.445" v="109359"/>
          <ac:spMkLst>
            <pc:docMk/>
            <pc:sldMk cId="141060815" sldId="2147483627"/>
            <ac:spMk id="502" creationId="{0A9B50DB-6363-5E36-8B69-5996FEC69156}"/>
          </ac:spMkLst>
        </pc:spChg>
        <pc:spChg chg="add del mod modVis">
          <ac:chgData name="Jethro Hotbatahi Hasoloan" userId="6704a177-17bb-4244-9c06-d865e36c920b" providerId="ADAL" clId="{3E066727-BBB6-4D37-A6B5-32C7A00FA4F3}" dt="2026-10-23T11:21:59.268" v="222927"/>
          <ac:spMkLst>
            <pc:docMk/>
            <pc:sldMk cId="141060815" sldId="2147483627"/>
            <ac:spMk id="503" creationId="{CF0F0F08-BBD6-DE76-2DB5-5E952E332CD5}"/>
          </ac:spMkLst>
        </pc:spChg>
        <pc:spChg chg="add del mod modVis">
          <ac:chgData name="Jethro Hotbatahi Hasoloan" userId="6704a177-17bb-4244-9c06-d865e36c920b" providerId="ADAL" clId="{3E066727-BBB6-4D37-A6B5-32C7A00FA4F3}" dt="2026-10-22T04:51:37.560" v="109673"/>
          <ac:spMkLst>
            <pc:docMk/>
            <pc:sldMk cId="141060815" sldId="2147483627"/>
            <ac:spMk id="504" creationId="{FFEDDE88-B0A2-2E01-334E-F0AEF6EB53EE}"/>
          </ac:spMkLst>
        </pc:spChg>
        <pc:spChg chg="add del mod modVis">
          <ac:chgData name="Jethro Hotbatahi Hasoloan" userId="6704a177-17bb-4244-9c06-d865e36c920b" providerId="ADAL" clId="{3E066727-BBB6-4D37-A6B5-32C7A00FA4F3}" dt="2026-10-23T11:22:04.776" v="223186"/>
          <ac:spMkLst>
            <pc:docMk/>
            <pc:sldMk cId="141060815" sldId="2147483627"/>
            <ac:spMk id="505" creationId="{39E541EE-71AF-376E-A45C-2950FB9E8B7F}"/>
          </ac:spMkLst>
        </pc:spChg>
        <pc:spChg chg="add del mod modVis">
          <ac:chgData name="Jethro Hotbatahi Hasoloan" userId="6704a177-17bb-4244-9c06-d865e36c920b" providerId="ADAL" clId="{3E066727-BBB6-4D37-A6B5-32C7A00FA4F3}" dt="2026-10-22T04:51:41.293" v="109983"/>
          <ac:spMkLst>
            <pc:docMk/>
            <pc:sldMk cId="141060815" sldId="2147483627"/>
            <ac:spMk id="506" creationId="{B9A0034B-042C-1243-5788-874D3456FB94}"/>
          </ac:spMkLst>
        </pc:spChg>
        <pc:spChg chg="add del mod ord">
          <ac:chgData name="Jethro Hotbatahi Hasoloan" userId="6704a177-17bb-4244-9c06-d865e36c920b" providerId="ADAL" clId="{3E066727-BBB6-4D37-A6B5-32C7A00FA4F3}" dt="2026-10-23T11:22:38.040" v="223501"/>
          <ac:spMkLst>
            <pc:docMk/>
            <pc:sldMk cId="141060815" sldId="2147483627"/>
            <ac:spMk id="507" creationId="{18652450-53B9-075F-316B-41B08D3F9A64}"/>
          </ac:spMkLst>
        </pc:spChg>
        <pc:spChg chg="add del mod modVis">
          <ac:chgData name="Jethro Hotbatahi Hasoloan" userId="6704a177-17bb-4244-9c06-d865e36c920b" providerId="ADAL" clId="{3E066727-BBB6-4D37-A6B5-32C7A00FA4F3}" dt="2026-10-22T04:51:45.880" v="110289"/>
          <ac:spMkLst>
            <pc:docMk/>
            <pc:sldMk cId="141060815" sldId="2147483627"/>
            <ac:spMk id="508" creationId="{60319168-2DE0-BDD9-6041-B08BE7C7FFF4}"/>
          </ac:spMkLst>
        </pc:spChg>
        <pc:spChg chg="add del mod modVis">
          <ac:chgData name="Jethro Hotbatahi Hasoloan" userId="6704a177-17bb-4244-9c06-d865e36c920b" providerId="ADAL" clId="{3E066727-BBB6-4D37-A6B5-32C7A00FA4F3}" dt="2026-10-23T11:22:19.947" v="223484"/>
          <ac:spMkLst>
            <pc:docMk/>
            <pc:sldMk cId="141060815" sldId="2147483627"/>
            <ac:spMk id="508" creationId="{884F4140-E27F-BB7E-243D-724A97727BC3}"/>
          </ac:spMkLst>
        </pc:spChg>
        <pc:spChg chg="add del mod modVis">
          <ac:chgData name="Jethro Hotbatahi Hasoloan" userId="6704a177-17bb-4244-9c06-d865e36c920b" providerId="ADAL" clId="{3E066727-BBB6-4D37-A6B5-32C7A00FA4F3}" dt="2026-10-23T11:23:37.482" v="223859"/>
          <ac:spMkLst>
            <pc:docMk/>
            <pc:sldMk cId="141060815" sldId="2147483627"/>
            <ac:spMk id="510" creationId="{2DA1162C-FB4A-A850-0664-99984C7581C7}"/>
          </ac:spMkLst>
        </pc:spChg>
        <pc:spChg chg="add del mod modVis">
          <ac:chgData name="Jethro Hotbatahi Hasoloan" userId="6704a177-17bb-4244-9c06-d865e36c920b" providerId="ADAL" clId="{3E066727-BBB6-4D37-A6B5-32C7A00FA4F3}" dt="2026-10-22T04:51:49.330" v="110599"/>
          <ac:spMkLst>
            <pc:docMk/>
            <pc:sldMk cId="141060815" sldId="2147483627"/>
            <ac:spMk id="510" creationId="{C4549AAD-C70B-2F8D-2FFB-B8996A04A77C}"/>
          </ac:spMkLst>
        </pc:spChg>
        <pc:spChg chg="add del mod modVis">
          <ac:chgData name="Jethro Hotbatahi Hasoloan" userId="6704a177-17bb-4244-9c06-d865e36c920b" providerId="ADAL" clId="{3E066727-BBB6-4D37-A6B5-32C7A00FA4F3}" dt="2026-10-23T11:25:02.295" v="224100"/>
          <ac:spMkLst>
            <pc:docMk/>
            <pc:sldMk cId="141060815" sldId="2147483627"/>
            <ac:spMk id="512" creationId="{7B3FBEBC-72FF-793B-0CDF-CCBB85C72BAD}"/>
          </ac:spMkLst>
        </pc:spChg>
        <pc:spChg chg="add del mod modVis">
          <ac:chgData name="Jethro Hotbatahi Hasoloan" userId="6704a177-17bb-4244-9c06-d865e36c920b" providerId="ADAL" clId="{3E066727-BBB6-4D37-A6B5-32C7A00FA4F3}" dt="2026-10-22T04:51:56.834" v="110908"/>
          <ac:spMkLst>
            <pc:docMk/>
            <pc:sldMk cId="141060815" sldId="2147483627"/>
            <ac:spMk id="512" creationId="{9528AD04-D9A1-BE8E-37BE-DD005F9F5C54}"/>
          </ac:spMkLst>
        </pc:spChg>
        <pc:spChg chg="add del mod modVis">
          <ac:chgData name="Jethro Hotbatahi Hasoloan" userId="6704a177-17bb-4244-9c06-d865e36c920b" providerId="ADAL" clId="{3E066727-BBB6-4D37-A6B5-32C7A00FA4F3}" dt="2026-10-23T11:25:07.022" v="224341"/>
          <ac:spMkLst>
            <pc:docMk/>
            <pc:sldMk cId="141060815" sldId="2147483627"/>
            <ac:spMk id="514" creationId="{163FA4E4-90BF-4B34-1C3B-98052F9465B4}"/>
          </ac:spMkLst>
        </pc:spChg>
        <pc:spChg chg="add del mod modVis">
          <ac:chgData name="Jethro Hotbatahi Hasoloan" userId="6704a177-17bb-4244-9c06-d865e36c920b" providerId="ADAL" clId="{3E066727-BBB6-4D37-A6B5-32C7A00FA4F3}" dt="2026-10-22T04:52:13.624" v="111166"/>
          <ac:spMkLst>
            <pc:docMk/>
            <pc:sldMk cId="141060815" sldId="2147483627"/>
            <ac:spMk id="514" creationId="{5D04B986-B683-25B7-0F55-8ADBCFD6F55E}"/>
          </ac:spMkLst>
        </pc:spChg>
        <pc:spChg chg="add del mod modVis">
          <ac:chgData name="Jethro Hotbatahi Hasoloan" userId="6704a177-17bb-4244-9c06-d865e36c920b" providerId="ADAL" clId="{3E066727-BBB6-4D37-A6B5-32C7A00FA4F3}" dt="2026-10-22T04:52:16.727" v="111422"/>
          <ac:spMkLst>
            <pc:docMk/>
            <pc:sldMk cId="141060815" sldId="2147483627"/>
            <ac:spMk id="516" creationId="{4021B498-0F11-BA32-1C50-0D6666E41F1A}"/>
          </ac:spMkLst>
        </pc:spChg>
        <pc:spChg chg="add del mod modVis">
          <ac:chgData name="Jethro Hotbatahi Hasoloan" userId="6704a177-17bb-4244-9c06-d865e36c920b" providerId="ADAL" clId="{3E066727-BBB6-4D37-A6B5-32C7A00FA4F3}" dt="2026-10-23T11:25:18.660" v="224802"/>
          <ac:spMkLst>
            <pc:docMk/>
            <pc:sldMk cId="141060815" sldId="2147483627"/>
            <ac:spMk id="517" creationId="{159EECBE-943E-8D3E-4BEB-7FCA567BF234}"/>
          </ac:spMkLst>
        </pc:spChg>
        <pc:spChg chg="add del mod modVis">
          <ac:chgData name="Jethro Hotbatahi Hasoloan" userId="6704a177-17bb-4244-9c06-d865e36c920b" providerId="ADAL" clId="{3E066727-BBB6-4D37-A6B5-32C7A00FA4F3}" dt="2026-10-22T04:52:26.399" v="111681"/>
          <ac:spMkLst>
            <pc:docMk/>
            <pc:sldMk cId="141060815" sldId="2147483627"/>
            <ac:spMk id="518" creationId="{23F1FDD7-AAC5-0564-EB8A-4C23677C3B3C}"/>
          </ac:spMkLst>
        </pc:spChg>
        <pc:spChg chg="add del mod modVis">
          <ac:chgData name="Jethro Hotbatahi Hasoloan" userId="6704a177-17bb-4244-9c06-d865e36c920b" providerId="ADAL" clId="{3E066727-BBB6-4D37-A6B5-32C7A00FA4F3}" dt="2026-10-23T11:25:24.352" v="225061"/>
          <ac:spMkLst>
            <pc:docMk/>
            <pc:sldMk cId="141060815" sldId="2147483627"/>
            <ac:spMk id="519" creationId="{2ECA3543-19C0-5187-46A6-75DF32987CFC}"/>
          </ac:spMkLst>
        </pc:spChg>
        <pc:spChg chg="add del mod modVis">
          <ac:chgData name="Jethro Hotbatahi Hasoloan" userId="6704a177-17bb-4244-9c06-d865e36c920b" providerId="ADAL" clId="{3E066727-BBB6-4D37-A6B5-32C7A00FA4F3}" dt="2026-10-22T04:52:30.295" v="111940"/>
          <ac:spMkLst>
            <pc:docMk/>
            <pc:sldMk cId="141060815" sldId="2147483627"/>
            <ac:spMk id="520" creationId="{1A3DF22F-AD0C-A71D-09E9-9270401F7791}"/>
          </ac:spMkLst>
        </pc:spChg>
        <pc:spChg chg="add del mod modVis">
          <ac:chgData name="Jethro Hotbatahi Hasoloan" userId="6704a177-17bb-4244-9c06-d865e36c920b" providerId="ADAL" clId="{3E066727-BBB6-4D37-A6B5-32C7A00FA4F3}" dt="2026-10-23T11:25:37.059" v="225302"/>
          <ac:spMkLst>
            <pc:docMk/>
            <pc:sldMk cId="141060815" sldId="2147483627"/>
            <ac:spMk id="521" creationId="{5DC14B21-7A81-E463-8FC3-D09A38FBAEE7}"/>
          </ac:spMkLst>
        </pc:spChg>
        <pc:spChg chg="add del mod modVis">
          <ac:chgData name="Jethro Hotbatahi Hasoloan" userId="6704a177-17bb-4244-9c06-d865e36c920b" providerId="ADAL" clId="{3E066727-BBB6-4D37-A6B5-32C7A00FA4F3}" dt="2026-10-22T04:52:35.035" v="112216"/>
          <ac:spMkLst>
            <pc:docMk/>
            <pc:sldMk cId="141060815" sldId="2147483627"/>
            <ac:spMk id="522" creationId="{543DB06B-40F0-C200-FA72-2531BA9F4177}"/>
          </ac:spMkLst>
        </pc:spChg>
        <pc:spChg chg="add del mod modVis">
          <ac:chgData name="Jethro Hotbatahi Hasoloan" userId="6704a177-17bb-4244-9c06-d865e36c920b" providerId="ADAL" clId="{3E066727-BBB6-4D37-A6B5-32C7A00FA4F3}" dt="2026-10-23T11:25:41.500" v="225543"/>
          <ac:spMkLst>
            <pc:docMk/>
            <pc:sldMk cId="141060815" sldId="2147483627"/>
            <ac:spMk id="523" creationId="{7CCABCF3-28D1-B7C5-DDDA-E96D1E971F95}"/>
          </ac:spMkLst>
        </pc:spChg>
        <pc:spChg chg="add del mod modVis">
          <ac:chgData name="Jethro Hotbatahi Hasoloan" userId="6704a177-17bb-4244-9c06-d865e36c920b" providerId="ADAL" clId="{3E066727-BBB6-4D37-A6B5-32C7A00FA4F3}" dt="2026-10-23T11:25:46.658" v="225784"/>
          <ac:spMkLst>
            <pc:docMk/>
            <pc:sldMk cId="141060815" sldId="2147483627"/>
            <ac:spMk id="525" creationId="{4747B1E2-4E63-AD85-FDDC-9D49ADE14064}"/>
          </ac:spMkLst>
        </pc:spChg>
        <pc:spChg chg="add del mod modVis">
          <ac:chgData name="Jethro Hotbatahi Hasoloan" userId="6704a177-17bb-4244-9c06-d865e36c920b" providerId="ADAL" clId="{3E066727-BBB6-4D37-A6B5-32C7A00FA4F3}" dt="2026-10-22T04:52:48.958" v="112904"/>
          <ac:spMkLst>
            <pc:docMk/>
            <pc:sldMk cId="141060815" sldId="2147483627"/>
            <ac:spMk id="526" creationId="{F24F1C92-1D68-B453-3BF5-1E7A4CB3EF1F}"/>
          </ac:spMkLst>
        </pc:spChg>
        <pc:spChg chg="add del mod modVis">
          <ac:chgData name="Jethro Hotbatahi Hasoloan" userId="6704a177-17bb-4244-9c06-d865e36c920b" providerId="ADAL" clId="{3E066727-BBB6-4D37-A6B5-32C7A00FA4F3}" dt="2026-10-23T11:25:51.885" v="226023"/>
          <ac:spMkLst>
            <pc:docMk/>
            <pc:sldMk cId="141060815" sldId="2147483627"/>
            <ac:spMk id="527" creationId="{89C2610A-5570-AB9B-C4C9-FDE8D3E7B80F}"/>
          </ac:spMkLst>
        </pc:spChg>
        <pc:spChg chg="add del mod modVis">
          <ac:chgData name="Jethro Hotbatahi Hasoloan" userId="6704a177-17bb-4244-9c06-d865e36c920b" providerId="ADAL" clId="{3E066727-BBB6-4D37-A6B5-32C7A00FA4F3}" dt="2026-10-22T04:52:52.558" v="113159"/>
          <ac:spMkLst>
            <pc:docMk/>
            <pc:sldMk cId="141060815" sldId="2147483627"/>
            <ac:spMk id="528" creationId="{49C15A36-2169-9997-99CF-528231A61D9D}"/>
          </ac:spMkLst>
        </pc:spChg>
        <pc:spChg chg="add del mod modVis">
          <ac:chgData name="Jethro Hotbatahi Hasoloan" userId="6704a177-17bb-4244-9c06-d865e36c920b" providerId="ADAL" clId="{3E066727-BBB6-4D37-A6B5-32C7A00FA4F3}" dt="2026-10-22T04:52:54.972" v="113417"/>
          <ac:spMkLst>
            <pc:docMk/>
            <pc:sldMk cId="141060815" sldId="2147483627"/>
            <ac:spMk id="530" creationId="{659FDD96-3544-C64E-D197-6DF27DFE54CB}"/>
          </ac:spMkLst>
        </pc:spChg>
        <pc:spChg chg="add del mod modVis">
          <ac:chgData name="Jethro Hotbatahi Hasoloan" userId="6704a177-17bb-4244-9c06-d865e36c920b" providerId="ADAL" clId="{3E066727-BBB6-4D37-A6B5-32C7A00FA4F3}" dt="2026-10-23T11:26:23.765" v="226717"/>
          <ac:spMkLst>
            <pc:docMk/>
            <pc:sldMk cId="141060815" sldId="2147483627"/>
            <ac:spMk id="531" creationId="{7BB9909F-B1BD-2069-3D28-161C4FEB342A}"/>
          </ac:spMkLst>
        </pc:spChg>
        <pc:spChg chg="add del mod modVis">
          <ac:chgData name="Jethro Hotbatahi Hasoloan" userId="6704a177-17bb-4244-9c06-d865e36c920b" providerId="ADAL" clId="{3E066727-BBB6-4D37-A6B5-32C7A00FA4F3}" dt="2026-10-22T04:55:38.343" v="113799"/>
          <ac:spMkLst>
            <pc:docMk/>
            <pc:sldMk cId="141060815" sldId="2147483627"/>
            <ac:spMk id="532" creationId="{1505F031-1EA2-0608-9C17-108BA39D857E}"/>
          </ac:spMkLst>
        </pc:spChg>
        <pc:spChg chg="add del mod modVis">
          <ac:chgData name="Jethro Hotbatahi Hasoloan" userId="6704a177-17bb-4244-9c06-d865e36c920b" providerId="ADAL" clId="{3E066727-BBB6-4D37-A6B5-32C7A00FA4F3}" dt="2026-10-23T11:26:28.288" v="226979"/>
          <ac:spMkLst>
            <pc:docMk/>
            <pc:sldMk cId="141060815" sldId="2147483627"/>
            <ac:spMk id="533" creationId="{8DC06EA5-765F-87DA-A2D7-1B0410BAF24E}"/>
          </ac:spMkLst>
        </pc:spChg>
        <pc:spChg chg="add del mod modVis">
          <ac:chgData name="Jethro Hotbatahi Hasoloan" userId="6704a177-17bb-4244-9c06-d865e36c920b" providerId="ADAL" clId="{3E066727-BBB6-4D37-A6B5-32C7A00FA4F3}" dt="2026-10-22T04:56:30.527" v="114087"/>
          <ac:spMkLst>
            <pc:docMk/>
            <pc:sldMk cId="141060815" sldId="2147483627"/>
            <ac:spMk id="534" creationId="{7356FEA6-82E4-E33D-EEDF-E18FDD326379}"/>
          </ac:spMkLst>
        </pc:spChg>
        <pc:spChg chg="add del mod modVis">
          <ac:chgData name="Jethro Hotbatahi Hasoloan" userId="6704a177-17bb-4244-9c06-d865e36c920b" providerId="ADAL" clId="{3E066727-BBB6-4D37-A6B5-32C7A00FA4F3}" dt="2026-10-23T11:26:34.055" v="227241"/>
          <ac:spMkLst>
            <pc:docMk/>
            <pc:sldMk cId="141060815" sldId="2147483627"/>
            <ac:spMk id="535" creationId="{591E9C43-648D-C779-8465-B6B7A6F4EE9D}"/>
          </ac:spMkLst>
        </pc:spChg>
        <pc:spChg chg="add del mod modVis">
          <ac:chgData name="Jethro Hotbatahi Hasoloan" userId="6704a177-17bb-4244-9c06-d865e36c920b" providerId="ADAL" clId="{3E066727-BBB6-4D37-A6B5-32C7A00FA4F3}" dt="2026-10-22T04:56:34.283" v="114370"/>
          <ac:spMkLst>
            <pc:docMk/>
            <pc:sldMk cId="141060815" sldId="2147483627"/>
            <ac:spMk id="536" creationId="{B79A0278-77B0-B85C-3D34-4F23FE7317A7}"/>
          </ac:spMkLst>
        </pc:spChg>
        <pc:spChg chg="add del mod modVis">
          <ac:chgData name="Jethro Hotbatahi Hasoloan" userId="6704a177-17bb-4244-9c06-d865e36c920b" providerId="ADAL" clId="{3E066727-BBB6-4D37-A6B5-32C7A00FA4F3}" dt="2026-10-23T11:26:42.277" v="227522"/>
          <ac:spMkLst>
            <pc:docMk/>
            <pc:sldMk cId="141060815" sldId="2147483627"/>
            <ac:spMk id="537" creationId="{5071CEE4-BD43-C129-9800-3E048293C275}"/>
          </ac:spMkLst>
        </pc:spChg>
        <pc:spChg chg="add del mod modVis">
          <ac:chgData name="Jethro Hotbatahi Hasoloan" userId="6704a177-17bb-4244-9c06-d865e36c920b" providerId="ADAL" clId="{3E066727-BBB6-4D37-A6B5-32C7A00FA4F3}" dt="2026-10-22T04:56:37.559" v="114654"/>
          <ac:spMkLst>
            <pc:docMk/>
            <pc:sldMk cId="141060815" sldId="2147483627"/>
            <ac:spMk id="538" creationId="{0C52B38A-AD71-389A-31E2-3A055C82764E}"/>
          </ac:spMkLst>
        </pc:spChg>
        <pc:spChg chg="add del mod modVis">
          <ac:chgData name="Jethro Hotbatahi Hasoloan" userId="6704a177-17bb-4244-9c06-d865e36c920b" providerId="ADAL" clId="{3E066727-BBB6-4D37-A6B5-32C7A00FA4F3}" dt="2026-10-23T11:26:55.564" v="227781"/>
          <ac:spMkLst>
            <pc:docMk/>
            <pc:sldMk cId="141060815" sldId="2147483627"/>
            <ac:spMk id="539" creationId="{55016542-2257-6336-F342-8FD098EAA247}"/>
          </ac:spMkLst>
        </pc:spChg>
        <pc:spChg chg="add del mod modVis">
          <ac:chgData name="Jethro Hotbatahi Hasoloan" userId="6704a177-17bb-4244-9c06-d865e36c920b" providerId="ADAL" clId="{3E066727-BBB6-4D37-A6B5-32C7A00FA4F3}" dt="2026-10-22T04:56:40.851" v="114935"/>
          <ac:spMkLst>
            <pc:docMk/>
            <pc:sldMk cId="141060815" sldId="2147483627"/>
            <ac:spMk id="540" creationId="{0256B71A-A76D-466D-8F33-D99620BF5AB9}"/>
          </ac:spMkLst>
        </pc:spChg>
        <pc:spChg chg="add del mod modVis">
          <ac:chgData name="Jethro Hotbatahi Hasoloan" userId="6704a177-17bb-4244-9c06-d865e36c920b" providerId="ADAL" clId="{3E066727-BBB6-4D37-A6B5-32C7A00FA4F3}" dt="2026-10-23T11:27:14.154" v="228235"/>
          <ac:spMkLst>
            <pc:docMk/>
            <pc:sldMk cId="141060815" sldId="2147483627"/>
            <ac:spMk id="542" creationId="{4E98B996-7C0D-7677-D18B-A83A98FF8513}"/>
          </ac:spMkLst>
        </pc:spChg>
        <pc:spChg chg="add del mod modVis">
          <ac:chgData name="Jethro Hotbatahi Hasoloan" userId="6704a177-17bb-4244-9c06-d865e36c920b" providerId="ADAL" clId="{3E066727-BBB6-4D37-A6B5-32C7A00FA4F3}" dt="2026-10-22T04:56:44.696" v="115236"/>
          <ac:spMkLst>
            <pc:docMk/>
            <pc:sldMk cId="141060815" sldId="2147483627"/>
            <ac:spMk id="542" creationId="{B63B53FD-24BE-6A1B-7D3B-96B4A4D40CDC}"/>
          </ac:spMkLst>
        </pc:spChg>
        <pc:spChg chg="add del mod modVis">
          <ac:chgData name="Jethro Hotbatahi Hasoloan" userId="6704a177-17bb-4244-9c06-d865e36c920b" providerId="ADAL" clId="{3E066727-BBB6-4D37-A6B5-32C7A00FA4F3}" dt="2026-10-22T04:58:06.797" v="115519"/>
          <ac:spMkLst>
            <pc:docMk/>
            <pc:sldMk cId="141060815" sldId="2147483627"/>
            <ac:spMk id="544" creationId="{76544E07-2410-E877-AE7A-80C07BE14D57}"/>
          </ac:spMkLst>
        </pc:spChg>
        <pc:spChg chg="add del mod modVis">
          <ac:chgData name="Jethro Hotbatahi Hasoloan" userId="6704a177-17bb-4244-9c06-d865e36c920b" providerId="ADAL" clId="{3E066727-BBB6-4D37-A6B5-32C7A00FA4F3}" dt="2026-10-23T11:27:19.124" v="228492"/>
          <ac:spMkLst>
            <pc:docMk/>
            <pc:sldMk cId="141060815" sldId="2147483627"/>
            <ac:spMk id="545" creationId="{6C722E9C-F51D-0D56-4359-6CE72FB4F902}"/>
          </ac:spMkLst>
        </pc:spChg>
        <pc:spChg chg="add del mod modVis">
          <ac:chgData name="Jethro Hotbatahi Hasoloan" userId="6704a177-17bb-4244-9c06-d865e36c920b" providerId="ADAL" clId="{3E066727-BBB6-4D37-A6B5-32C7A00FA4F3}" dt="2026-10-22T04:58:10.077" v="115798"/>
          <ac:spMkLst>
            <pc:docMk/>
            <pc:sldMk cId="141060815" sldId="2147483627"/>
            <ac:spMk id="546" creationId="{108E7B8B-F6B6-D1DC-DF09-6EFCAF3B1EC7}"/>
          </ac:spMkLst>
        </pc:spChg>
        <pc:spChg chg="add del mod modVis">
          <ac:chgData name="Jethro Hotbatahi Hasoloan" userId="6704a177-17bb-4244-9c06-d865e36c920b" providerId="ADAL" clId="{3E066727-BBB6-4D37-A6B5-32C7A00FA4F3}" dt="2026-10-23T11:27:24.903" v="228772"/>
          <ac:spMkLst>
            <pc:docMk/>
            <pc:sldMk cId="141060815" sldId="2147483627"/>
            <ac:spMk id="547" creationId="{3E861896-38EC-1456-C2A7-11167BCF62A4}"/>
          </ac:spMkLst>
        </pc:spChg>
        <pc:spChg chg="add del mod modVis">
          <ac:chgData name="Jethro Hotbatahi Hasoloan" userId="6704a177-17bb-4244-9c06-d865e36c920b" providerId="ADAL" clId="{3E066727-BBB6-4D37-A6B5-32C7A00FA4F3}" dt="2026-10-22T04:58:13.692" v="116077"/>
          <ac:spMkLst>
            <pc:docMk/>
            <pc:sldMk cId="141060815" sldId="2147483627"/>
            <ac:spMk id="548" creationId="{F782C956-F538-2E77-C787-45336AA5F19A}"/>
          </ac:spMkLst>
        </pc:spChg>
        <pc:spChg chg="add del mod ord">
          <ac:chgData name="Jethro Hotbatahi Hasoloan" userId="6704a177-17bb-4244-9c06-d865e36c920b" providerId="ADAL" clId="{3E066727-BBB6-4D37-A6B5-32C7A00FA4F3}" dt="2026-10-23T11:27:45.831" v="229080"/>
          <ac:spMkLst>
            <pc:docMk/>
            <pc:sldMk cId="141060815" sldId="2147483627"/>
            <ac:spMk id="549" creationId="{95299F25-B923-BD8F-BE7A-783465EAE6AD}"/>
          </ac:spMkLst>
        </pc:spChg>
        <pc:spChg chg="add del mod modVis">
          <ac:chgData name="Jethro Hotbatahi Hasoloan" userId="6704a177-17bb-4244-9c06-d865e36c920b" providerId="ADAL" clId="{3E066727-BBB6-4D37-A6B5-32C7A00FA4F3}" dt="2026-10-22T04:58:16.686" v="116357"/>
          <ac:spMkLst>
            <pc:docMk/>
            <pc:sldMk cId="141060815" sldId="2147483627"/>
            <ac:spMk id="550" creationId="{C7EF23A4-1E90-BDD5-490A-BB49C3C6D90C}"/>
          </ac:spMkLst>
        </pc:spChg>
        <pc:spChg chg="add del mod modVis">
          <ac:chgData name="Jethro Hotbatahi Hasoloan" userId="6704a177-17bb-4244-9c06-d865e36c920b" providerId="ADAL" clId="{3E066727-BBB6-4D37-A6B5-32C7A00FA4F3}" dt="2026-10-23T11:27:32.848" v="229072"/>
          <ac:spMkLst>
            <pc:docMk/>
            <pc:sldMk cId="141060815" sldId="2147483627"/>
            <ac:spMk id="550" creationId="{D601D85E-FD6A-AB4F-2AB6-2BE71B6C2D7D}"/>
          </ac:spMkLst>
        </pc:spChg>
        <pc:spChg chg="add del mod modVis">
          <ac:chgData name="Jethro Hotbatahi Hasoloan" userId="6704a177-17bb-4244-9c06-d865e36c920b" providerId="ADAL" clId="{3E066727-BBB6-4D37-A6B5-32C7A00FA4F3}" dt="2026-10-22T04:58:20.846" v="116654"/>
          <ac:spMkLst>
            <pc:docMk/>
            <pc:sldMk cId="141060815" sldId="2147483627"/>
            <ac:spMk id="552" creationId="{908E860C-10CA-03E9-5E0B-5F99C6299B4D}"/>
          </ac:spMkLst>
        </pc:spChg>
        <pc:spChg chg="add del mod modVis">
          <ac:chgData name="Jethro Hotbatahi Hasoloan" userId="6704a177-17bb-4244-9c06-d865e36c920b" providerId="ADAL" clId="{3E066727-BBB6-4D37-A6B5-32C7A00FA4F3}" dt="2026-10-22T04:58:46.264" v="116934"/>
          <ac:spMkLst>
            <pc:docMk/>
            <pc:sldMk cId="141060815" sldId="2147483627"/>
            <ac:spMk id="554" creationId="{25A394D7-A2F9-12C7-F1D0-48F8FA07EABA}"/>
          </ac:spMkLst>
        </pc:spChg>
        <pc:spChg chg="add del mod modVis">
          <ac:chgData name="Jethro Hotbatahi Hasoloan" userId="6704a177-17bb-4244-9c06-d865e36c920b" providerId="ADAL" clId="{3E066727-BBB6-4D37-A6B5-32C7A00FA4F3}" dt="2026-10-22T04:58:50.265" v="117209"/>
          <ac:spMkLst>
            <pc:docMk/>
            <pc:sldMk cId="141060815" sldId="2147483627"/>
            <ac:spMk id="556" creationId="{B547B521-6A79-7CAB-F735-90F23CB7DE5E}"/>
          </ac:spMkLst>
        </pc:spChg>
        <pc:spChg chg="add del mod modVis">
          <ac:chgData name="Jethro Hotbatahi Hasoloan" userId="6704a177-17bb-4244-9c06-d865e36c920b" providerId="ADAL" clId="{3E066727-BBB6-4D37-A6B5-32C7A00FA4F3}" dt="2026-10-22T04:58:53.798" v="117484"/>
          <ac:spMkLst>
            <pc:docMk/>
            <pc:sldMk cId="141060815" sldId="2147483627"/>
            <ac:spMk id="558" creationId="{A66BDAA3-034B-3AE4-F870-AA918DF70987}"/>
          </ac:spMkLst>
        </pc:spChg>
        <pc:spChg chg="add del mod modVis">
          <ac:chgData name="Jethro Hotbatahi Hasoloan" userId="6704a177-17bb-4244-9c06-d865e36c920b" providerId="ADAL" clId="{3E066727-BBB6-4D37-A6B5-32C7A00FA4F3}" dt="2026-10-22T04:58:59.587" v="117758"/>
          <ac:spMkLst>
            <pc:docMk/>
            <pc:sldMk cId="141060815" sldId="2147483627"/>
            <ac:spMk id="560" creationId="{DD67B32B-9629-3C67-46DA-B1E034A101FD}"/>
          </ac:spMkLst>
        </pc:spChg>
        <pc:spChg chg="add del mod modVis">
          <ac:chgData name="Jethro Hotbatahi Hasoloan" userId="6704a177-17bb-4244-9c06-d865e36c920b" providerId="ADAL" clId="{3E066727-BBB6-4D37-A6B5-32C7A00FA4F3}" dt="2026-10-22T04:59:04.645" v="118054"/>
          <ac:spMkLst>
            <pc:docMk/>
            <pc:sldMk cId="141060815" sldId="2147483627"/>
            <ac:spMk id="562" creationId="{C50EBCAF-F472-E684-BBB5-FF715FF9FBC2}"/>
          </ac:spMkLst>
        </pc:spChg>
        <pc:spChg chg="add del mod modVis">
          <ac:chgData name="Jethro Hotbatahi Hasoloan" userId="6704a177-17bb-4244-9c06-d865e36c920b" providerId="ADAL" clId="{3E066727-BBB6-4D37-A6B5-32C7A00FA4F3}" dt="2026-10-22T04:59:16.722" v="118529"/>
          <ac:spMkLst>
            <pc:docMk/>
            <pc:sldMk cId="141060815" sldId="2147483627"/>
            <ac:spMk id="565" creationId="{6092BAC0-4599-8B0E-1E9E-B44F2E509412}"/>
          </ac:spMkLst>
        </pc:spChg>
        <pc:spChg chg="add del mod modVis">
          <ac:chgData name="Jethro Hotbatahi Hasoloan" userId="6704a177-17bb-4244-9c06-d865e36c920b" providerId="ADAL" clId="{3E066727-BBB6-4D37-A6B5-32C7A00FA4F3}" dt="2026-10-22T04:59:19.818" v="118814"/>
          <ac:spMkLst>
            <pc:docMk/>
            <pc:sldMk cId="141060815" sldId="2147483627"/>
            <ac:spMk id="567" creationId="{EB0E3C4A-6847-3ABC-B760-4A1F08AE49D1}"/>
          </ac:spMkLst>
        </pc:spChg>
        <pc:spChg chg="add del mod modVis">
          <ac:chgData name="Jethro Hotbatahi Hasoloan" userId="6704a177-17bb-4244-9c06-d865e36c920b" providerId="ADAL" clId="{3E066727-BBB6-4D37-A6B5-32C7A00FA4F3}" dt="2026-10-22T04:59:23.324" v="119098"/>
          <ac:spMkLst>
            <pc:docMk/>
            <pc:sldMk cId="141060815" sldId="2147483627"/>
            <ac:spMk id="569" creationId="{3F7C9547-E8B6-8113-9A7B-E02739665683}"/>
          </ac:spMkLst>
        </pc:spChg>
        <pc:spChg chg="add del mod modVis">
          <ac:chgData name="Jethro Hotbatahi Hasoloan" userId="6704a177-17bb-4244-9c06-d865e36c920b" providerId="ADAL" clId="{3E066727-BBB6-4D37-A6B5-32C7A00FA4F3}" dt="2026-10-22T04:59:26.896" v="119358"/>
          <ac:spMkLst>
            <pc:docMk/>
            <pc:sldMk cId="141060815" sldId="2147483627"/>
            <ac:spMk id="571" creationId="{8497B97B-3B9B-D8CC-8719-8E80DA911E8E}"/>
          </ac:spMkLst>
        </pc:spChg>
        <pc:spChg chg="add del mod modVis">
          <ac:chgData name="Jethro Hotbatahi Hasoloan" userId="6704a177-17bb-4244-9c06-d865e36c920b" providerId="ADAL" clId="{3E066727-BBB6-4D37-A6B5-32C7A00FA4F3}" dt="2026-10-22T04:59:30.434" v="119636"/>
          <ac:spMkLst>
            <pc:docMk/>
            <pc:sldMk cId="141060815" sldId="2147483627"/>
            <ac:spMk id="573" creationId="{B048A5FB-C89D-4ABB-AD97-121428860724}"/>
          </ac:spMkLst>
        </pc:spChg>
        <pc:spChg chg="add del mod modVis">
          <ac:chgData name="Jethro Hotbatahi Hasoloan" userId="6704a177-17bb-4244-9c06-d865e36c920b" providerId="ADAL" clId="{3E066727-BBB6-4D37-A6B5-32C7A00FA4F3}" dt="2026-10-22T05:00:12.486" v="120111"/>
          <ac:spMkLst>
            <pc:docMk/>
            <pc:sldMk cId="141060815" sldId="2147483627"/>
            <ac:spMk id="576" creationId="{B652CD04-A2CF-B681-4916-82DDD48EE18D}"/>
          </ac:spMkLst>
        </pc:spChg>
        <pc:spChg chg="add del mod modVis">
          <ac:chgData name="Jethro Hotbatahi Hasoloan" userId="6704a177-17bb-4244-9c06-d865e36c920b" providerId="ADAL" clId="{3E066727-BBB6-4D37-A6B5-32C7A00FA4F3}" dt="2026-10-22T05:00:16.748" v="120366"/>
          <ac:spMkLst>
            <pc:docMk/>
            <pc:sldMk cId="141060815" sldId="2147483627"/>
            <ac:spMk id="578" creationId="{6450FC05-4357-318D-041A-FF6292888C16}"/>
          </ac:spMkLst>
        </pc:spChg>
        <pc:spChg chg="add del mod modVis">
          <ac:chgData name="Jethro Hotbatahi Hasoloan" userId="6704a177-17bb-4244-9c06-d865e36c920b" providerId="ADAL" clId="{3E066727-BBB6-4D37-A6B5-32C7A00FA4F3}" dt="2026-10-22T05:00:23.426" v="120866"/>
          <ac:spMkLst>
            <pc:docMk/>
            <pc:sldMk cId="141060815" sldId="2147483627"/>
            <ac:spMk id="581" creationId="{836A13E7-1CB9-7C6F-48AC-96686D5C3286}"/>
          </ac:spMkLst>
        </pc:spChg>
        <pc:spChg chg="add del mod modVis">
          <ac:chgData name="Jethro Hotbatahi Hasoloan" userId="6704a177-17bb-4244-9c06-d865e36c920b" providerId="ADAL" clId="{3E066727-BBB6-4D37-A6B5-32C7A00FA4F3}" dt="2026-10-22T05:00:29.355" v="121148"/>
          <ac:spMkLst>
            <pc:docMk/>
            <pc:sldMk cId="141060815" sldId="2147483627"/>
            <ac:spMk id="583" creationId="{3BEF6FB9-E550-D7F6-8002-13EB697443CB}"/>
          </ac:spMkLst>
        </pc:spChg>
        <pc:spChg chg="add del mod modVis">
          <ac:chgData name="Jethro Hotbatahi Hasoloan" userId="6704a177-17bb-4244-9c06-d865e36c920b" providerId="ADAL" clId="{3E066727-BBB6-4D37-A6B5-32C7A00FA4F3}" dt="2026-10-22T05:07:12.505" v="121645"/>
          <ac:spMkLst>
            <pc:docMk/>
            <pc:sldMk cId="141060815" sldId="2147483627"/>
            <ac:spMk id="585" creationId="{DD078FF2-C130-5C6F-0BEA-FB29F524E8AE}"/>
          </ac:spMkLst>
        </pc:spChg>
        <pc:spChg chg="add del mod modVis">
          <ac:chgData name="Jethro Hotbatahi Hasoloan" userId="6704a177-17bb-4244-9c06-d865e36c920b" providerId="ADAL" clId="{3E066727-BBB6-4D37-A6B5-32C7A00FA4F3}" dt="2026-10-22T05:07:25.463" v="121924"/>
          <ac:spMkLst>
            <pc:docMk/>
            <pc:sldMk cId="141060815" sldId="2147483627"/>
            <ac:spMk id="587" creationId="{90E1A648-35AA-3D46-F664-906691A6803F}"/>
          </ac:spMkLst>
        </pc:spChg>
        <pc:spChg chg="add del mod modVis">
          <ac:chgData name="Jethro Hotbatahi Hasoloan" userId="6704a177-17bb-4244-9c06-d865e36c920b" providerId="ADAL" clId="{3E066727-BBB6-4D37-A6B5-32C7A00FA4F3}" dt="2026-10-22T05:07:27.398" v="122212"/>
          <ac:spMkLst>
            <pc:docMk/>
            <pc:sldMk cId="141060815" sldId="2147483627"/>
            <ac:spMk id="589" creationId="{8E1010BE-0867-771E-BFEB-9ABB17C6D62B}"/>
          </ac:spMkLst>
        </pc:spChg>
        <pc:spChg chg="add del mod modVis">
          <ac:chgData name="Jethro Hotbatahi Hasoloan" userId="6704a177-17bb-4244-9c06-d865e36c920b" providerId="ADAL" clId="{3E066727-BBB6-4D37-A6B5-32C7A00FA4F3}" dt="2026-10-22T05:07:29.968" v="122522"/>
          <ac:spMkLst>
            <pc:docMk/>
            <pc:sldMk cId="141060815" sldId="2147483627"/>
            <ac:spMk id="591" creationId="{14B3A326-7486-1BAD-D6AA-B28CC220F73D}"/>
          </ac:spMkLst>
        </pc:spChg>
        <pc:spChg chg="add del mod modVis">
          <ac:chgData name="Jethro Hotbatahi Hasoloan" userId="6704a177-17bb-4244-9c06-d865e36c920b" providerId="ADAL" clId="{3E066727-BBB6-4D37-A6B5-32C7A00FA4F3}" dt="2026-10-22T05:07:33.460" v="122820"/>
          <ac:spMkLst>
            <pc:docMk/>
            <pc:sldMk cId="141060815" sldId="2147483627"/>
            <ac:spMk id="593" creationId="{BA818690-DB04-EECA-8E7F-207BBAF4A0A4}"/>
          </ac:spMkLst>
        </pc:spChg>
        <pc:spChg chg="add del mod modVis">
          <ac:chgData name="Jethro Hotbatahi Hasoloan" userId="6704a177-17bb-4244-9c06-d865e36c920b" providerId="ADAL" clId="{3E066727-BBB6-4D37-A6B5-32C7A00FA4F3}" dt="2026-10-22T05:07:35.586" v="123130"/>
          <ac:spMkLst>
            <pc:docMk/>
            <pc:sldMk cId="141060815" sldId="2147483627"/>
            <ac:spMk id="595" creationId="{A67ED0DB-2224-840E-7436-5562B7348A9F}"/>
          </ac:spMkLst>
        </pc:spChg>
        <pc:spChg chg="add del mod modVis">
          <ac:chgData name="Jethro Hotbatahi Hasoloan" userId="6704a177-17bb-4244-9c06-d865e36c920b" providerId="ADAL" clId="{3E066727-BBB6-4D37-A6B5-32C7A00FA4F3}" dt="2026-10-22T05:07:38.389" v="123411"/>
          <ac:spMkLst>
            <pc:docMk/>
            <pc:sldMk cId="141060815" sldId="2147483627"/>
            <ac:spMk id="597" creationId="{ABA33C9E-75CD-86DA-F8BD-3CAFBBE97C58}"/>
          </ac:spMkLst>
        </pc:spChg>
        <pc:spChg chg="add del mod modVis">
          <ac:chgData name="Jethro Hotbatahi Hasoloan" userId="6704a177-17bb-4244-9c06-d865e36c920b" providerId="ADAL" clId="{3E066727-BBB6-4D37-A6B5-32C7A00FA4F3}" dt="2026-10-22T05:07:41.932" v="123692"/>
          <ac:spMkLst>
            <pc:docMk/>
            <pc:sldMk cId="141060815" sldId="2147483627"/>
            <ac:spMk id="599" creationId="{DF2D1DF8-7661-2E14-805E-9AC10BFE3E74}"/>
          </ac:spMkLst>
        </pc:spChg>
        <pc:spChg chg="add del mod modVis">
          <ac:chgData name="Jethro Hotbatahi Hasoloan" userId="6704a177-17bb-4244-9c06-d865e36c920b" providerId="ADAL" clId="{3E066727-BBB6-4D37-A6B5-32C7A00FA4F3}" dt="2026-10-22T05:07:44.210" v="123968"/>
          <ac:spMkLst>
            <pc:docMk/>
            <pc:sldMk cId="141060815" sldId="2147483627"/>
            <ac:spMk id="601" creationId="{B55D0C62-4C4F-C1ED-F966-80BA1D40A7B2}"/>
          </ac:spMkLst>
        </pc:spChg>
        <pc:spChg chg="add del mod modVis">
          <ac:chgData name="Jethro Hotbatahi Hasoloan" userId="6704a177-17bb-4244-9c06-d865e36c920b" providerId="ADAL" clId="{3E066727-BBB6-4D37-A6B5-32C7A00FA4F3}" dt="2026-10-22T05:07:49.857" v="124519"/>
          <ac:spMkLst>
            <pc:docMk/>
            <pc:sldMk cId="141060815" sldId="2147483627"/>
            <ac:spMk id="604" creationId="{27269B9C-282F-9F41-E7DD-AA198ECFDE63}"/>
          </ac:spMkLst>
        </pc:spChg>
        <pc:spChg chg="add del mod modVis">
          <ac:chgData name="Jethro Hotbatahi Hasoloan" userId="6704a177-17bb-4244-9c06-d865e36c920b" providerId="ADAL" clId="{3E066727-BBB6-4D37-A6B5-32C7A00FA4F3}" dt="2026-10-22T05:08:13.672" v="125005"/>
          <ac:spMkLst>
            <pc:docMk/>
            <pc:sldMk cId="141060815" sldId="2147483627"/>
            <ac:spMk id="607" creationId="{4F2919E6-F760-3883-CB05-3EEB85200923}"/>
          </ac:spMkLst>
        </pc:spChg>
        <pc:spChg chg="add del mod modVis">
          <ac:chgData name="Jethro Hotbatahi Hasoloan" userId="6704a177-17bb-4244-9c06-d865e36c920b" providerId="ADAL" clId="{3E066727-BBB6-4D37-A6B5-32C7A00FA4F3}" dt="2026-10-22T05:08:17.955" v="125504"/>
          <ac:spMkLst>
            <pc:docMk/>
            <pc:sldMk cId="141060815" sldId="2147483627"/>
            <ac:spMk id="610" creationId="{9C7D8D14-EE4E-35FE-FFAB-75FAB3928B27}"/>
          </ac:spMkLst>
        </pc:spChg>
        <pc:spChg chg="add del mod modVis">
          <ac:chgData name="Jethro Hotbatahi Hasoloan" userId="6704a177-17bb-4244-9c06-d865e36c920b" providerId="ADAL" clId="{3E066727-BBB6-4D37-A6B5-32C7A00FA4F3}" dt="2026-10-22T05:08:20.175" v="125783"/>
          <ac:spMkLst>
            <pc:docMk/>
            <pc:sldMk cId="141060815" sldId="2147483627"/>
            <ac:spMk id="612" creationId="{75E459FF-BC9E-135C-FBA2-26BE3DE35517}"/>
          </ac:spMkLst>
        </pc:spChg>
        <pc:spChg chg="add del mod modVis">
          <ac:chgData name="Jethro Hotbatahi Hasoloan" userId="6704a177-17bb-4244-9c06-d865e36c920b" providerId="ADAL" clId="{3E066727-BBB6-4D37-A6B5-32C7A00FA4F3}" dt="2026-10-22T05:08:24.927" v="126043"/>
          <ac:spMkLst>
            <pc:docMk/>
            <pc:sldMk cId="141060815" sldId="2147483627"/>
            <ac:spMk id="614" creationId="{1387C299-AC94-8974-09AD-940094393257}"/>
          </ac:spMkLst>
        </pc:spChg>
        <pc:spChg chg="add del mod modVis">
          <ac:chgData name="Jethro Hotbatahi Hasoloan" userId="6704a177-17bb-4244-9c06-d865e36c920b" providerId="ADAL" clId="{3E066727-BBB6-4D37-A6B5-32C7A00FA4F3}" dt="2026-10-22T05:08:26.501" v="126303"/>
          <ac:spMkLst>
            <pc:docMk/>
            <pc:sldMk cId="141060815" sldId="2147483627"/>
            <ac:spMk id="616" creationId="{4B46FDD2-4DDC-EA7E-B487-3C33312F1003}"/>
          </ac:spMkLst>
        </pc:spChg>
        <pc:spChg chg="add del mod modVis">
          <ac:chgData name="Jethro Hotbatahi Hasoloan" userId="6704a177-17bb-4244-9c06-d865e36c920b" providerId="ADAL" clId="{3E066727-BBB6-4D37-A6B5-32C7A00FA4F3}" dt="2026-10-22T05:08:30.979" v="126563"/>
          <ac:spMkLst>
            <pc:docMk/>
            <pc:sldMk cId="141060815" sldId="2147483627"/>
            <ac:spMk id="618" creationId="{E7609BF1-5C4B-8886-3494-1B0EF88DB0BB}"/>
          </ac:spMkLst>
        </pc:spChg>
        <pc:spChg chg="add del mod modVis">
          <ac:chgData name="Jethro Hotbatahi Hasoloan" userId="6704a177-17bb-4244-9c06-d865e36c920b" providerId="ADAL" clId="{3E066727-BBB6-4D37-A6B5-32C7A00FA4F3}" dt="2026-10-22T05:08:33.345" v="126823"/>
          <ac:spMkLst>
            <pc:docMk/>
            <pc:sldMk cId="141060815" sldId="2147483627"/>
            <ac:spMk id="620" creationId="{15A907E1-BA49-A6FD-12DE-8CDCE564071A}"/>
          </ac:spMkLst>
        </pc:spChg>
        <pc:spChg chg="add del mod modVis">
          <ac:chgData name="Jethro Hotbatahi Hasoloan" userId="6704a177-17bb-4244-9c06-d865e36c920b" providerId="ADAL" clId="{3E066727-BBB6-4D37-A6B5-32C7A00FA4F3}" dt="2026-10-22T05:08:35.024" v="127103"/>
          <ac:spMkLst>
            <pc:docMk/>
            <pc:sldMk cId="141060815" sldId="2147483627"/>
            <ac:spMk id="622" creationId="{D3B0EF3A-B922-0E9E-CBC7-C6DCF332E034}"/>
          </ac:spMkLst>
        </pc:spChg>
        <pc:grpChg chg="mod ord">
          <ac:chgData name="Jethro Hotbatahi Hasoloan" userId="6704a177-17bb-4244-9c06-d865e36c920b" providerId="ADAL" clId="{3E066727-BBB6-4D37-A6B5-32C7A00FA4F3}" dt="2026-10-23T11:27:32.840" v="229047"/>
          <ac:grpSpMkLst>
            <pc:docMk/>
            <pc:sldMk cId="141060815" sldId="2147483627"/>
            <ac:grpSpMk id="342" creationId="{3620F231-439A-0C24-9382-B0E735F6CB00}"/>
          </ac:grpSpMkLst>
        </pc:grpChg>
        <pc:graphicFrameChg chg="add del mod ord">
          <ac:chgData name="Jethro Hotbatahi Hasoloan" userId="6704a177-17bb-4244-9c06-d865e36c920b" providerId="ADAL" clId="{3E066727-BBB6-4D37-A6B5-32C7A00FA4F3}" dt="2026-10-22T04:02:12.149" v="69610"/>
          <ac:graphicFrameMkLst>
            <pc:docMk/>
            <pc:sldMk cId="141060815" sldId="2147483627"/>
            <ac:graphicFrameMk id="4" creationId="{21E0FD62-31D5-8EF8-75E3-2DCA6501AB84}"/>
          </ac:graphicFrameMkLst>
        </pc:graphicFrameChg>
        <pc:graphicFrameChg chg="mod">
          <ac:chgData name="Jethro Hotbatahi Hasoloan" userId="6704a177-17bb-4244-9c06-d865e36c920b" providerId="ADAL" clId="{3E066727-BBB6-4D37-A6B5-32C7A00FA4F3}" dt="2026-10-23T11:27:45.904" v="229082"/>
          <ac:graphicFrameMkLst>
            <pc:docMk/>
            <pc:sldMk cId="141060815" sldId="2147483627"/>
            <ac:graphicFrameMk id="5" creationId="{DA60DFEF-6D19-7E11-A9B7-63FF5BD45574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5:07:12.421" v="121432"/>
          <ac:graphicFrameMkLst>
            <pc:docMk/>
            <pc:sldMk cId="141060815" sldId="2147483627"/>
            <ac:graphicFrameMk id="6" creationId="{896463B3-A126-B932-90A4-3B5F9F4FAD92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14:41.548" v="210879"/>
          <ac:graphicFrameMkLst>
            <pc:docMk/>
            <pc:sldMk cId="141060815" sldId="2147483627"/>
            <ac:graphicFrameMk id="8" creationId="{1E568233-A8A0-3141-893D-9EBB1AB6B908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50:06.901" v="107727"/>
          <ac:graphicFrameMkLst>
            <pc:docMk/>
            <pc:sldMk cId="141060815" sldId="2147483627"/>
            <ac:graphicFrameMk id="8" creationId="{D8D29FFB-7833-E47F-D98B-4C166DB04BE9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55:38.267" v="113587"/>
          <ac:graphicFrameMkLst>
            <pc:docMk/>
            <pc:sldMk cId="141060815" sldId="2147483627"/>
            <ac:graphicFrameMk id="9" creationId="{3D53C3F6-559B-D6B2-74CF-CAB6293B7F1F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14:46.149" v="211175"/>
          <ac:graphicFrameMkLst>
            <pc:docMk/>
            <pc:sldMk cId="141060815" sldId="2147483627"/>
            <ac:graphicFrameMk id="11" creationId="{64568684-BD2F-B84E-DED2-E6AB78ED04AE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14:49.900" v="211551"/>
          <ac:graphicFrameMkLst>
            <pc:docMk/>
            <pc:sldMk cId="141060815" sldId="2147483627"/>
            <ac:graphicFrameMk id="13" creationId="{17CA8C2B-996A-8A26-04D1-41CBCB3D25F9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02:20.127" v="69875"/>
          <ac:graphicFrameMkLst>
            <pc:docMk/>
            <pc:sldMk cId="141060815" sldId="2147483627"/>
            <ac:graphicFrameMk id="15" creationId="{9D93EF65-6A86-C7BD-B65D-3595B09E212E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03:18.490" v="70702"/>
          <ac:graphicFrameMkLst>
            <pc:docMk/>
            <pc:sldMk cId="141060815" sldId="2147483627"/>
            <ac:graphicFrameMk id="17" creationId="{CEF11CF4-10D4-6D93-024B-AC803B0DCFAE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14:53.459" v="211958"/>
          <ac:graphicFrameMkLst>
            <pc:docMk/>
            <pc:sldMk cId="141060815" sldId="2147483627"/>
            <ac:graphicFrameMk id="20" creationId="{8A9B8707-B8AA-D8FE-426A-6C8A1B1AF200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15:06.971" v="212245"/>
          <ac:graphicFrameMkLst>
            <pc:docMk/>
            <pc:sldMk cId="141060815" sldId="2147483627"/>
            <ac:graphicFrameMk id="24" creationId="{FF0C75DF-6463-F6AA-3770-2A80B914CABE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15:14.500" v="212530"/>
          <ac:graphicFrameMkLst>
            <pc:docMk/>
            <pc:sldMk cId="141060815" sldId="2147483627"/>
            <ac:graphicFrameMk id="26" creationId="{424922E9-98C5-966E-16C7-6A108D12C215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04:14.188" v="70924"/>
          <ac:graphicFrameMkLst>
            <pc:docMk/>
            <pc:sldMk cId="141060815" sldId="2147483627"/>
            <ac:graphicFrameMk id="26" creationId="{C06C9182-CB79-8239-66D0-0D8AE2E97C66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04:22.042" v="71141"/>
          <ac:graphicFrameMkLst>
            <pc:docMk/>
            <pc:sldMk cId="141060815" sldId="2147483627"/>
            <ac:graphicFrameMk id="28" creationId="{705854BE-5A5F-D5B0-28C2-FA643377C14C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15:19.044" v="212804"/>
          <ac:graphicFrameMkLst>
            <pc:docMk/>
            <pc:sldMk cId="141060815" sldId="2147483627"/>
            <ac:graphicFrameMk id="28" creationId="{CA07B1B6-FAA4-986D-6B59-E4F98C98D30F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15:25.178" v="213078"/>
          <ac:graphicFrameMkLst>
            <pc:docMk/>
            <pc:sldMk cId="141060815" sldId="2147483627"/>
            <ac:graphicFrameMk id="30" creationId="{AC4E7095-F3F1-63D4-39AE-D966238EA34F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04:36.053" v="71387"/>
          <ac:graphicFrameMkLst>
            <pc:docMk/>
            <pc:sldMk cId="141060815" sldId="2147483627"/>
            <ac:graphicFrameMk id="30" creationId="{E2AAE445-7242-0FEA-A02C-6FD4E2CF7AFE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04:42.810" v="71632"/>
          <ac:graphicFrameMkLst>
            <pc:docMk/>
            <pc:sldMk cId="141060815" sldId="2147483627"/>
            <ac:graphicFrameMk id="32" creationId="{9275BF08-85C1-3ED5-5C83-54411749E915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15:30.351" v="213397"/>
          <ac:graphicFrameMkLst>
            <pc:docMk/>
            <pc:sldMk cId="141060815" sldId="2147483627"/>
            <ac:graphicFrameMk id="32" creationId="{BC74CC43-4DCB-BBF2-6D84-EF783C1B3CD5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15:45.492" v="213607"/>
          <ac:graphicFrameMkLst>
            <pc:docMk/>
            <pc:sldMk cId="141060815" sldId="2147483627"/>
            <ac:graphicFrameMk id="34" creationId="{3A56990A-D1DC-53D3-07F0-3D0142CF8D21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04:50.063" v="71855"/>
          <ac:graphicFrameMkLst>
            <pc:docMk/>
            <pc:sldMk cId="141060815" sldId="2147483627"/>
            <ac:graphicFrameMk id="34" creationId="{607F36D6-9C88-2421-A0EB-E1ED501FFA56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15:50.623" v="213872"/>
          <ac:graphicFrameMkLst>
            <pc:docMk/>
            <pc:sldMk cId="141060815" sldId="2147483627"/>
            <ac:graphicFrameMk id="35" creationId="{AE78D5CA-711E-BE9F-A7A8-E9FEE7C5B68A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15:56.148" v="214146"/>
          <ac:graphicFrameMkLst>
            <pc:docMk/>
            <pc:sldMk cId="141060815" sldId="2147483627"/>
            <ac:graphicFrameMk id="37" creationId="{10F49EB6-4F0C-58BA-2C59-52F1DF234C46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16:00.373" v="214420"/>
          <ac:graphicFrameMkLst>
            <pc:docMk/>
            <pc:sldMk cId="141060815" sldId="2147483627"/>
            <ac:graphicFrameMk id="39" creationId="{0335A3FD-4D9D-9D68-238D-F4FE030F9A1F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04:55.567" v="72076"/>
          <ac:graphicFrameMkLst>
            <pc:docMk/>
            <pc:sldMk cId="141060815" sldId="2147483627"/>
            <ac:graphicFrameMk id="39" creationId="{824A13C5-CCAD-2468-602E-849A8DCFB066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16:05.017" v="214722"/>
          <ac:graphicFrameMkLst>
            <pc:docMk/>
            <pc:sldMk cId="141060815" sldId="2147483627"/>
            <ac:graphicFrameMk id="41" creationId="{3C756BAC-7395-5838-1EC4-4823DDE03694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05:11.406" v="72323"/>
          <ac:graphicFrameMkLst>
            <pc:docMk/>
            <pc:sldMk cId="141060815" sldId="2147483627"/>
            <ac:graphicFrameMk id="41" creationId="{C6BF6EA5-DB9C-50C7-329D-A9C246F9C0EB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16:28.823" v="215010"/>
          <ac:graphicFrameMkLst>
            <pc:docMk/>
            <pc:sldMk cId="141060815" sldId="2147483627"/>
            <ac:graphicFrameMk id="43" creationId="{C75FB01C-3429-97D7-85D1-B57B345D0250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16:36.270" v="215286"/>
          <ac:graphicFrameMkLst>
            <pc:docMk/>
            <pc:sldMk cId="141060815" sldId="2147483627"/>
            <ac:graphicFrameMk id="45" creationId="{94DCAAFE-1BCD-4F6A-E01A-3726E73DA1B9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16:41.978" v="215614"/>
          <ac:graphicFrameMkLst>
            <pc:docMk/>
            <pc:sldMk cId="141060815" sldId="2147483627"/>
            <ac:graphicFrameMk id="47" creationId="{75F406F7-FF93-7F62-AD17-619AB6AAED30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16:49.462" v="215889"/>
          <ac:graphicFrameMkLst>
            <pc:docMk/>
            <pc:sldMk cId="141060815" sldId="2147483627"/>
            <ac:graphicFrameMk id="61" creationId="{4EAE4600-283D-E9BA-DB4B-2D2E2B53C0D7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05:16.439" v="72569"/>
          <ac:graphicFrameMkLst>
            <pc:docMk/>
            <pc:sldMk cId="141060815" sldId="2147483627"/>
            <ac:graphicFrameMk id="61" creationId="{74CB393A-185A-D888-40BD-263D3A3F0ECC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05:20.255" v="72835"/>
          <ac:graphicFrameMkLst>
            <pc:docMk/>
            <pc:sldMk cId="141060815" sldId="2147483627"/>
            <ac:graphicFrameMk id="265" creationId="{A7D1CB49-3ED4-0E73-BFE8-8AC6C4293B42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05:25.363" v="73080"/>
          <ac:graphicFrameMkLst>
            <pc:docMk/>
            <pc:sldMk cId="141060815" sldId="2147483627"/>
            <ac:graphicFrameMk id="267" creationId="{0F047BDA-D67A-A8D5-46A3-DE6EF5D43BF4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05:34.286" v="73325"/>
          <ac:graphicFrameMkLst>
            <pc:docMk/>
            <pc:sldMk cId="141060815" sldId="2147483627"/>
            <ac:graphicFrameMk id="269" creationId="{093BFCF8-5666-3229-27F7-65B9BFCCCE9E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05:40.836" v="73585"/>
          <ac:graphicFrameMkLst>
            <pc:docMk/>
            <pc:sldMk cId="141060815" sldId="2147483627"/>
            <ac:graphicFrameMk id="271" creationId="{2B20D55B-C6B1-A3A3-60FA-703AE046C446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05:51.563" v="73805"/>
          <ac:graphicFrameMkLst>
            <pc:docMk/>
            <pc:sldMk cId="141060815" sldId="2147483627"/>
            <ac:graphicFrameMk id="309" creationId="{49C454D4-78AC-4078-0582-ACA9C553A6CF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05:56.349" v="74025"/>
          <ac:graphicFrameMkLst>
            <pc:docMk/>
            <pc:sldMk cId="141060815" sldId="2147483627"/>
            <ac:graphicFrameMk id="334" creationId="{4D434339-A2F0-D8AC-3190-4A8111D6BC81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06:02.167" v="74256"/>
          <ac:graphicFrameMkLst>
            <pc:docMk/>
            <pc:sldMk cId="141060815" sldId="2147483627"/>
            <ac:graphicFrameMk id="336" creationId="{8F749AF2-BF4A-5FB9-38FB-DEB348B76570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06:48.987" v="74476"/>
          <ac:graphicFrameMkLst>
            <pc:docMk/>
            <pc:sldMk cId="141060815" sldId="2147483627"/>
            <ac:graphicFrameMk id="343" creationId="{4C5AC2A9-03FC-BBD6-8AD7-234861315F74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06:53.735" v="74696"/>
          <ac:graphicFrameMkLst>
            <pc:docMk/>
            <pc:sldMk cId="141060815" sldId="2147483627"/>
            <ac:graphicFrameMk id="346" creationId="{C98AB552-8D9D-C908-E5BB-8DFA99CD8886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06:58.632" v="74935"/>
          <ac:graphicFrameMkLst>
            <pc:docMk/>
            <pc:sldMk cId="141060815" sldId="2147483627"/>
            <ac:graphicFrameMk id="349" creationId="{A57A112D-D683-73E5-C189-0B3B9B976245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44:21.544" v="93427"/>
          <ac:graphicFrameMkLst>
            <pc:docMk/>
            <pc:sldMk cId="141060815" sldId="2147483627"/>
            <ac:graphicFrameMk id="351" creationId="{A365520F-F096-BEA0-0CE8-1E5AF61A2FEC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44:24.446" v="93664"/>
          <ac:graphicFrameMkLst>
            <pc:docMk/>
            <pc:sldMk cId="141060815" sldId="2147483627"/>
            <ac:graphicFrameMk id="354" creationId="{C9162F7D-196C-47B5-861C-C6C7E8BF17F4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44:28.035" v="93884"/>
          <ac:graphicFrameMkLst>
            <pc:docMk/>
            <pc:sldMk cId="141060815" sldId="2147483627"/>
            <ac:graphicFrameMk id="356" creationId="{7FD1CB80-F067-C1B7-001C-6872DE9E95F0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44:29.706" v="94062"/>
          <ac:graphicFrameMkLst>
            <pc:docMk/>
            <pc:sldMk cId="141060815" sldId="2147483627"/>
            <ac:graphicFrameMk id="358" creationId="{8D463AF0-7CBC-8011-9A55-A957A6027CE6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44:33.466" v="94297"/>
          <ac:graphicFrameMkLst>
            <pc:docMk/>
            <pc:sldMk cId="141060815" sldId="2147483627"/>
            <ac:graphicFrameMk id="359" creationId="{BB469C29-0455-5C58-2CCD-86558EFA6070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44:36.490" v="94537"/>
          <ac:graphicFrameMkLst>
            <pc:docMk/>
            <pc:sldMk cId="141060815" sldId="2147483627"/>
            <ac:graphicFrameMk id="361" creationId="{7FE762AF-05B5-1C83-9DF5-1C10EF6A5328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44:41.589" v="94777"/>
          <ac:graphicFrameMkLst>
            <pc:docMk/>
            <pc:sldMk cId="141060815" sldId="2147483627"/>
            <ac:graphicFrameMk id="363" creationId="{FF4C9FA5-1D98-FEDE-0239-9BA098BB4818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44:44.568" v="95032"/>
          <ac:graphicFrameMkLst>
            <pc:docMk/>
            <pc:sldMk cId="141060815" sldId="2147483627"/>
            <ac:graphicFrameMk id="365" creationId="{78087253-6485-EC44-D599-EB46D11C9F60}"/>
          </ac:graphicFrameMkLst>
        </pc:graphicFrameChg>
        <pc:graphicFrameChg chg="del">
          <ac:chgData name="Jethro Hotbatahi Hasoloan" userId="6704a177-17bb-4244-9c06-d865e36c920b" providerId="ADAL" clId="{3E066727-BBB6-4D37-A6B5-32C7A00FA4F3}" dt="2026-10-22T04:01:42.325" v="69350"/>
          <ac:graphicFrameMkLst>
            <pc:docMk/>
            <pc:sldMk cId="141060815" sldId="2147483627"/>
            <ac:graphicFrameMk id="367" creationId="{5584128B-40F9-56E7-5553-63AAF36D548C}"/>
          </ac:graphicFrameMkLst>
        </pc:graphicFrameChg>
        <pc:graphicFrameChg chg="del">
          <ac:chgData name="Jethro Hotbatahi Hasoloan" userId="6704a177-17bb-4244-9c06-d865e36c920b" providerId="ADAL" clId="{3E066727-BBB6-4D37-A6B5-32C7A00FA4F3}" dt="2026-10-22T04:01:42.309" v="69343"/>
          <ac:graphicFrameMkLst>
            <pc:docMk/>
            <pc:sldMk cId="141060815" sldId="2147483627"/>
            <ac:graphicFrameMk id="368" creationId="{5774595B-F35A-B3C5-C0FF-D20B5AFC49BA}"/>
          </ac:graphicFrameMkLst>
        </pc:graphicFrameChg>
        <pc:graphicFrameChg chg="del">
          <ac:chgData name="Jethro Hotbatahi Hasoloan" userId="6704a177-17bb-4244-9c06-d865e36c920b" providerId="ADAL" clId="{3E066727-BBB6-4D37-A6B5-32C7A00FA4F3}" dt="2026-10-22T04:01:42.286" v="69300"/>
          <ac:graphicFrameMkLst>
            <pc:docMk/>
            <pc:sldMk cId="141060815" sldId="2147483627"/>
            <ac:graphicFrameMk id="369" creationId="{B7200FF0-83AD-B085-9DC4-E81E0F69FE0D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44:48.081" v="95273"/>
          <ac:graphicFrameMkLst>
            <pc:docMk/>
            <pc:sldMk cId="141060815" sldId="2147483627"/>
            <ac:graphicFrameMk id="370" creationId="{14DA0A49-318E-4D5F-912C-52F1FB47ED11}"/>
          </ac:graphicFrameMkLst>
        </pc:graphicFrameChg>
        <pc:graphicFrameChg chg="del">
          <ac:chgData name="Jethro Hotbatahi Hasoloan" userId="6704a177-17bb-4244-9c06-d865e36c920b" providerId="ADAL" clId="{3E066727-BBB6-4D37-A6B5-32C7A00FA4F3}" dt="2026-10-22T04:01:42.261" v="69293"/>
          <ac:graphicFrameMkLst>
            <pc:docMk/>
            <pc:sldMk cId="141060815" sldId="2147483627"/>
            <ac:graphicFrameMk id="372" creationId="{7BBC1BDB-74D0-3ED4-86E7-D54783A64147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44:50.716" v="95514"/>
          <ac:graphicFrameMkLst>
            <pc:docMk/>
            <pc:sldMk cId="141060815" sldId="2147483627"/>
            <ac:graphicFrameMk id="378" creationId="{493A1229-EE0D-09CE-6AD9-0F9B8FB4FED6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44:54.547" v="95755"/>
          <ac:graphicFrameMkLst>
            <pc:docMk/>
            <pc:sldMk cId="141060815" sldId="2147483627"/>
            <ac:graphicFrameMk id="382" creationId="{1E929F3A-96CE-8C9A-B6E7-15E4CDD1EB22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45:00.321" v="95996"/>
          <ac:graphicFrameMkLst>
            <pc:docMk/>
            <pc:sldMk cId="141060815" sldId="2147483627"/>
            <ac:graphicFrameMk id="384" creationId="{5895CF1A-447F-D21D-8EDD-A2557ECA2937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45:03.044" v="96244"/>
          <ac:graphicFrameMkLst>
            <pc:docMk/>
            <pc:sldMk cId="141060815" sldId="2147483627"/>
            <ac:graphicFrameMk id="386" creationId="{DC912EBB-6953-A672-4002-014359AF37E8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45:06.137" v="96460"/>
          <ac:graphicFrameMkLst>
            <pc:docMk/>
            <pc:sldMk cId="141060815" sldId="2147483627"/>
            <ac:graphicFrameMk id="388" creationId="{892FDDB8-D261-254F-1196-BBB297989928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45:11.885" v="96680"/>
          <ac:graphicFrameMkLst>
            <pc:docMk/>
            <pc:sldMk cId="141060815" sldId="2147483627"/>
            <ac:graphicFrameMk id="390" creationId="{33C8423E-1BA4-0F08-8CD6-DC1A21F96EE3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45:14.755" v="96900"/>
          <ac:graphicFrameMkLst>
            <pc:docMk/>
            <pc:sldMk cId="141060815" sldId="2147483627"/>
            <ac:graphicFrameMk id="392" creationId="{603852E5-F5E2-34CE-9376-81FD6BAF38FC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45:17.553" v="97116"/>
          <ac:graphicFrameMkLst>
            <pc:docMk/>
            <pc:sldMk cId="141060815" sldId="2147483627"/>
            <ac:graphicFrameMk id="394" creationId="{A24B228F-4178-F11B-FF32-6D9DA07BB8CC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45:20.585" v="97294"/>
          <ac:graphicFrameMkLst>
            <pc:docMk/>
            <pc:sldMk cId="141060815" sldId="2147483627"/>
            <ac:graphicFrameMk id="396" creationId="{962D1CD1-CA2E-5679-1D19-D847D5E17B18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45:23.078" v="97470"/>
          <ac:graphicFrameMkLst>
            <pc:docMk/>
            <pc:sldMk cId="141060815" sldId="2147483627"/>
            <ac:graphicFrameMk id="397" creationId="{1A4EEADE-0EDE-5D95-1294-DE0200FF116E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45:25.831" v="97684"/>
          <ac:graphicFrameMkLst>
            <pc:docMk/>
            <pc:sldMk cId="141060815" sldId="2147483627"/>
            <ac:graphicFrameMk id="398" creationId="{D950B470-0CCE-A168-D49E-7499B3794D8A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45:28.965" v="97900"/>
          <ac:graphicFrameMkLst>
            <pc:docMk/>
            <pc:sldMk cId="141060815" sldId="2147483627"/>
            <ac:graphicFrameMk id="400" creationId="{FD085F55-8A33-A719-848F-05FFF4F58146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46:51.693" v="100707"/>
          <ac:graphicFrameMkLst>
            <pc:docMk/>
            <pc:sldMk cId="141060815" sldId="2147483627"/>
            <ac:graphicFrameMk id="402" creationId="{42ABC056-F4A1-0099-F596-00774E9DF039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46:54.911" v="100995"/>
          <ac:graphicFrameMkLst>
            <pc:docMk/>
            <pc:sldMk cId="141060815" sldId="2147483627"/>
            <ac:graphicFrameMk id="446" creationId="{64DFF1CE-6B5A-925A-B85C-CF8886CF2D8E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46:57.252" v="101288"/>
          <ac:graphicFrameMkLst>
            <pc:docMk/>
            <pc:sldMk cId="141060815" sldId="2147483627"/>
            <ac:graphicFrameMk id="448" creationId="{0B3B3255-8FAF-0B8E-1671-3BFB5D69B156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16:59.286" v="216165"/>
          <ac:graphicFrameMkLst>
            <pc:docMk/>
            <pc:sldMk cId="141060815" sldId="2147483627"/>
            <ac:graphicFrameMk id="449" creationId="{48EC7653-29FF-6F7E-9778-31A48437AF1E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46:59.871" v="101574"/>
          <ac:graphicFrameMkLst>
            <pc:docMk/>
            <pc:sldMk cId="141060815" sldId="2147483627"/>
            <ac:graphicFrameMk id="450" creationId="{DF1DB3DC-22DC-B315-7806-E9D5B77D403E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17:07.255" v="216596"/>
          <ac:graphicFrameMkLst>
            <pc:docMk/>
            <pc:sldMk cId="141060815" sldId="2147483627"/>
            <ac:graphicFrameMk id="451" creationId="{78D4B344-D1DE-88E7-3987-E1C43F335BEA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47:02.413" v="101909"/>
          <ac:graphicFrameMkLst>
            <pc:docMk/>
            <pc:sldMk cId="141060815" sldId="2147483627"/>
            <ac:graphicFrameMk id="452" creationId="{F1CCA9E3-793A-7982-279D-914D42231C0D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47:06.332" v="102284"/>
          <ac:graphicFrameMkLst>
            <pc:docMk/>
            <pc:sldMk cId="141060815" sldId="2147483627"/>
            <ac:graphicFrameMk id="454" creationId="{C99D7B84-2010-064F-2620-01D7190D159B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47:06.984" v="102603"/>
          <ac:graphicFrameMkLst>
            <pc:docMk/>
            <pc:sldMk cId="141060815" sldId="2147483627"/>
            <ac:graphicFrameMk id="455" creationId="{28B35C1B-D1FF-AF4D-8B30-40DC58405B91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14:39.204" v="210585"/>
          <ac:graphicFrameMkLst>
            <pc:docMk/>
            <pc:sldMk cId="141060815" sldId="2147483627"/>
            <ac:graphicFrameMk id="456" creationId="{7DF87231-BF96-9727-A6F4-A693D707C955}"/>
          </ac:graphicFrameMkLst>
        </pc:graphicFrameChg>
        <pc:graphicFrameChg chg="add mod ord">
          <ac:chgData name="Jethro Hotbatahi Hasoloan" userId="6704a177-17bb-4244-9c06-d865e36c920b" providerId="ADAL" clId="{3E066727-BBB6-4D37-A6B5-32C7A00FA4F3}" dt="2026-10-23T11:27:32.817" v="228889"/>
          <ac:graphicFrameMkLst>
            <pc:docMk/>
            <pc:sldMk cId="141060815" sldId="2147483627"/>
            <ac:graphicFrameMk id="459" creationId="{372A81EB-801C-D3DE-ECDC-6E2583D50559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47:18.929" v="104124" actId="1076"/>
          <ac:graphicFrameMkLst>
            <pc:docMk/>
            <pc:sldMk cId="141060815" sldId="2147483627"/>
            <ac:graphicFrameMk id="466" creationId="{4047E8E4-CA62-92DC-FBFB-C652352F4AAE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19:40.009" v="218372"/>
          <ac:graphicFrameMkLst>
            <pc:docMk/>
            <pc:sldMk cId="141060815" sldId="2147483627"/>
            <ac:graphicFrameMk id="469" creationId="{3DC69FD3-1FAC-E07C-48D4-D2440FA366DD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19:46.990" v="218630"/>
          <ac:graphicFrameMkLst>
            <pc:docMk/>
            <pc:sldMk cId="141060815" sldId="2147483627"/>
            <ac:graphicFrameMk id="471" creationId="{76C57E42-809C-EAB0-BA64-43BEDE0B5BAC}"/>
          </ac:graphicFrameMkLst>
        </pc:graphicFrameChg>
        <pc:graphicFrameChg chg="add mod ord">
          <ac:chgData name="Jethro Hotbatahi Hasoloan" userId="6704a177-17bb-4244-9c06-d865e36c920b" providerId="ADAL" clId="{3E066727-BBB6-4D37-A6B5-32C7A00FA4F3}" dt="2026-10-22T04:47:18.489" v="103913" actId="1076"/>
          <ac:graphicFrameMkLst>
            <pc:docMk/>
            <pc:sldMk cId="141060815" sldId="2147483627"/>
            <ac:graphicFrameMk id="473" creationId="{5B8AA619-0498-0757-5EAE-A66C81104BE4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19:53.486" v="218891"/>
          <ac:graphicFrameMkLst>
            <pc:docMk/>
            <pc:sldMk cId="141060815" sldId="2147483627"/>
            <ac:graphicFrameMk id="473" creationId="{D7355AD6-2DB5-C93B-FF2E-EA624DD8A711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19:59.399" v="219169"/>
          <ac:graphicFrameMkLst>
            <pc:docMk/>
            <pc:sldMk cId="141060815" sldId="2147483627"/>
            <ac:graphicFrameMk id="475" creationId="{DA2AEF58-0EAE-492C-113D-545BE896C8BF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20:13.846" v="219438"/>
          <ac:graphicFrameMkLst>
            <pc:docMk/>
            <pc:sldMk cId="141060815" sldId="2147483627"/>
            <ac:graphicFrameMk id="477" creationId="{7F426F65-0FD4-A026-4F22-883305F1917E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20:20" v="219707"/>
          <ac:graphicFrameMkLst>
            <pc:docMk/>
            <pc:sldMk cId="141060815" sldId="2147483627"/>
            <ac:graphicFrameMk id="479" creationId="{F597BAC0-3C8D-8E5B-3F3A-67A4003D892E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20:27.131" v="219976"/>
          <ac:graphicFrameMkLst>
            <pc:docMk/>
            <pc:sldMk cId="141060815" sldId="2147483627"/>
            <ac:graphicFrameMk id="481" creationId="{A9E694C1-9781-6E29-2B4E-C5601CCD705D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20:32.178" v="220244"/>
          <ac:graphicFrameMkLst>
            <pc:docMk/>
            <pc:sldMk cId="141060815" sldId="2147483627"/>
            <ac:graphicFrameMk id="483" creationId="{4AC03123-0D0A-D86C-22FF-E70551671551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20:38.081" v="220533"/>
          <ac:graphicFrameMkLst>
            <pc:docMk/>
            <pc:sldMk cId="141060815" sldId="2147483627"/>
            <ac:graphicFrameMk id="485" creationId="{0665F0A2-F7AE-D068-0993-F42ECEDBF889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21:00.658" v="220778"/>
          <ac:graphicFrameMkLst>
            <pc:docMk/>
            <pc:sldMk cId="141060815" sldId="2147483627"/>
            <ac:graphicFrameMk id="487" creationId="{FFB2FCB9-F689-8A53-59F5-BE46D3CAE014}"/>
          </ac:graphicFrameMkLst>
        </pc:graphicFrameChg>
        <pc:graphicFrameChg chg="add mod ord">
          <ac:chgData name="Jethro Hotbatahi Hasoloan" userId="6704a177-17bb-4244-9c06-d865e36c920b" providerId="ADAL" clId="{3E066727-BBB6-4D37-A6B5-32C7A00FA4F3}" dt="2026-10-22T04:47:30.741" v="106227" actId="1076"/>
          <ac:graphicFrameMkLst>
            <pc:docMk/>
            <pc:sldMk cId="141060815" sldId="2147483627"/>
            <ac:graphicFrameMk id="489" creationId="{26A34B01-2560-A844-B2C3-A418C0E3B702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21:05.174" v="221023"/>
          <ac:graphicFrameMkLst>
            <pc:docMk/>
            <pc:sldMk cId="141060815" sldId="2147483627"/>
            <ac:graphicFrameMk id="489" creationId="{66163CCA-E670-62F2-4287-DAD8829DFFD8}"/>
          </ac:graphicFrameMkLst>
        </pc:graphicFrameChg>
        <pc:graphicFrameChg chg="add mod ord">
          <ac:chgData name="Jethro Hotbatahi Hasoloan" userId="6704a177-17bb-4244-9c06-d865e36c920b" providerId="ADAL" clId="{3E066727-BBB6-4D37-A6B5-32C7A00FA4F3}" dt="2026-10-22T04:47:28.806" v="106093" actId="1076"/>
          <ac:graphicFrameMkLst>
            <pc:docMk/>
            <pc:sldMk cId="141060815" sldId="2147483627"/>
            <ac:graphicFrameMk id="490" creationId="{DBDC7010-AFA4-B081-6A4C-A2E3D43FC1DF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21:10.091" v="221249"/>
          <ac:graphicFrameMkLst>
            <pc:docMk/>
            <pc:sldMk cId="141060815" sldId="2147483627"/>
            <ac:graphicFrameMk id="491" creationId="{D93FB465-7976-789A-8704-7CC90B0F535D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21:14.571" v="221494"/>
          <ac:graphicFrameMkLst>
            <pc:docMk/>
            <pc:sldMk cId="141060815" sldId="2147483627"/>
            <ac:graphicFrameMk id="492" creationId="{D91E7A9F-F0B1-2AAE-3BC5-B00E56F1C6BF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50:56.416" v="108010"/>
          <ac:graphicFrameMkLst>
            <pc:docMk/>
            <pc:sldMk cId="141060815" sldId="2147483627"/>
            <ac:graphicFrameMk id="493" creationId="{34C9F2E2-92B8-1C65-40C5-106D51D0E2A7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21:18.729" v="221766"/>
          <ac:graphicFrameMkLst>
            <pc:docMk/>
            <pc:sldMk cId="141060815" sldId="2147483627"/>
            <ac:graphicFrameMk id="494" creationId="{95940C67-8453-AA99-9A7B-D4CFA4A4503E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50:59.845" v="108287"/>
          <ac:graphicFrameMkLst>
            <pc:docMk/>
            <pc:sldMk cId="141060815" sldId="2147483627"/>
            <ac:graphicFrameMk id="495" creationId="{335D035A-ABB9-C5B4-FE11-E039CD123327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21:37.665" v="222008"/>
          <ac:graphicFrameMkLst>
            <pc:docMk/>
            <pc:sldMk cId="141060815" sldId="2147483627"/>
            <ac:graphicFrameMk id="496" creationId="{8C171826-3946-49E9-CC02-5C18D8912A80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51:02.808" v="108564"/>
          <ac:graphicFrameMkLst>
            <pc:docMk/>
            <pc:sldMk cId="141060815" sldId="2147483627"/>
            <ac:graphicFrameMk id="497" creationId="{79CE8B8B-105C-748E-C9C5-A1CAABA251F7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21:45.477" v="222250"/>
          <ac:graphicFrameMkLst>
            <pc:docMk/>
            <pc:sldMk cId="141060815" sldId="2147483627"/>
            <ac:graphicFrameMk id="498" creationId="{C4AB4511-3809-D9F8-C7F3-0731575FB5BD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51:06.103" v="108844"/>
          <ac:graphicFrameMkLst>
            <pc:docMk/>
            <pc:sldMk cId="141060815" sldId="2147483627"/>
            <ac:graphicFrameMk id="499" creationId="{E2AA589E-7E26-2D7F-1154-62AC2850C086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21:52.915" v="222491"/>
          <ac:graphicFrameMkLst>
            <pc:docMk/>
            <pc:sldMk cId="141060815" sldId="2147483627"/>
            <ac:graphicFrameMk id="500" creationId="{BF5E26D4-8D24-427E-C523-F7BD1C530F96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51:14.381" v="109143"/>
          <ac:graphicFrameMkLst>
            <pc:docMk/>
            <pc:sldMk cId="141060815" sldId="2147483627"/>
            <ac:graphicFrameMk id="501" creationId="{F3700C56-8B1B-A4D1-51D0-88BBBEAF5B62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21:59.206" v="222732"/>
          <ac:graphicFrameMkLst>
            <pc:docMk/>
            <pc:sldMk cId="141060815" sldId="2147483627"/>
            <ac:graphicFrameMk id="502" creationId="{1A0F89E8-C11E-FC4D-B618-126082246E01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51:37.488" v="109457"/>
          <ac:graphicFrameMkLst>
            <pc:docMk/>
            <pc:sldMk cId="141060815" sldId="2147483627"/>
            <ac:graphicFrameMk id="503" creationId="{22B9C04B-7228-84BD-DAB0-BBF0B1B46296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22:04.697" v="222992"/>
          <ac:graphicFrameMkLst>
            <pc:docMk/>
            <pc:sldMk cId="141060815" sldId="2147483627"/>
            <ac:graphicFrameMk id="504" creationId="{D1F08652-50D9-A286-6BDE-F9E5C0BAC89E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51:41.248" v="109768"/>
          <ac:graphicFrameMkLst>
            <pc:docMk/>
            <pc:sldMk cId="141060815" sldId="2147483627"/>
            <ac:graphicFrameMk id="505" creationId="{DEAC98E6-730D-703D-8EEB-625A62FD9EA0}"/>
          </ac:graphicFrameMkLst>
        </pc:graphicFrameChg>
        <pc:graphicFrameChg chg="add mod ord">
          <ac:chgData name="Jethro Hotbatahi Hasoloan" userId="6704a177-17bb-4244-9c06-d865e36c920b" providerId="ADAL" clId="{3E066727-BBB6-4D37-A6B5-32C7A00FA4F3}" dt="2026-10-23T11:27:32.832" v="228983"/>
          <ac:graphicFrameMkLst>
            <pc:docMk/>
            <pc:sldMk cId="141060815" sldId="2147483627"/>
            <ac:graphicFrameMk id="506" creationId="{C97BB7B0-9CA5-9C38-9D5A-C2C74B88B38E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51:45.827" v="110075"/>
          <ac:graphicFrameMkLst>
            <pc:docMk/>
            <pc:sldMk cId="141060815" sldId="2147483627"/>
            <ac:graphicFrameMk id="507" creationId="{567BCEAC-8601-53CF-C6E2-18C247BC5FAC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51:49.259" v="110385"/>
          <ac:graphicFrameMkLst>
            <pc:docMk/>
            <pc:sldMk cId="141060815" sldId="2147483627"/>
            <ac:graphicFrameMk id="509" creationId="{8774CF21-1CC7-1A9C-7945-2ECE09FB55AC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25:02.249" v="223906"/>
          <ac:graphicFrameMkLst>
            <pc:docMk/>
            <pc:sldMk cId="141060815" sldId="2147483627"/>
            <ac:graphicFrameMk id="511" creationId="{93F1DBE5-D440-9C63-CFB2-8B3426C5FD21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51:56.770" v="110695"/>
          <ac:graphicFrameMkLst>
            <pc:docMk/>
            <pc:sldMk cId="141060815" sldId="2147483627"/>
            <ac:graphicFrameMk id="511" creationId="{E69A98AE-3EEB-AD0E-0856-9318B692488F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52:13.576" v="110953"/>
          <ac:graphicFrameMkLst>
            <pc:docMk/>
            <pc:sldMk cId="141060815" sldId="2147483627"/>
            <ac:graphicFrameMk id="513" creationId="{29CC4F22-5DB5-AFF3-944F-41AFBD419778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25:06.973" v="224147"/>
          <ac:graphicFrameMkLst>
            <pc:docMk/>
            <pc:sldMk cId="141060815" sldId="2147483627"/>
            <ac:graphicFrameMk id="513" creationId="{FA0B460B-4071-74E3-1007-169EB20F1983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25:12.139" v="224369"/>
          <ac:graphicFrameMkLst>
            <pc:docMk/>
            <pc:sldMk cId="141060815" sldId="2147483627"/>
            <ac:graphicFrameMk id="515" creationId="{5DEE27BF-33E0-6868-D5CC-55B1C8C2EC42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52:16.679" v="111209"/>
          <ac:graphicFrameMkLst>
            <pc:docMk/>
            <pc:sldMk cId="141060815" sldId="2147483627"/>
            <ac:graphicFrameMk id="515" creationId="{9218988E-2166-B1B6-317E-45542FA600DE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25:18.628" v="224608"/>
          <ac:graphicFrameMkLst>
            <pc:docMk/>
            <pc:sldMk cId="141060815" sldId="2147483627"/>
            <ac:graphicFrameMk id="516" creationId="{41846628-CC49-DE91-976A-6FEB0D0DA895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52:26.351" v="111468"/>
          <ac:graphicFrameMkLst>
            <pc:docMk/>
            <pc:sldMk cId="141060815" sldId="2147483627"/>
            <ac:graphicFrameMk id="517" creationId="{D5FBACB3-95D1-FBF0-782E-7FADF7C4ADC0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25:24.305" v="224867"/>
          <ac:graphicFrameMkLst>
            <pc:docMk/>
            <pc:sldMk cId="141060815" sldId="2147483627"/>
            <ac:graphicFrameMk id="518" creationId="{510CE5EE-B70B-3CAC-2134-5B2BBF0DC2C5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52:30.247" v="111727"/>
          <ac:graphicFrameMkLst>
            <pc:docMk/>
            <pc:sldMk cId="141060815" sldId="2147483627"/>
            <ac:graphicFrameMk id="519" creationId="{1F6C5446-A4E1-652D-693F-5AE8DA98F48F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25:36.991" v="225108"/>
          <ac:graphicFrameMkLst>
            <pc:docMk/>
            <pc:sldMk cId="141060815" sldId="2147483627"/>
            <ac:graphicFrameMk id="520" creationId="{29928646-4784-C0B5-5AD8-845B250B3400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52:34.993" v="112003"/>
          <ac:graphicFrameMkLst>
            <pc:docMk/>
            <pc:sldMk cId="141060815" sldId="2147483627"/>
            <ac:graphicFrameMk id="521" creationId="{DDD45197-AB17-4010-47A7-EFD2CDABE29C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25:41.427" v="225349"/>
          <ac:graphicFrameMkLst>
            <pc:docMk/>
            <pc:sldMk cId="141060815" sldId="2147483627"/>
            <ac:graphicFrameMk id="522" creationId="{F41FE7AC-A01D-833E-CDB5-10108AC6D8E7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52:41.079" v="112220"/>
          <ac:graphicFrameMkLst>
            <pc:docMk/>
            <pc:sldMk cId="141060815" sldId="2147483627"/>
            <ac:graphicFrameMk id="523" creationId="{A32E6D66-7F97-15D0-CC33-5E5C4CA040A6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25:46.595" v="225590"/>
          <ac:graphicFrameMkLst>
            <pc:docMk/>
            <pc:sldMk cId="141060815" sldId="2147483627"/>
            <ac:graphicFrameMk id="524" creationId="{1ABD238E-7B07-67DE-3A14-836BE501500C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52:43.901" v="112435"/>
          <ac:graphicFrameMkLst>
            <pc:docMk/>
            <pc:sldMk cId="141060815" sldId="2147483627"/>
            <ac:graphicFrameMk id="524" creationId="{6EAF8682-91C5-C234-8CDC-00C0C71B5324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52:48.878" v="112691"/>
          <ac:graphicFrameMkLst>
            <pc:docMk/>
            <pc:sldMk cId="141060815" sldId="2147483627"/>
            <ac:graphicFrameMk id="525" creationId="{8C34B981-3268-4ED6-5554-8798BB9859E5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25:51.824" v="225829"/>
          <ac:graphicFrameMkLst>
            <pc:docMk/>
            <pc:sldMk cId="141060815" sldId="2147483627"/>
            <ac:graphicFrameMk id="526" creationId="{346B8858-3E5D-B766-7CE1-0D90DEA5FD0A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52:52.494" v="112946"/>
          <ac:graphicFrameMkLst>
            <pc:docMk/>
            <pc:sldMk cId="141060815" sldId="2147483627"/>
            <ac:graphicFrameMk id="527" creationId="{CF725F73-A97C-E90F-A1A1-BDC7C44F390D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25:57.446" v="226064"/>
          <ac:graphicFrameMkLst>
            <pc:docMk/>
            <pc:sldMk cId="141060815" sldId="2147483627"/>
            <ac:graphicFrameMk id="528" creationId="{65C24A75-2785-0334-3949-96C2EADD20D9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52:54.866" v="113204"/>
          <ac:graphicFrameMkLst>
            <pc:docMk/>
            <pc:sldMk cId="141060815" sldId="2147483627"/>
            <ac:graphicFrameMk id="529" creationId="{B1493C0C-F658-DAD9-EBE9-94E639C6192C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26:17.647" v="226263"/>
          <ac:graphicFrameMkLst>
            <pc:docMk/>
            <pc:sldMk cId="141060815" sldId="2147483627"/>
            <ac:graphicFrameMk id="529" creationId="{D6C218F0-0E98-1AB6-76D3-D0C3498C99A5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26:23.721" v="226523"/>
          <ac:graphicFrameMkLst>
            <pc:docMk/>
            <pc:sldMk cId="141060815" sldId="2147483627"/>
            <ac:graphicFrameMk id="530" creationId="{6E238E8A-3A47-E0FE-DB22-9D8BE5002325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56:30.478" v="113875"/>
          <ac:graphicFrameMkLst>
            <pc:docMk/>
            <pc:sldMk cId="141060815" sldId="2147483627"/>
            <ac:graphicFrameMk id="531" creationId="{9C209778-C860-19FD-8B08-33DA0A975E07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26:28.250" v="226785"/>
          <ac:graphicFrameMkLst>
            <pc:docMk/>
            <pc:sldMk cId="141060815" sldId="2147483627"/>
            <ac:graphicFrameMk id="532" creationId="{F1EDB925-0882-BE69-6941-2A670F1711DF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58:06.749" v="115306"/>
          <ac:graphicFrameMkLst>
            <pc:docMk/>
            <pc:sldMk cId="141060815" sldId="2147483627"/>
            <ac:graphicFrameMk id="533" creationId="{FFE40F12-8AA1-14A2-4678-7366B27C40E0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26:34.016" v="227047"/>
          <ac:graphicFrameMkLst>
            <pc:docMk/>
            <pc:sldMk cId="141060815" sldId="2147483627"/>
            <ac:graphicFrameMk id="534" creationId="{5F877C48-4E44-9977-D162-A882F74ED681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56:34.219" v="114157"/>
          <ac:graphicFrameMkLst>
            <pc:docMk/>
            <pc:sldMk cId="141060815" sldId="2147483627"/>
            <ac:graphicFrameMk id="535" creationId="{E70C424A-00B3-C134-0BBA-A87D6ED7EE67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26:42.235" v="227329"/>
          <ac:graphicFrameMkLst>
            <pc:docMk/>
            <pc:sldMk cId="141060815" sldId="2147483627"/>
            <ac:graphicFrameMk id="536" creationId="{5B8DDA5D-AFD9-0675-2AC5-19AC35AD8D58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56:37.511" v="114440"/>
          <ac:graphicFrameMkLst>
            <pc:docMk/>
            <pc:sldMk cId="141060815" sldId="2147483627"/>
            <ac:graphicFrameMk id="537" creationId="{19E29E41-B054-9A93-64DE-D0B137157216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26:55.504" v="227588"/>
          <ac:graphicFrameMkLst>
            <pc:docMk/>
            <pc:sldMk cId="141060815" sldId="2147483627"/>
            <ac:graphicFrameMk id="538" creationId="{01792C84-6028-D2EA-79DF-FC66708A08B2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56:40.803" v="114721"/>
          <ac:graphicFrameMkLst>
            <pc:docMk/>
            <pc:sldMk cId="141060815" sldId="2147483627"/>
            <ac:graphicFrameMk id="539" creationId="{55CA252A-51EF-CAA3-AD75-F9F522D3CC2F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27:06.747" v="227785"/>
          <ac:graphicFrameMkLst>
            <pc:docMk/>
            <pc:sldMk cId="141060815" sldId="2147483627"/>
            <ac:graphicFrameMk id="540" creationId="{34ACBC91-DE12-FFCD-A95B-DFE1E8472D0A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27:14.102" v="228042"/>
          <ac:graphicFrameMkLst>
            <pc:docMk/>
            <pc:sldMk cId="141060815" sldId="2147483627"/>
            <ac:graphicFrameMk id="541" creationId="{3DF3F6A0-1371-8CEB-234F-C64E7F8F3F24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56:44.648" v="115023"/>
          <ac:graphicFrameMkLst>
            <pc:docMk/>
            <pc:sldMk cId="141060815" sldId="2147483627"/>
            <ac:graphicFrameMk id="541" creationId="{FE2CFF91-853D-5280-542B-924E7F2CE9FE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19:30.932" v="218111"/>
          <ac:graphicFrameMkLst>
            <pc:docMk/>
            <pc:sldMk cId="141060815" sldId="2147483627"/>
            <ac:graphicFrameMk id="543" creationId="{B2F9FAD5-33A9-67B9-A64A-6868F18B6FA4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27:19.079" v="228298"/>
          <ac:graphicFrameMkLst>
            <pc:docMk/>
            <pc:sldMk cId="141060815" sldId="2147483627"/>
            <ac:graphicFrameMk id="544" creationId="{37C14C12-DC25-F9BE-6631-D65C5300D947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58:10.013" v="115585"/>
          <ac:graphicFrameMkLst>
            <pc:docMk/>
            <pc:sldMk cId="141060815" sldId="2147483627"/>
            <ac:graphicFrameMk id="545" creationId="{102E5FE4-313B-D25C-67C8-4F66FFA9A1D6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27:24.848" v="228578"/>
          <ac:graphicFrameMkLst>
            <pc:docMk/>
            <pc:sldMk cId="141060815" sldId="2147483627"/>
            <ac:graphicFrameMk id="546" creationId="{857AD8AE-DF04-20C8-54BA-096CFA02F401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58:13.629" v="115864"/>
          <ac:graphicFrameMkLst>
            <pc:docMk/>
            <pc:sldMk cId="141060815" sldId="2147483627"/>
            <ac:graphicFrameMk id="547" creationId="{0D71D9D7-E824-AC30-F382-D98E92AA9613}"/>
          </ac:graphicFrameMkLst>
        </pc:graphicFrameChg>
        <pc:graphicFrameChg chg="add mod ord">
          <ac:chgData name="Jethro Hotbatahi Hasoloan" userId="6704a177-17bb-4244-9c06-d865e36c920b" providerId="ADAL" clId="{3E066727-BBB6-4D37-A6B5-32C7A00FA4F3}" dt="2026-10-23T11:27:32.840" v="229006"/>
          <ac:graphicFrameMkLst>
            <pc:docMk/>
            <pc:sldMk cId="141060815" sldId="2147483627"/>
            <ac:graphicFrameMk id="548" creationId="{0EA26D02-B8CA-FA7A-EA33-9F2B7BD7FD58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58:16.623" v="116145"/>
          <ac:graphicFrameMkLst>
            <pc:docMk/>
            <pc:sldMk cId="141060815" sldId="2147483627"/>
            <ac:graphicFrameMk id="549" creationId="{AE42B36A-9D58-D821-3CB8-14D96FEE4EEC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58:20.799" v="116442"/>
          <ac:graphicFrameMkLst>
            <pc:docMk/>
            <pc:sldMk cId="141060815" sldId="2147483627"/>
            <ac:graphicFrameMk id="551" creationId="{0CBBBD95-8422-A252-3CDD-30C33A1D2EC1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58:46.223" v="116722"/>
          <ac:graphicFrameMkLst>
            <pc:docMk/>
            <pc:sldMk cId="141060815" sldId="2147483627"/>
            <ac:graphicFrameMk id="553" creationId="{E95DAF69-B867-24D5-14EB-B2A3DE8193E4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58:50.204" v="116997"/>
          <ac:graphicFrameMkLst>
            <pc:docMk/>
            <pc:sldMk cId="141060815" sldId="2147483627"/>
            <ac:graphicFrameMk id="555" creationId="{06480439-6D9C-71AC-0E62-603148586C46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58:53.738" v="117272"/>
          <ac:graphicFrameMkLst>
            <pc:docMk/>
            <pc:sldMk cId="141060815" sldId="2147483627"/>
            <ac:graphicFrameMk id="557" creationId="{ED7D34D8-18E8-D06D-FAE1-F0E59AFC356E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58:59.510" v="117546"/>
          <ac:graphicFrameMkLst>
            <pc:docMk/>
            <pc:sldMk cId="141060815" sldId="2147483627"/>
            <ac:graphicFrameMk id="559" creationId="{2D937C64-467D-2E8C-952C-B539E017110E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59:04.566" v="117841"/>
          <ac:graphicFrameMkLst>
            <pc:docMk/>
            <pc:sldMk cId="141060815" sldId="2147483627"/>
            <ac:graphicFrameMk id="561" creationId="{DF341302-021C-8107-315F-3D9461FB7B1C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59:12.160" v="118058"/>
          <ac:graphicFrameMkLst>
            <pc:docMk/>
            <pc:sldMk cId="141060815" sldId="2147483627"/>
            <ac:graphicFrameMk id="563" creationId="{B458703F-D3D0-FB88-5C5D-1AE7CA74F69D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59:16.679" v="118316"/>
          <ac:graphicFrameMkLst>
            <pc:docMk/>
            <pc:sldMk cId="141060815" sldId="2147483627"/>
            <ac:graphicFrameMk id="564" creationId="{CC17324C-2682-F2FE-6B9F-C4E5257A4E87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59:19.739" v="118600"/>
          <ac:graphicFrameMkLst>
            <pc:docMk/>
            <pc:sldMk cId="141060815" sldId="2147483627"/>
            <ac:graphicFrameMk id="566" creationId="{70B31910-6CAF-BE42-A892-C448662E89F2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59:23.254" v="118885"/>
          <ac:graphicFrameMkLst>
            <pc:docMk/>
            <pc:sldMk cId="141060815" sldId="2147483627"/>
            <ac:graphicFrameMk id="568" creationId="{695D34E6-F466-4389-2EA3-305BBABAA6FD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59:26.850" v="119145"/>
          <ac:graphicFrameMkLst>
            <pc:docMk/>
            <pc:sldMk cId="141060815" sldId="2147483627"/>
            <ac:graphicFrameMk id="570" creationId="{37446EBA-72E3-F442-0244-74EEA795B921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4:59:30.355" v="119423"/>
          <ac:graphicFrameMkLst>
            <pc:docMk/>
            <pc:sldMk cId="141060815" sldId="2147483627"/>
            <ac:graphicFrameMk id="572" creationId="{420ED20E-9C85-20EF-1132-BB66C9938AB3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5:00:07.888" v="119643"/>
          <ac:graphicFrameMkLst>
            <pc:docMk/>
            <pc:sldMk cId="141060815" sldId="2147483627"/>
            <ac:graphicFrameMk id="574" creationId="{AF2FE36F-BAF0-7B0E-A369-F283F06857CF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5:00:12.414" v="119898"/>
          <ac:graphicFrameMkLst>
            <pc:docMk/>
            <pc:sldMk cId="141060815" sldId="2147483627"/>
            <ac:graphicFrameMk id="575" creationId="{315629CC-E5FB-3804-400F-D83B43A1EAF8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5:00:16.679" v="120153"/>
          <ac:graphicFrameMkLst>
            <pc:docMk/>
            <pc:sldMk cId="141060815" sldId="2147483627"/>
            <ac:graphicFrameMk id="577" creationId="{99D0379D-A8F9-915C-9A69-53D060130EF8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5:00:20.014" v="120372"/>
          <ac:graphicFrameMkLst>
            <pc:docMk/>
            <pc:sldMk cId="141060815" sldId="2147483627"/>
            <ac:graphicFrameMk id="579" creationId="{5CDF5EFC-3239-4450-D7E6-F0842AADD96B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5:00:23.346" v="120652"/>
          <ac:graphicFrameMkLst>
            <pc:docMk/>
            <pc:sldMk cId="141060815" sldId="2147483627"/>
            <ac:graphicFrameMk id="580" creationId="{0AB744D5-9D22-0858-4F51-BB40D48DB952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5:00:29.308" v="120935"/>
          <ac:graphicFrameMkLst>
            <pc:docMk/>
            <pc:sldMk cId="141060815" sldId="2147483627"/>
            <ac:graphicFrameMk id="582" creationId="{48C20815-D6B7-8375-9935-1568E683FC08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23:37.420" v="223665"/>
          <ac:graphicFrameMkLst>
            <pc:docMk/>
            <pc:sldMk cId="141060815" sldId="2147483627"/>
            <ac:graphicFrameMk id="584" creationId="{7330D2F4-A3EB-97FB-54D5-7BE18A70D5DA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5:07:25.416" v="121711"/>
          <ac:graphicFrameMkLst>
            <pc:docMk/>
            <pc:sldMk cId="141060815" sldId="2147483627"/>
            <ac:graphicFrameMk id="586" creationId="{8A739F80-A5DA-CEB5-B3D8-C4F000CB9485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5:07:27.350" v="121999"/>
          <ac:graphicFrameMkLst>
            <pc:docMk/>
            <pc:sldMk cId="141060815" sldId="2147483627"/>
            <ac:graphicFrameMk id="588" creationId="{3C402F70-1262-E88B-9BAE-09016F1EABA0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5:07:29.937" v="122309"/>
          <ac:graphicFrameMkLst>
            <pc:docMk/>
            <pc:sldMk cId="141060815" sldId="2147483627"/>
            <ac:graphicFrameMk id="590" creationId="{F847DF40-3344-7379-58B0-B2E5705858C9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5:07:33.405" v="122607"/>
          <ac:graphicFrameMkLst>
            <pc:docMk/>
            <pc:sldMk cId="141060815" sldId="2147483627"/>
            <ac:graphicFrameMk id="592" creationId="{BAFED045-9508-F2E9-4F89-16C528F131B3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5:07:35.538" v="122917"/>
          <ac:graphicFrameMkLst>
            <pc:docMk/>
            <pc:sldMk cId="141060815" sldId="2147483627"/>
            <ac:graphicFrameMk id="594" creationId="{D28A796B-E4CC-827C-72A9-F135691C5366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5:07:38.344" v="123198"/>
          <ac:graphicFrameMkLst>
            <pc:docMk/>
            <pc:sldMk cId="141060815" sldId="2147483627"/>
            <ac:graphicFrameMk id="596" creationId="{66618AB4-7893-DD10-EE84-5923C7999E3A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5:07:41.868" v="123479"/>
          <ac:graphicFrameMkLst>
            <pc:docMk/>
            <pc:sldMk cId="141060815" sldId="2147483627"/>
            <ac:graphicFrameMk id="598" creationId="{72ED09F7-3682-F4EE-6895-36AF63954C9C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5:07:44.146" v="123755"/>
          <ac:graphicFrameMkLst>
            <pc:docMk/>
            <pc:sldMk cId="141060815" sldId="2147483627"/>
            <ac:graphicFrameMk id="600" creationId="{E2677041-7D31-9E3B-FEE0-45597E57962F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5:07:46.052" v="124012"/>
          <ac:graphicFrameMkLst>
            <pc:docMk/>
            <pc:sldMk cId="141060815" sldId="2147483627"/>
            <ac:graphicFrameMk id="602" creationId="{2426E005-585F-389F-A4AD-D1378B5DCA03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5:07:49.809" v="124306"/>
          <ac:graphicFrameMkLst>
            <pc:docMk/>
            <pc:sldMk cId="141060815" sldId="2147483627"/>
            <ac:graphicFrameMk id="603" creationId="{C2CE0ED9-CEE1-93E0-6A44-CBED85B40471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5:08:11.346" v="124534"/>
          <ac:graphicFrameMkLst>
            <pc:docMk/>
            <pc:sldMk cId="141060815" sldId="2147483627"/>
            <ac:graphicFrameMk id="605" creationId="{88924AAD-81FC-8CD6-E870-4D72D3872EA0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5:08:13.601" v="124792"/>
          <ac:graphicFrameMkLst>
            <pc:docMk/>
            <pc:sldMk cId="141060815" sldId="2147483627"/>
            <ac:graphicFrameMk id="606" creationId="{F797F678-DF99-C965-67DB-A10A178BEDF2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5:08:15.514" v="125033"/>
          <ac:graphicFrameMkLst>
            <pc:docMk/>
            <pc:sldMk cId="141060815" sldId="2147483627"/>
            <ac:graphicFrameMk id="608" creationId="{54F66BB9-25E3-66B4-CE5D-72F49752696A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5:08:17.897" v="125291"/>
          <ac:graphicFrameMkLst>
            <pc:docMk/>
            <pc:sldMk cId="141060815" sldId="2147483627"/>
            <ac:graphicFrameMk id="609" creationId="{5F0DD810-BBAD-B49C-5E26-068BF789421E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5:08:20.143" v="125570"/>
          <ac:graphicFrameMkLst>
            <pc:docMk/>
            <pc:sldMk cId="141060815" sldId="2147483627"/>
            <ac:graphicFrameMk id="611" creationId="{8E71C944-8130-DDCC-92DD-E220E4610B20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5:08:24.876" v="125830"/>
          <ac:graphicFrameMkLst>
            <pc:docMk/>
            <pc:sldMk cId="141060815" sldId="2147483627"/>
            <ac:graphicFrameMk id="613" creationId="{E956AA92-AC9F-7AF6-99EA-FBB325D51E22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5:08:26.446" v="126090"/>
          <ac:graphicFrameMkLst>
            <pc:docMk/>
            <pc:sldMk cId="141060815" sldId="2147483627"/>
            <ac:graphicFrameMk id="615" creationId="{B75AC17D-3A24-4100-2658-BBB27AD24901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5:08:30.930" v="126350"/>
          <ac:graphicFrameMkLst>
            <pc:docMk/>
            <pc:sldMk cId="141060815" sldId="2147483627"/>
            <ac:graphicFrameMk id="617" creationId="{18089A68-7DF4-ADB9-11FF-37D56C0AF8C6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5:08:33.244" v="126610"/>
          <ac:graphicFrameMkLst>
            <pc:docMk/>
            <pc:sldMk cId="141060815" sldId="2147483627"/>
            <ac:graphicFrameMk id="619" creationId="{25193B07-B210-6DF1-3C8C-EAD20EE31EF8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2T05:08:34.941" v="126891"/>
          <ac:graphicFrameMkLst>
            <pc:docMk/>
            <pc:sldMk cId="141060815" sldId="2147483627"/>
            <ac:graphicFrameMk id="621" creationId="{08206252-78D9-BF7E-7036-749EC5F49238}"/>
          </ac:graphicFrameMkLst>
        </pc:graphicFrameChg>
        <pc:graphicFrameChg chg="add mod ord">
          <ac:chgData name="Jethro Hotbatahi Hasoloan" userId="6704a177-17bb-4244-9c06-d865e36c920b" providerId="ADAL" clId="{3E066727-BBB6-4D37-A6B5-32C7A00FA4F3}" dt="2026-10-23T11:27:32.817" v="228945"/>
          <ac:graphicFrameMkLst>
            <pc:docMk/>
            <pc:sldMk cId="141060815" sldId="2147483627"/>
            <ac:graphicFrameMk id="623" creationId="{AC255C81-672A-ACBB-8917-AC70A6EF8EB7}"/>
          </ac:graphicFrameMkLst>
        </pc:graphicFrameChg>
        <pc:cxnChg chg="add del mod ord">
          <ac:chgData name="Jethro Hotbatahi Hasoloan" userId="6704a177-17bb-4244-9c06-d865e36c920b" providerId="ADAL" clId="{3E066727-BBB6-4D37-A6B5-32C7A00FA4F3}" dt="2026-10-23T11:14:53.434" v="211916"/>
          <ac:cxnSpMkLst>
            <pc:docMk/>
            <pc:sldMk cId="141060815" sldId="2147483627"/>
            <ac:cxnSpMk id="15" creationId="{5DACA817-C8B8-FA2B-C963-70742920D193}"/>
          </ac:cxnSpMkLst>
        </pc:cxnChg>
        <pc:cxnChg chg="add del mod ord">
          <ac:chgData name="Jethro Hotbatahi Hasoloan" userId="6704a177-17bb-4244-9c06-d865e36c920b" providerId="ADAL" clId="{3E066727-BBB6-4D37-A6B5-32C7A00FA4F3}" dt="2026-10-23T11:14:53.447" v="211928"/>
          <ac:cxnSpMkLst>
            <pc:docMk/>
            <pc:sldMk cId="141060815" sldId="2147483627"/>
            <ac:cxnSpMk id="16" creationId="{B22DC87A-4215-6F26-6D18-82C2254132BE}"/>
          </ac:cxnSpMkLst>
        </pc:cxnChg>
        <pc:cxnChg chg="add del mod ord">
          <ac:chgData name="Jethro Hotbatahi Hasoloan" userId="6704a177-17bb-4244-9c06-d865e36c920b" providerId="ADAL" clId="{3E066727-BBB6-4D37-A6B5-32C7A00FA4F3}" dt="2026-10-23T11:14:53.446" v="211926"/>
          <ac:cxnSpMkLst>
            <pc:docMk/>
            <pc:sldMk cId="141060815" sldId="2147483627"/>
            <ac:cxnSpMk id="17" creationId="{718E7874-4E49-B432-D552-699B59E40085}"/>
          </ac:cxnSpMkLst>
        </pc:cxnChg>
        <pc:cxnChg chg="add del mod ord">
          <ac:chgData name="Jethro Hotbatahi Hasoloan" userId="6704a177-17bb-4244-9c06-d865e36c920b" providerId="ADAL" clId="{3E066727-BBB6-4D37-A6B5-32C7A00FA4F3}" dt="2026-10-23T11:14:53.459" v="211943"/>
          <ac:cxnSpMkLst>
            <pc:docMk/>
            <pc:sldMk cId="141060815" sldId="2147483627"/>
            <ac:cxnSpMk id="18" creationId="{4FD0B032-7CBF-22F4-AB6F-1034AE34A069}"/>
          </ac:cxnSpMkLst>
        </pc:cxnChg>
        <pc:cxnChg chg="add del mod ord">
          <ac:chgData name="Jethro Hotbatahi Hasoloan" userId="6704a177-17bb-4244-9c06-d865e36c920b" providerId="ADAL" clId="{3E066727-BBB6-4D37-A6B5-32C7A00FA4F3}" dt="2026-10-23T11:14:53.459" v="211941"/>
          <ac:cxnSpMkLst>
            <pc:docMk/>
            <pc:sldMk cId="141060815" sldId="2147483627"/>
            <ac:cxnSpMk id="19" creationId="{679BAD7B-10AE-D869-4789-88A36E9987CE}"/>
          </ac:cxnSpMkLst>
        </pc:cxnChg>
        <pc:cxnChg chg="add del mod ord">
          <ac:chgData name="Jethro Hotbatahi Hasoloan" userId="6704a177-17bb-4244-9c06-d865e36c920b" providerId="ADAL" clId="{3E066727-BBB6-4D37-A6B5-32C7A00FA4F3}" dt="2026-10-23T11:18:12.336" v="217665"/>
          <ac:cxnSpMkLst>
            <pc:docMk/>
            <pc:sldMk cId="141060815" sldId="2147483627"/>
            <ac:cxnSpMk id="50" creationId="{6B8A4F12-AC1C-8A14-7100-4923AC6B0B5F}"/>
          </ac:cxnSpMkLst>
        </pc:cxnChg>
        <pc:cxnChg chg="add del mod ord">
          <ac:chgData name="Jethro Hotbatahi Hasoloan" userId="6704a177-17bb-4244-9c06-d865e36c920b" providerId="ADAL" clId="{3E066727-BBB6-4D37-A6B5-32C7A00FA4F3}" dt="2026-10-23T11:18:12.336" v="217663"/>
          <ac:cxnSpMkLst>
            <pc:docMk/>
            <pc:sldMk cId="141060815" sldId="2147483627"/>
            <ac:cxnSpMk id="52" creationId="{93D3242D-441E-6A08-85EB-CEECE94A3649}"/>
          </ac:cxnSpMkLst>
        </pc:cxnChg>
        <pc:cxnChg chg="mod ord">
          <ac:chgData name="Jethro Hotbatahi Hasoloan" userId="6704a177-17bb-4244-9c06-d865e36c920b" providerId="ADAL" clId="{3E066727-BBB6-4D37-A6B5-32C7A00FA4F3}" dt="2026-10-23T11:27:32.817" v="228887"/>
          <ac:cxnSpMkLst>
            <pc:docMk/>
            <pc:sldMk cId="141060815" sldId="2147483627"/>
            <ac:cxnSpMk id="329" creationId="{544047B7-B5E6-26C9-98D2-70B7B5374027}"/>
          </ac:cxnSpMkLst>
        </pc:cxnChg>
        <pc:cxnChg chg="mod ord">
          <ac:chgData name="Jethro Hotbatahi Hasoloan" userId="6704a177-17bb-4244-9c06-d865e36c920b" providerId="ADAL" clId="{3E066727-BBB6-4D37-A6B5-32C7A00FA4F3}" dt="2026-10-23T11:27:32.817" v="228881"/>
          <ac:cxnSpMkLst>
            <pc:docMk/>
            <pc:sldMk cId="141060815" sldId="2147483627"/>
            <ac:cxnSpMk id="330" creationId="{2F67EC00-3150-2C62-4E9E-4F6C6C8AC7D5}"/>
          </ac:cxnSpMkLst>
        </pc:cxnChg>
        <pc:cxnChg chg="mod ord">
          <ac:chgData name="Jethro Hotbatahi Hasoloan" userId="6704a177-17bb-4244-9c06-d865e36c920b" providerId="ADAL" clId="{3E066727-BBB6-4D37-A6B5-32C7A00FA4F3}" dt="2026-10-23T11:27:32.817" v="228883"/>
          <ac:cxnSpMkLst>
            <pc:docMk/>
            <pc:sldMk cId="141060815" sldId="2147483627"/>
            <ac:cxnSpMk id="331" creationId="{05A5E959-4788-0FAC-4754-F15814B4EB06}"/>
          </ac:cxnSpMkLst>
        </pc:cxnChg>
        <pc:cxnChg chg="mod ord">
          <ac:chgData name="Jethro Hotbatahi Hasoloan" userId="6704a177-17bb-4244-9c06-d865e36c920b" providerId="ADAL" clId="{3E066727-BBB6-4D37-A6B5-32C7A00FA4F3}" dt="2026-10-23T11:27:32.817" v="228885"/>
          <ac:cxnSpMkLst>
            <pc:docMk/>
            <pc:sldMk cId="141060815" sldId="2147483627"/>
            <ac:cxnSpMk id="332" creationId="{BA6E0045-5FD4-7DF0-9B7B-F2F6F2AC6312}"/>
          </ac:cxnSpMkLst>
        </pc:cxnChg>
        <pc:cxnChg chg="mod ord">
          <ac:chgData name="Jethro Hotbatahi Hasoloan" userId="6704a177-17bb-4244-9c06-d865e36c920b" providerId="ADAL" clId="{3E066727-BBB6-4D37-A6B5-32C7A00FA4F3}" dt="2026-10-23T11:27:32.848" v="229058"/>
          <ac:cxnSpMkLst>
            <pc:docMk/>
            <pc:sldMk cId="141060815" sldId="2147483627"/>
            <ac:cxnSpMk id="377" creationId="{D80CF13C-ECB6-C203-C8A0-A83C673033AD}"/>
          </ac:cxnSpMkLst>
        </pc:cxnChg>
        <pc:cxnChg chg="mod ord">
          <ac:chgData name="Jethro Hotbatahi Hasoloan" userId="6704a177-17bb-4244-9c06-d865e36c920b" providerId="ADAL" clId="{3E066727-BBB6-4D37-A6B5-32C7A00FA4F3}" dt="2026-10-23T11:27:32.848" v="229060"/>
          <ac:cxnSpMkLst>
            <pc:docMk/>
            <pc:sldMk cId="141060815" sldId="2147483627"/>
            <ac:cxnSpMk id="379" creationId="{65DEDF53-1766-EB0F-1239-FD865D776204}"/>
          </ac:cxnSpMkLst>
        </pc:cxnChg>
        <pc:cxnChg chg="mod ord">
          <ac:chgData name="Jethro Hotbatahi Hasoloan" userId="6704a177-17bb-4244-9c06-d865e36c920b" providerId="ADAL" clId="{3E066727-BBB6-4D37-A6B5-32C7A00FA4F3}" dt="2026-10-23T11:27:32.848" v="229062"/>
          <ac:cxnSpMkLst>
            <pc:docMk/>
            <pc:sldMk cId="141060815" sldId="2147483627"/>
            <ac:cxnSpMk id="380" creationId="{F4403A09-B149-2EF6-F671-898DC54558A6}"/>
          </ac:cxnSpMkLst>
        </pc:cxnChg>
        <pc:cxnChg chg="add mod ord">
          <ac:chgData name="Jethro Hotbatahi Hasoloan" userId="6704a177-17bb-4244-9c06-d865e36c920b" providerId="ADAL" clId="{3E066727-BBB6-4D37-A6B5-32C7A00FA4F3}" dt="2026-10-22T04:46:01.867" v="98476" actId="13822"/>
          <ac:cxnSpMkLst>
            <pc:docMk/>
            <pc:sldMk cId="141060815" sldId="2147483627"/>
            <ac:cxnSpMk id="404" creationId="{25FCA693-AC11-0094-B35E-2B177DE61E85}"/>
          </ac:cxnSpMkLst>
        </pc:cxnChg>
        <pc:cxnChg chg="add mod ord">
          <ac:chgData name="Jethro Hotbatahi Hasoloan" userId="6704a177-17bb-4244-9c06-d865e36c920b" providerId="ADAL" clId="{3E066727-BBB6-4D37-A6B5-32C7A00FA4F3}" dt="2026-10-22T04:46:01.867" v="98467" actId="13822"/>
          <ac:cxnSpMkLst>
            <pc:docMk/>
            <pc:sldMk cId="141060815" sldId="2147483627"/>
            <ac:cxnSpMk id="405" creationId="{24CF15C7-FF17-B8EA-3876-E9F4ACFCB2CA}"/>
          </ac:cxnSpMkLst>
        </pc:cxnChg>
        <pc:cxnChg chg="add mod ord">
          <ac:chgData name="Jethro Hotbatahi Hasoloan" userId="6704a177-17bb-4244-9c06-d865e36c920b" providerId="ADAL" clId="{3E066727-BBB6-4D37-A6B5-32C7A00FA4F3}" dt="2026-10-22T04:46:01.867" v="98458" actId="13822"/>
          <ac:cxnSpMkLst>
            <pc:docMk/>
            <pc:sldMk cId="141060815" sldId="2147483627"/>
            <ac:cxnSpMk id="406" creationId="{298987E5-2228-18F3-CF56-72E9ACAECB94}"/>
          </ac:cxnSpMkLst>
        </pc:cxnChg>
        <pc:cxnChg chg="add mod ord">
          <ac:chgData name="Jethro Hotbatahi Hasoloan" userId="6704a177-17bb-4244-9c06-d865e36c920b" providerId="ADAL" clId="{3E066727-BBB6-4D37-A6B5-32C7A00FA4F3}" dt="2026-10-22T04:46:01.863" v="98449" actId="13822"/>
          <ac:cxnSpMkLst>
            <pc:docMk/>
            <pc:sldMk cId="141060815" sldId="2147483627"/>
            <ac:cxnSpMk id="407" creationId="{566B98B0-F143-6C53-70A2-CD5C17A34735}"/>
          </ac:cxnSpMkLst>
        </pc:cxnChg>
        <pc:cxnChg chg="add del mod ord">
          <ac:chgData name="Jethro Hotbatahi Hasoloan" userId="6704a177-17bb-4244-9c06-d865e36c920b" providerId="ADAL" clId="{3E066727-BBB6-4D37-A6B5-32C7A00FA4F3}" dt="2026-10-23T11:17:30.396" v="216819"/>
          <ac:cxnSpMkLst>
            <pc:docMk/>
            <pc:sldMk cId="141060815" sldId="2147483627"/>
            <ac:cxnSpMk id="430" creationId="{28F4EF79-FE3D-EB37-E8FE-7F38BBD86F48}"/>
          </ac:cxnSpMkLst>
        </pc:cxnChg>
        <pc:cxnChg chg="add del mod ord">
          <ac:chgData name="Jethro Hotbatahi Hasoloan" userId="6704a177-17bb-4244-9c06-d865e36c920b" providerId="ADAL" clId="{3E066727-BBB6-4D37-A6B5-32C7A00FA4F3}" dt="2026-10-23T11:17:30.396" v="216831"/>
          <ac:cxnSpMkLst>
            <pc:docMk/>
            <pc:sldMk cId="141060815" sldId="2147483627"/>
            <ac:cxnSpMk id="431" creationId="{FDE15373-5641-0247-363F-A1D6521F715E}"/>
          </ac:cxnSpMkLst>
        </pc:cxnChg>
        <pc:cxnChg chg="add del mod ord">
          <ac:chgData name="Jethro Hotbatahi Hasoloan" userId="6704a177-17bb-4244-9c06-d865e36c920b" providerId="ADAL" clId="{3E066727-BBB6-4D37-A6B5-32C7A00FA4F3}" dt="2026-10-23T11:17:30.396" v="216829"/>
          <ac:cxnSpMkLst>
            <pc:docMk/>
            <pc:sldMk cId="141060815" sldId="2147483627"/>
            <ac:cxnSpMk id="432" creationId="{86B0D3FA-44AF-1E99-0ECB-E122E9582AAC}"/>
          </ac:cxnSpMkLst>
        </pc:cxnChg>
        <pc:cxnChg chg="add del mod ord">
          <ac:chgData name="Jethro Hotbatahi Hasoloan" userId="6704a177-17bb-4244-9c06-d865e36c920b" providerId="ADAL" clId="{3E066727-BBB6-4D37-A6B5-32C7A00FA4F3}" dt="2026-10-23T11:17:30.414" v="216864"/>
          <ac:cxnSpMkLst>
            <pc:docMk/>
            <pc:sldMk cId="141060815" sldId="2147483627"/>
            <ac:cxnSpMk id="433" creationId="{9E97770E-70F1-E0EF-1508-D338B5C22FF5}"/>
          </ac:cxnSpMkLst>
        </pc:cxnChg>
        <pc:cxnChg chg="add del mod ord">
          <ac:chgData name="Jethro Hotbatahi Hasoloan" userId="6704a177-17bb-4244-9c06-d865e36c920b" providerId="ADAL" clId="{3E066727-BBB6-4D37-A6B5-32C7A00FA4F3}" dt="2026-10-23T11:17:30.414" v="216862"/>
          <ac:cxnSpMkLst>
            <pc:docMk/>
            <pc:sldMk cId="141060815" sldId="2147483627"/>
            <ac:cxnSpMk id="434" creationId="{121AA826-1C89-FDFE-F00D-8CAB5B51CD99}"/>
          </ac:cxnSpMkLst>
        </pc:cxnChg>
        <pc:cxnChg chg="add del mod ord">
          <ac:chgData name="Jethro Hotbatahi Hasoloan" userId="6704a177-17bb-4244-9c06-d865e36c920b" providerId="ADAL" clId="{3E066727-BBB6-4D37-A6B5-32C7A00FA4F3}" dt="2026-10-23T11:17:55.442" v="217129"/>
          <ac:cxnSpMkLst>
            <pc:docMk/>
            <pc:sldMk cId="141060815" sldId="2147483627"/>
            <ac:cxnSpMk id="435" creationId="{2552960E-56F2-FC86-4427-05A544480F13}"/>
          </ac:cxnSpMkLst>
        </pc:cxnChg>
        <pc:cxnChg chg="add del mod ord">
          <ac:chgData name="Jethro Hotbatahi Hasoloan" userId="6704a177-17bb-4244-9c06-d865e36c920b" providerId="ADAL" clId="{3E066727-BBB6-4D37-A6B5-32C7A00FA4F3}" dt="2026-10-23T11:17:55.460" v="217141"/>
          <ac:cxnSpMkLst>
            <pc:docMk/>
            <pc:sldMk cId="141060815" sldId="2147483627"/>
            <ac:cxnSpMk id="436" creationId="{7D4319A5-E0AF-02A6-CA3F-D6F50D0DA69D}"/>
          </ac:cxnSpMkLst>
        </pc:cxnChg>
        <pc:cxnChg chg="add del mod ord">
          <ac:chgData name="Jethro Hotbatahi Hasoloan" userId="6704a177-17bb-4244-9c06-d865e36c920b" providerId="ADAL" clId="{3E066727-BBB6-4D37-A6B5-32C7A00FA4F3}" dt="2026-10-23T11:17:55.458" v="217139"/>
          <ac:cxnSpMkLst>
            <pc:docMk/>
            <pc:sldMk cId="141060815" sldId="2147483627"/>
            <ac:cxnSpMk id="437" creationId="{A496D3AA-220C-0A48-5153-F9FC8C74F2D5}"/>
          </ac:cxnSpMkLst>
        </pc:cxnChg>
        <pc:cxnChg chg="add del mod ord">
          <ac:chgData name="Jethro Hotbatahi Hasoloan" userId="6704a177-17bb-4244-9c06-d865e36c920b" providerId="ADAL" clId="{3E066727-BBB6-4D37-A6B5-32C7A00FA4F3}" dt="2026-10-23T11:16:36.189" v="215222"/>
          <ac:cxnSpMkLst>
            <pc:docMk/>
            <pc:sldMk cId="141060815" sldId="2147483627"/>
            <ac:cxnSpMk id="438" creationId="{809C5DE9-699A-86C7-EFEE-B91C277AA5CA}"/>
          </ac:cxnSpMkLst>
        </pc:cxnChg>
        <pc:cxnChg chg="add del mod ord">
          <ac:chgData name="Jethro Hotbatahi Hasoloan" userId="6704a177-17bb-4244-9c06-d865e36c920b" providerId="ADAL" clId="{3E066727-BBB6-4D37-A6B5-32C7A00FA4F3}" dt="2026-10-23T11:16:36.189" v="215220"/>
          <ac:cxnSpMkLst>
            <pc:docMk/>
            <pc:sldMk cId="141060815" sldId="2147483627"/>
            <ac:cxnSpMk id="439" creationId="{D2472DF2-B6A3-F759-74E6-E248A69038B2}"/>
          </ac:cxnSpMkLst>
        </pc:cxnChg>
        <pc:cxnChg chg="add del mod ord">
          <ac:chgData name="Jethro Hotbatahi Hasoloan" userId="6704a177-17bb-4244-9c06-d865e36c920b" providerId="ADAL" clId="{3E066727-BBB6-4D37-A6B5-32C7A00FA4F3}" dt="2026-10-23T11:14:53.400" v="211877"/>
          <ac:cxnSpMkLst>
            <pc:docMk/>
            <pc:sldMk cId="141060815" sldId="2147483627"/>
            <ac:cxnSpMk id="440" creationId="{EECE9CD9-4043-4D4A-EF26-597DFE48044C}"/>
          </ac:cxnSpMkLst>
        </pc:cxnChg>
        <pc:cxnChg chg="add del mod ord">
          <ac:chgData name="Jethro Hotbatahi Hasoloan" userId="6704a177-17bb-4244-9c06-d865e36c920b" providerId="ADAL" clId="{3E066727-BBB6-4D37-A6B5-32C7A00FA4F3}" dt="2026-10-23T11:14:53.410" v="211889"/>
          <ac:cxnSpMkLst>
            <pc:docMk/>
            <pc:sldMk cId="141060815" sldId="2147483627"/>
            <ac:cxnSpMk id="441" creationId="{B48504F9-6586-8D02-0DBA-6AF45E8F08CE}"/>
          </ac:cxnSpMkLst>
        </pc:cxnChg>
        <pc:cxnChg chg="add del mod ord">
          <ac:chgData name="Jethro Hotbatahi Hasoloan" userId="6704a177-17bb-4244-9c06-d865e36c920b" providerId="ADAL" clId="{3E066727-BBB6-4D37-A6B5-32C7A00FA4F3}" dt="2026-10-23T11:14:53.408" v="211887"/>
          <ac:cxnSpMkLst>
            <pc:docMk/>
            <pc:sldMk cId="141060815" sldId="2147483627"/>
            <ac:cxnSpMk id="442" creationId="{40A94BE5-EA87-9170-E56E-E3688CA6E51E}"/>
          </ac:cxnSpMkLst>
        </pc:cxnChg>
        <pc:cxnChg chg="add del mod ord">
          <ac:chgData name="Jethro Hotbatahi Hasoloan" userId="6704a177-17bb-4244-9c06-d865e36c920b" providerId="ADAL" clId="{3E066727-BBB6-4D37-A6B5-32C7A00FA4F3}" dt="2026-10-23T11:14:53.427" v="211905"/>
          <ac:cxnSpMkLst>
            <pc:docMk/>
            <pc:sldMk cId="141060815" sldId="2147483627"/>
            <ac:cxnSpMk id="443" creationId="{E5269156-D058-10F9-7874-873A476B2475}"/>
          </ac:cxnSpMkLst>
        </pc:cxnChg>
        <pc:cxnChg chg="add del mod ord">
          <ac:chgData name="Jethro Hotbatahi Hasoloan" userId="6704a177-17bb-4244-9c06-d865e36c920b" providerId="ADAL" clId="{3E066727-BBB6-4D37-A6B5-32C7A00FA4F3}" dt="2026-10-23T11:14:53.427" v="211903"/>
          <ac:cxnSpMkLst>
            <pc:docMk/>
            <pc:sldMk cId="141060815" sldId="2147483627"/>
            <ac:cxnSpMk id="444" creationId="{D9C5A9B1-7341-C819-DEE2-F70B84BC7560}"/>
          </ac:cxnSpMkLst>
        </pc:cxnChg>
        <pc:cxnChg chg="add del mod ord">
          <ac:chgData name="Jethro Hotbatahi Hasoloan" userId="6704a177-17bb-4244-9c06-d865e36c920b" providerId="ADAL" clId="{3E066727-BBB6-4D37-A6B5-32C7A00FA4F3}" dt="2026-10-23T11:18:01.035" v="217383"/>
          <ac:cxnSpMkLst>
            <pc:docMk/>
            <pc:sldMk cId="141060815" sldId="2147483627"/>
            <ac:cxnSpMk id="453" creationId="{51A1E1AD-26B8-3E3C-B8D3-FE648D901BE4}"/>
          </ac:cxnSpMkLst>
        </pc:cxnChg>
        <pc:cxnChg chg="add del mod ord">
          <ac:chgData name="Jethro Hotbatahi Hasoloan" userId="6704a177-17bb-4244-9c06-d865e36c920b" providerId="ADAL" clId="{3E066727-BBB6-4D37-A6B5-32C7A00FA4F3}" dt="2026-10-23T11:17:39.142" v="217096"/>
          <ac:cxnSpMkLst>
            <pc:docMk/>
            <pc:sldMk cId="141060815" sldId="2147483627"/>
            <ac:cxnSpMk id="454" creationId="{70C48052-C2E1-0479-5882-D598EDB7B344}"/>
          </ac:cxnSpMkLst>
        </pc:cxnChg>
        <pc:cxnChg chg="add del mod ord">
          <ac:chgData name="Jethro Hotbatahi Hasoloan" userId="6704a177-17bb-4244-9c06-d865e36c920b" providerId="ADAL" clId="{3E066727-BBB6-4D37-A6B5-32C7A00FA4F3}" dt="2026-10-23T11:17:39.142" v="217094"/>
          <ac:cxnSpMkLst>
            <pc:docMk/>
            <pc:sldMk cId="141060815" sldId="2147483627"/>
            <ac:cxnSpMk id="455" creationId="{004E7AE2-F01D-FFE6-291A-759E7638F12C}"/>
          </ac:cxnSpMkLst>
        </pc:cxnChg>
        <pc:cxnChg chg="add mod ord">
          <ac:chgData name="Jethro Hotbatahi Hasoloan" userId="6704a177-17bb-4244-9c06-d865e36c920b" providerId="ADAL" clId="{3E066727-BBB6-4D37-A6B5-32C7A00FA4F3}" dt="2026-10-22T04:47:18.966" v="104247" actId="13822"/>
          <ac:cxnSpMkLst>
            <pc:docMk/>
            <pc:sldMk cId="141060815" sldId="2147483627"/>
            <ac:cxnSpMk id="457" creationId="{04CFE9AF-0A25-4AE6-6201-6C0E3EA8510E}"/>
          </ac:cxnSpMkLst>
        </pc:cxnChg>
        <pc:cxnChg chg="add del mod ord">
          <ac:chgData name="Jethro Hotbatahi Hasoloan" userId="6704a177-17bb-4244-9c06-d865e36c920b" providerId="ADAL" clId="{3E066727-BBB6-4D37-A6B5-32C7A00FA4F3}" dt="2026-10-23T11:17:39.142" v="217111"/>
          <ac:cxnSpMkLst>
            <pc:docMk/>
            <pc:sldMk cId="141060815" sldId="2147483627"/>
            <ac:cxnSpMk id="457" creationId="{1493B475-9165-14DF-8F14-489F8DC8BEF0}"/>
          </ac:cxnSpMkLst>
        </pc:cxnChg>
        <pc:cxnChg chg="add mod ord">
          <ac:chgData name="Jethro Hotbatahi Hasoloan" userId="6704a177-17bb-4244-9c06-d865e36c920b" providerId="ADAL" clId="{3E066727-BBB6-4D37-A6B5-32C7A00FA4F3}" dt="2026-10-22T04:47:18.966" v="104238" actId="13822"/>
          <ac:cxnSpMkLst>
            <pc:docMk/>
            <pc:sldMk cId="141060815" sldId="2147483627"/>
            <ac:cxnSpMk id="458" creationId="{3F3FC727-5CE1-2974-5651-83E4BA4FA706}"/>
          </ac:cxnSpMkLst>
        </pc:cxnChg>
        <pc:cxnChg chg="add del mod ord">
          <ac:chgData name="Jethro Hotbatahi Hasoloan" userId="6704a177-17bb-4244-9c06-d865e36c920b" providerId="ADAL" clId="{3E066727-BBB6-4D37-A6B5-32C7A00FA4F3}" dt="2026-10-23T11:17:39.142" v="217109"/>
          <ac:cxnSpMkLst>
            <pc:docMk/>
            <pc:sldMk cId="141060815" sldId="2147483627"/>
            <ac:cxnSpMk id="458" creationId="{776B301B-50EE-3DDB-CC0F-89B90AD1ABD2}"/>
          </ac:cxnSpMkLst>
        </pc:cxnChg>
        <pc:cxnChg chg="add mod ord">
          <ac:chgData name="Jethro Hotbatahi Hasoloan" userId="6704a177-17bb-4244-9c06-d865e36c920b" providerId="ADAL" clId="{3E066727-BBB6-4D37-A6B5-32C7A00FA4F3}" dt="2026-10-22T04:47:18.950" v="104214" actId="13822"/>
          <ac:cxnSpMkLst>
            <pc:docMk/>
            <pc:sldMk cId="141060815" sldId="2147483627"/>
            <ac:cxnSpMk id="459" creationId="{91485D61-785A-994F-F3F5-ED8BFB041920}"/>
          </ac:cxnSpMkLst>
        </pc:cxnChg>
        <pc:cxnChg chg="add mod ord">
          <ac:chgData name="Jethro Hotbatahi Hasoloan" userId="6704a177-17bb-4244-9c06-d865e36c920b" providerId="ADAL" clId="{3E066727-BBB6-4D37-A6B5-32C7A00FA4F3}" dt="2026-10-23T11:27:32.817" v="228891"/>
          <ac:cxnSpMkLst>
            <pc:docMk/>
            <pc:sldMk cId="141060815" sldId="2147483627"/>
            <ac:cxnSpMk id="460" creationId="{4B19EE58-2260-729A-031B-B490D79FDFCD}"/>
          </ac:cxnSpMkLst>
        </pc:cxnChg>
        <pc:cxnChg chg="add mod ord">
          <ac:chgData name="Jethro Hotbatahi Hasoloan" userId="6704a177-17bb-4244-9c06-d865e36c920b" providerId="ADAL" clId="{3E066727-BBB6-4D37-A6B5-32C7A00FA4F3}" dt="2026-10-22T04:47:18.950" v="104205" actId="13822"/>
          <ac:cxnSpMkLst>
            <pc:docMk/>
            <pc:sldMk cId="141060815" sldId="2147483627"/>
            <ac:cxnSpMk id="460" creationId="{EC3E38D5-6237-CA6D-16E3-1541E87D8F00}"/>
          </ac:cxnSpMkLst>
        </pc:cxnChg>
        <pc:cxnChg chg="add mod ord">
          <ac:chgData name="Jethro Hotbatahi Hasoloan" userId="6704a177-17bb-4244-9c06-d865e36c920b" providerId="ADAL" clId="{3E066727-BBB6-4D37-A6B5-32C7A00FA4F3}" dt="2026-10-22T04:47:18.950" v="104180" actId="13822"/>
          <ac:cxnSpMkLst>
            <pc:docMk/>
            <pc:sldMk cId="141060815" sldId="2147483627"/>
            <ac:cxnSpMk id="461" creationId="{6FBFADC2-7A73-6F26-4FB1-B55057311C59}"/>
          </ac:cxnSpMkLst>
        </pc:cxnChg>
        <pc:cxnChg chg="add mod ord">
          <ac:chgData name="Jethro Hotbatahi Hasoloan" userId="6704a177-17bb-4244-9c06-d865e36c920b" providerId="ADAL" clId="{3E066727-BBB6-4D37-A6B5-32C7A00FA4F3}" dt="2026-10-23T11:27:32.817" v="228893"/>
          <ac:cxnSpMkLst>
            <pc:docMk/>
            <pc:sldMk cId="141060815" sldId="2147483627"/>
            <ac:cxnSpMk id="461" creationId="{DDFE9696-AEF6-74EC-AE2C-354FD972EC61}"/>
          </ac:cxnSpMkLst>
        </pc:cxnChg>
        <pc:cxnChg chg="add mod ord">
          <ac:chgData name="Jethro Hotbatahi Hasoloan" userId="6704a177-17bb-4244-9c06-d865e36c920b" providerId="ADAL" clId="{3E066727-BBB6-4D37-A6B5-32C7A00FA4F3}" dt="2026-10-22T04:47:18.944" v="104168" actId="13822"/>
          <ac:cxnSpMkLst>
            <pc:docMk/>
            <pc:sldMk cId="141060815" sldId="2147483627"/>
            <ac:cxnSpMk id="462" creationId="{7B74BBD8-35AE-484C-89CB-BE2C8A2C529D}"/>
          </ac:cxnSpMkLst>
        </pc:cxnChg>
        <pc:cxnChg chg="add del mod ord">
          <ac:chgData name="Jethro Hotbatahi Hasoloan" userId="6704a177-17bb-4244-9c06-d865e36c920b" providerId="ADAL" clId="{3E066727-BBB6-4D37-A6B5-32C7A00FA4F3}" dt="2026-10-23T11:18:18.282" v="217680"/>
          <ac:cxnSpMkLst>
            <pc:docMk/>
            <pc:sldMk cId="141060815" sldId="2147483627"/>
            <ac:cxnSpMk id="462" creationId="{F40A365D-90B8-75E9-AC2E-F81950AEEA31}"/>
          </ac:cxnSpMkLst>
        </pc:cxnChg>
        <pc:cxnChg chg="add mod ord">
          <ac:chgData name="Jethro Hotbatahi Hasoloan" userId="6704a177-17bb-4244-9c06-d865e36c920b" providerId="ADAL" clId="{3E066727-BBB6-4D37-A6B5-32C7A00FA4F3}" dt="2026-10-22T04:47:18.942" v="104159" actId="13822"/>
          <ac:cxnSpMkLst>
            <pc:docMk/>
            <pc:sldMk cId="141060815" sldId="2147483627"/>
            <ac:cxnSpMk id="463" creationId="{B206C4C7-CD22-0006-9291-5AAF53AD2ABA}"/>
          </ac:cxnSpMkLst>
        </pc:cxnChg>
        <pc:cxnChg chg="add del mod ord">
          <ac:chgData name="Jethro Hotbatahi Hasoloan" userId="6704a177-17bb-4244-9c06-d865e36c920b" providerId="ADAL" clId="{3E066727-BBB6-4D37-A6B5-32C7A00FA4F3}" dt="2026-10-23T11:18:18.282" v="217691"/>
          <ac:cxnSpMkLst>
            <pc:docMk/>
            <pc:sldMk cId="141060815" sldId="2147483627"/>
            <ac:cxnSpMk id="463" creationId="{C8A68D97-8595-189A-DEF0-1021B4400687}"/>
          </ac:cxnSpMkLst>
        </pc:cxnChg>
        <pc:cxnChg chg="add del mod ord">
          <ac:chgData name="Jethro Hotbatahi Hasoloan" userId="6704a177-17bb-4244-9c06-d865e36c920b" providerId="ADAL" clId="{3E066727-BBB6-4D37-A6B5-32C7A00FA4F3}" dt="2026-10-23T11:18:18.282" v="217689"/>
          <ac:cxnSpMkLst>
            <pc:docMk/>
            <pc:sldMk cId="141060815" sldId="2147483627"/>
            <ac:cxnSpMk id="464" creationId="{03D6C4C4-E34E-61F1-A00A-EDCC8AF7246A}"/>
          </ac:cxnSpMkLst>
        </pc:cxnChg>
        <pc:cxnChg chg="add mod ord">
          <ac:chgData name="Jethro Hotbatahi Hasoloan" userId="6704a177-17bb-4244-9c06-d865e36c920b" providerId="ADAL" clId="{3E066727-BBB6-4D37-A6B5-32C7A00FA4F3}" dt="2026-10-22T04:47:18.938" v="104147" actId="13822"/>
          <ac:cxnSpMkLst>
            <pc:docMk/>
            <pc:sldMk cId="141060815" sldId="2147483627"/>
            <ac:cxnSpMk id="464" creationId="{916D7F00-446C-9EBD-12F6-57D69C08227B}"/>
          </ac:cxnSpMkLst>
        </pc:cxnChg>
        <pc:cxnChg chg="add mod ord">
          <ac:chgData name="Jethro Hotbatahi Hasoloan" userId="6704a177-17bb-4244-9c06-d865e36c920b" providerId="ADAL" clId="{3E066727-BBB6-4D37-A6B5-32C7A00FA4F3}" dt="2026-10-22T04:47:18.934" v="104138" actId="13822"/>
          <ac:cxnSpMkLst>
            <pc:docMk/>
            <pc:sldMk cId="141060815" sldId="2147483627"/>
            <ac:cxnSpMk id="465" creationId="{BEE14A91-23CD-1B50-0B43-73A9426CD567}"/>
          </ac:cxnSpMkLst>
        </pc:cxnChg>
        <pc:cxnChg chg="add mod ord">
          <ac:chgData name="Jethro Hotbatahi Hasoloan" userId="6704a177-17bb-4244-9c06-d865e36c920b" providerId="ADAL" clId="{3E066727-BBB6-4D37-A6B5-32C7A00FA4F3}" dt="2026-10-22T04:47:18.526" v="103997" actId="13822"/>
          <ac:cxnSpMkLst>
            <pc:docMk/>
            <pc:sldMk cId="141060815" sldId="2147483627"/>
            <ac:cxnSpMk id="467" creationId="{512075BB-C7DE-DE56-B4A6-784D681767C2}"/>
          </ac:cxnSpMkLst>
        </pc:cxnChg>
        <pc:cxnChg chg="add del mod ord">
          <ac:chgData name="Jethro Hotbatahi Hasoloan" userId="6704a177-17bb-4244-9c06-d865e36c920b" providerId="ADAL" clId="{3E066727-BBB6-4D37-A6B5-32C7A00FA4F3}" dt="2026-10-23T11:18:56.928" v="218023"/>
          <ac:cxnSpMkLst>
            <pc:docMk/>
            <pc:sldMk cId="141060815" sldId="2147483627"/>
            <ac:cxnSpMk id="467" creationId="{56C4E125-DEC0-E40C-1FC3-3E9ED233FC64}"/>
          </ac:cxnSpMkLst>
        </pc:cxnChg>
        <pc:cxnChg chg="add mod ord">
          <ac:chgData name="Jethro Hotbatahi Hasoloan" userId="6704a177-17bb-4244-9c06-d865e36c920b" providerId="ADAL" clId="{3E066727-BBB6-4D37-A6B5-32C7A00FA4F3}" dt="2026-10-22T04:47:18.523" v="103988" actId="13822"/>
          <ac:cxnSpMkLst>
            <pc:docMk/>
            <pc:sldMk cId="141060815" sldId="2147483627"/>
            <ac:cxnSpMk id="468" creationId="{3C71F1D4-AEA0-36A9-8394-9FB0DF62FC9D}"/>
          </ac:cxnSpMkLst>
        </pc:cxnChg>
        <pc:cxnChg chg="add mod ord">
          <ac:chgData name="Jethro Hotbatahi Hasoloan" userId="6704a177-17bb-4244-9c06-d865e36c920b" providerId="ADAL" clId="{3E066727-BBB6-4D37-A6B5-32C7A00FA4F3}" dt="2026-10-22T04:47:18.517" v="103964" actId="13822"/>
          <ac:cxnSpMkLst>
            <pc:docMk/>
            <pc:sldMk cId="141060815" sldId="2147483627"/>
            <ac:cxnSpMk id="469" creationId="{7DE71E78-D80F-2270-1669-5D480FC90A7E}"/>
          </ac:cxnSpMkLst>
        </pc:cxnChg>
        <pc:cxnChg chg="add mod ord">
          <ac:chgData name="Jethro Hotbatahi Hasoloan" userId="6704a177-17bb-4244-9c06-d865e36c920b" providerId="ADAL" clId="{3E066727-BBB6-4D37-A6B5-32C7A00FA4F3}" dt="2026-10-22T04:47:18.515" v="103955" actId="13822"/>
          <ac:cxnSpMkLst>
            <pc:docMk/>
            <pc:sldMk cId="141060815" sldId="2147483627"/>
            <ac:cxnSpMk id="470" creationId="{3B0B0B85-4D24-41A3-A0F5-EE5A6A59BDD4}"/>
          </ac:cxnSpMkLst>
        </pc:cxnChg>
        <pc:cxnChg chg="add mod ord">
          <ac:chgData name="Jethro Hotbatahi Hasoloan" userId="6704a177-17bb-4244-9c06-d865e36c920b" providerId="ADAL" clId="{3E066727-BBB6-4D37-A6B5-32C7A00FA4F3}" dt="2026-10-22T04:47:18.505" v="103938" actId="13822"/>
          <ac:cxnSpMkLst>
            <pc:docMk/>
            <pc:sldMk cId="141060815" sldId="2147483627"/>
            <ac:cxnSpMk id="471" creationId="{555504F8-3BDB-DB79-580D-C5D181C618FD}"/>
          </ac:cxnSpMkLst>
        </pc:cxnChg>
        <pc:cxnChg chg="add mod ord">
          <ac:chgData name="Jethro Hotbatahi Hasoloan" userId="6704a177-17bb-4244-9c06-d865e36c920b" providerId="ADAL" clId="{3E066727-BBB6-4D37-A6B5-32C7A00FA4F3}" dt="2026-10-22T04:47:18.505" v="103926" actId="13822"/>
          <ac:cxnSpMkLst>
            <pc:docMk/>
            <pc:sldMk cId="141060815" sldId="2147483627"/>
            <ac:cxnSpMk id="472" creationId="{5C26D5A4-2B0A-B985-054C-02025DE6DEC3}"/>
          </ac:cxnSpMkLst>
        </pc:cxnChg>
        <pc:cxnChg chg="add mod ord">
          <ac:chgData name="Jethro Hotbatahi Hasoloan" userId="6704a177-17bb-4244-9c06-d865e36c920b" providerId="ADAL" clId="{3E066727-BBB6-4D37-A6B5-32C7A00FA4F3}" dt="2026-10-22T04:47:30.799" v="106406" actId="13822"/>
          <ac:cxnSpMkLst>
            <pc:docMk/>
            <pc:sldMk cId="141060815" sldId="2147483627"/>
            <ac:cxnSpMk id="475" creationId="{984592CE-C46B-2278-6EE6-669E36D416F3}"/>
          </ac:cxnSpMkLst>
        </pc:cxnChg>
        <pc:cxnChg chg="add mod ord">
          <ac:chgData name="Jethro Hotbatahi Hasoloan" userId="6704a177-17bb-4244-9c06-d865e36c920b" providerId="ADAL" clId="{3E066727-BBB6-4D37-A6B5-32C7A00FA4F3}" dt="2026-10-22T04:47:30.794" v="106397" actId="13822"/>
          <ac:cxnSpMkLst>
            <pc:docMk/>
            <pc:sldMk cId="141060815" sldId="2147483627"/>
            <ac:cxnSpMk id="476" creationId="{ED039AC2-01AE-31DD-0A48-2BEFB99542B5}"/>
          </ac:cxnSpMkLst>
        </pc:cxnChg>
        <pc:cxnChg chg="add mod ord">
          <ac:chgData name="Jethro Hotbatahi Hasoloan" userId="6704a177-17bb-4244-9c06-d865e36c920b" providerId="ADAL" clId="{3E066727-BBB6-4D37-A6B5-32C7A00FA4F3}" dt="2026-10-22T04:47:30.788" v="106373" actId="13822"/>
          <ac:cxnSpMkLst>
            <pc:docMk/>
            <pc:sldMk cId="141060815" sldId="2147483627"/>
            <ac:cxnSpMk id="477" creationId="{DA3DE712-3671-9D78-C33B-52D05E8E7632}"/>
          </ac:cxnSpMkLst>
        </pc:cxnChg>
        <pc:cxnChg chg="add mod ord">
          <ac:chgData name="Jethro Hotbatahi Hasoloan" userId="6704a177-17bb-4244-9c06-d865e36c920b" providerId="ADAL" clId="{3E066727-BBB6-4D37-A6B5-32C7A00FA4F3}" dt="2026-10-22T04:47:30.786" v="106364" actId="13822"/>
          <ac:cxnSpMkLst>
            <pc:docMk/>
            <pc:sldMk cId="141060815" sldId="2147483627"/>
            <ac:cxnSpMk id="478" creationId="{5066BE0F-CA49-EE22-95E3-E5DAA3E9C78A}"/>
          </ac:cxnSpMkLst>
        </pc:cxnChg>
        <pc:cxnChg chg="add mod ord">
          <ac:chgData name="Jethro Hotbatahi Hasoloan" userId="6704a177-17bb-4244-9c06-d865e36c920b" providerId="ADAL" clId="{3E066727-BBB6-4D37-A6B5-32C7A00FA4F3}" dt="2026-10-22T04:47:30.779" v="106340" actId="13822"/>
          <ac:cxnSpMkLst>
            <pc:docMk/>
            <pc:sldMk cId="141060815" sldId="2147483627"/>
            <ac:cxnSpMk id="479" creationId="{BA7E2230-697F-1CCC-815A-166661715371}"/>
          </ac:cxnSpMkLst>
        </pc:cxnChg>
        <pc:cxnChg chg="add mod ord">
          <ac:chgData name="Jethro Hotbatahi Hasoloan" userId="6704a177-17bb-4244-9c06-d865e36c920b" providerId="ADAL" clId="{3E066727-BBB6-4D37-A6B5-32C7A00FA4F3}" dt="2026-10-22T04:47:30.777" v="106331" actId="13822"/>
          <ac:cxnSpMkLst>
            <pc:docMk/>
            <pc:sldMk cId="141060815" sldId="2147483627"/>
            <ac:cxnSpMk id="480" creationId="{B4648169-064D-5DE6-DBDF-655C28FC446B}"/>
          </ac:cxnSpMkLst>
        </pc:cxnChg>
        <pc:cxnChg chg="add mod ord">
          <ac:chgData name="Jethro Hotbatahi Hasoloan" userId="6704a177-17bb-4244-9c06-d865e36c920b" providerId="ADAL" clId="{3E066727-BBB6-4D37-A6B5-32C7A00FA4F3}" dt="2026-10-22T04:47:30.770" v="106314" actId="13822"/>
          <ac:cxnSpMkLst>
            <pc:docMk/>
            <pc:sldMk cId="141060815" sldId="2147483627"/>
            <ac:cxnSpMk id="481" creationId="{F5F29469-DACE-BB43-37DD-37E6650CC069}"/>
          </ac:cxnSpMkLst>
        </pc:cxnChg>
        <pc:cxnChg chg="add mod ord">
          <ac:chgData name="Jethro Hotbatahi Hasoloan" userId="6704a177-17bb-4244-9c06-d865e36c920b" providerId="ADAL" clId="{3E066727-BBB6-4D37-A6B5-32C7A00FA4F3}" dt="2026-10-22T04:47:30.765" v="106302" actId="13822"/>
          <ac:cxnSpMkLst>
            <pc:docMk/>
            <pc:sldMk cId="141060815" sldId="2147483627"/>
            <ac:cxnSpMk id="482" creationId="{430D23A2-6AEC-83E7-CAA7-5C382655C383}"/>
          </ac:cxnSpMkLst>
        </pc:cxnChg>
        <pc:cxnChg chg="add mod ord">
          <ac:chgData name="Jethro Hotbatahi Hasoloan" userId="6704a177-17bb-4244-9c06-d865e36c920b" providerId="ADAL" clId="{3E066727-BBB6-4D37-A6B5-32C7A00FA4F3}" dt="2026-10-22T04:47:30.754" v="106293" actId="13822"/>
          <ac:cxnSpMkLst>
            <pc:docMk/>
            <pc:sldMk cId="141060815" sldId="2147483627"/>
            <ac:cxnSpMk id="483" creationId="{6E241306-F185-9C72-BADC-893F465AA8F0}"/>
          </ac:cxnSpMkLst>
        </pc:cxnChg>
        <pc:cxnChg chg="add mod ord">
          <ac:chgData name="Jethro Hotbatahi Hasoloan" userId="6704a177-17bb-4244-9c06-d865e36c920b" providerId="ADAL" clId="{3E066727-BBB6-4D37-A6B5-32C7A00FA4F3}" dt="2026-10-22T04:47:30.754" v="106283" actId="13822"/>
          <ac:cxnSpMkLst>
            <pc:docMk/>
            <pc:sldMk cId="141060815" sldId="2147483627"/>
            <ac:cxnSpMk id="484" creationId="{C4179BE0-7647-43CB-2E91-0A7DDB62C7BF}"/>
          </ac:cxnSpMkLst>
        </pc:cxnChg>
        <pc:cxnChg chg="add mod ord">
          <ac:chgData name="Jethro Hotbatahi Hasoloan" userId="6704a177-17bb-4244-9c06-d865e36c920b" providerId="ADAL" clId="{3E066727-BBB6-4D37-A6B5-32C7A00FA4F3}" dt="2026-10-22T04:47:30.754" v="106274" actId="13822"/>
          <ac:cxnSpMkLst>
            <pc:docMk/>
            <pc:sldMk cId="141060815" sldId="2147483627"/>
            <ac:cxnSpMk id="485" creationId="{155B0E3E-C818-2676-A6C5-C11D088A89AD}"/>
          </ac:cxnSpMkLst>
        </pc:cxnChg>
        <pc:cxnChg chg="add mod ord">
          <ac:chgData name="Jethro Hotbatahi Hasoloan" userId="6704a177-17bb-4244-9c06-d865e36c920b" providerId="ADAL" clId="{3E066727-BBB6-4D37-A6B5-32C7A00FA4F3}" dt="2026-10-22T04:47:30.752" v="106263" actId="13822"/>
          <ac:cxnSpMkLst>
            <pc:docMk/>
            <pc:sldMk cId="141060815" sldId="2147483627"/>
            <ac:cxnSpMk id="486" creationId="{75751531-BC6A-3DF3-C784-EF98A3860EF5}"/>
          </ac:cxnSpMkLst>
        </pc:cxnChg>
        <pc:cxnChg chg="add mod ord">
          <ac:chgData name="Jethro Hotbatahi Hasoloan" userId="6704a177-17bb-4244-9c06-d865e36c920b" providerId="ADAL" clId="{3E066727-BBB6-4D37-A6B5-32C7A00FA4F3}" dt="2026-10-22T04:47:30.748" v="106254" actId="13822"/>
          <ac:cxnSpMkLst>
            <pc:docMk/>
            <pc:sldMk cId="141060815" sldId="2147483627"/>
            <ac:cxnSpMk id="487" creationId="{CA3BC014-23B5-FED5-8E3F-0F71C46EE2B6}"/>
          </ac:cxnSpMkLst>
        </pc:cxnChg>
        <pc:cxnChg chg="add mod ord">
          <ac:chgData name="Jethro Hotbatahi Hasoloan" userId="6704a177-17bb-4244-9c06-d865e36c920b" providerId="ADAL" clId="{3E066727-BBB6-4D37-A6B5-32C7A00FA4F3}" dt="2026-10-22T04:47:30.746" v="106242" actId="13822"/>
          <ac:cxnSpMkLst>
            <pc:docMk/>
            <pc:sldMk cId="141060815" sldId="2147483627"/>
            <ac:cxnSpMk id="488" creationId="{FD3CDB1C-BE75-4496-D815-AF1EFDDC688C}"/>
          </ac:cxnSpMkLst>
        </pc:cxnChg>
        <pc:cxnChg chg="add del mod ord">
          <ac:chgData name="Jethro Hotbatahi Hasoloan" userId="6704a177-17bb-4244-9c06-d865e36c920b" providerId="ADAL" clId="{3E066727-BBB6-4D37-A6B5-32C7A00FA4F3}" dt="2026-10-23T11:22:38.040" v="223499"/>
          <ac:cxnSpMkLst>
            <pc:docMk/>
            <pc:sldMk cId="141060815" sldId="2147483627"/>
            <ac:cxnSpMk id="509" creationId="{7337A655-573E-66BF-75B6-36A3D090DDDF}"/>
          </ac:cxnSpMkLst>
        </pc:cxnChg>
        <pc:cxnChg chg="add del mod ord">
          <ac:chgData name="Jethro Hotbatahi Hasoloan" userId="6704a177-17bb-4244-9c06-d865e36c920b" providerId="ADAL" clId="{3E066727-BBB6-4D37-A6B5-32C7A00FA4F3}" dt="2026-10-23T11:27:45.831" v="229078"/>
          <ac:cxnSpMkLst>
            <pc:docMk/>
            <pc:sldMk cId="141060815" sldId="2147483627"/>
            <ac:cxnSpMk id="551" creationId="{7F11322A-4F2E-39CD-2C83-E7A94D91E315}"/>
          </ac:cxnSpMkLst>
        </pc:cxnChg>
      </pc:sldChg>
      <pc:sldChg chg="addSp delSp modSp new mod">
        <pc:chgData name="Jethro Hotbatahi Hasoloan" userId="6704a177-17bb-4244-9c06-d865e36c920b" providerId="ADAL" clId="{3E066727-BBB6-4D37-A6B5-32C7A00FA4F3}" dt="2026-10-23T11:02:50.015" v="189283"/>
        <pc:sldMkLst>
          <pc:docMk/>
          <pc:sldMk cId="2985496673" sldId="2147483628"/>
        </pc:sldMkLst>
        <pc:spChg chg="mod ord">
          <ac:chgData name="Jethro Hotbatahi Hasoloan" userId="6704a177-17bb-4244-9c06-d865e36c920b" providerId="ADAL" clId="{3E066727-BBB6-4D37-A6B5-32C7A00FA4F3}" dt="2026-10-23T11:02:49.998" v="189122"/>
          <ac:spMkLst>
            <pc:docMk/>
            <pc:sldMk cId="2985496673" sldId="2147483628"/>
            <ac:spMk id="2" creationId="{655C0020-50E8-A4C6-6024-7B55DD3468DC}"/>
          </ac:spMkLst>
        </pc:spChg>
        <pc:spChg chg="del mod ord">
          <ac:chgData name="Jethro Hotbatahi Hasoloan" userId="6704a177-17bb-4244-9c06-d865e36c920b" providerId="ADAL" clId="{3E066727-BBB6-4D37-A6B5-32C7A00FA4F3}" dt="2026-10-22T04:19:18.717" v="78327" actId="478"/>
          <ac:spMkLst>
            <pc:docMk/>
            <pc:sldMk cId="2985496673" sldId="2147483628"/>
            <ac:spMk id="3" creationId="{5FE02D99-3989-01B4-E5D3-97FBBEFFDCC1}"/>
          </ac:spMkLst>
        </pc:spChg>
        <pc:spChg chg="add del mod modVis">
          <ac:chgData name="Jethro Hotbatahi Hasoloan" userId="6704a177-17bb-4244-9c06-d865e36c920b" providerId="ADAL" clId="{3E066727-BBB6-4D37-A6B5-32C7A00FA4F3}" dt="2026-10-23T10:40:35.460" v="135731"/>
          <ac:spMkLst>
            <pc:docMk/>
            <pc:sldMk cId="2985496673" sldId="2147483628"/>
            <ac:spMk id="3" creationId="{B0639006-CF55-8ABE-7150-0FA066E9BAE5}"/>
          </ac:spMkLst>
        </pc:spChg>
        <pc:spChg chg="add mod ord">
          <ac:chgData name="Jethro Hotbatahi Hasoloan" userId="6704a177-17bb-4244-9c06-d865e36c920b" providerId="ADAL" clId="{3E066727-BBB6-4D37-A6B5-32C7A00FA4F3}" dt="2026-10-23T11:02:49.999" v="189124"/>
          <ac:spMkLst>
            <pc:docMk/>
            <pc:sldMk cId="2985496673" sldId="2147483628"/>
            <ac:spMk id="4" creationId="{CBDF8C73-E7AA-6F5F-E61A-C3F72EBC69E2}"/>
          </ac:spMkLst>
        </pc:spChg>
        <pc:spChg chg="mod ord">
          <ac:chgData name="Jethro Hotbatahi Hasoloan" userId="6704a177-17bb-4244-9c06-d865e36c920b" providerId="ADAL" clId="{3E066727-BBB6-4D37-A6B5-32C7A00FA4F3}" dt="2026-10-23T11:02:49.999" v="189126"/>
          <ac:spMkLst>
            <pc:docMk/>
            <pc:sldMk cId="2985496673" sldId="2147483628"/>
            <ac:spMk id="5" creationId="{3EB0193A-6A3B-8BC2-EF4F-5FD219709EED}"/>
          </ac:spMkLst>
        </pc:spChg>
        <pc:spChg chg="mod ord">
          <ac:chgData name="Jethro Hotbatahi Hasoloan" userId="6704a177-17bb-4244-9c06-d865e36c920b" providerId="ADAL" clId="{3E066727-BBB6-4D37-A6B5-32C7A00FA4F3}" dt="2026-10-23T11:02:49.999" v="189128"/>
          <ac:spMkLst>
            <pc:docMk/>
            <pc:sldMk cId="2985496673" sldId="2147483628"/>
            <ac:spMk id="6" creationId="{3C4E75DB-A5EB-5856-95C5-7CF76FDB08DF}"/>
          </ac:spMkLst>
        </pc:spChg>
        <pc:spChg chg="del mod ord">
          <ac:chgData name="Jethro Hotbatahi Hasoloan" userId="6704a177-17bb-4244-9c06-d865e36c920b" providerId="ADAL" clId="{3E066727-BBB6-4D37-A6B5-32C7A00FA4F3}" dt="2026-10-23T10:41:40.518" v="140685"/>
          <ac:spMkLst>
            <pc:docMk/>
            <pc:sldMk cId="2985496673" sldId="2147483628"/>
            <ac:spMk id="9" creationId="{8AF452A8-5B69-49CE-3301-729A47CCA955}"/>
          </ac:spMkLst>
        </pc:spChg>
        <pc:spChg chg="del mod ord">
          <ac:chgData name="Jethro Hotbatahi Hasoloan" userId="6704a177-17bb-4244-9c06-d865e36c920b" providerId="ADAL" clId="{3E066727-BBB6-4D37-A6B5-32C7A00FA4F3}" dt="2026-10-23T10:41:40.518" v="140683"/>
          <ac:spMkLst>
            <pc:docMk/>
            <pc:sldMk cId="2985496673" sldId="2147483628"/>
            <ac:spMk id="10" creationId="{57D098E1-BB41-30CB-750B-F303C0328142}"/>
          </ac:spMkLst>
        </pc:spChg>
        <pc:spChg chg="del mod ord">
          <ac:chgData name="Jethro Hotbatahi Hasoloan" userId="6704a177-17bb-4244-9c06-d865e36c920b" providerId="ADAL" clId="{3E066727-BBB6-4D37-A6B5-32C7A00FA4F3}" dt="2026-10-23T10:41:40.518" v="140681"/>
          <ac:spMkLst>
            <pc:docMk/>
            <pc:sldMk cId="2985496673" sldId="2147483628"/>
            <ac:spMk id="11" creationId="{F496DEEC-EA3B-7D03-4C83-11B464B449F5}"/>
          </ac:spMkLst>
        </pc:spChg>
        <pc:spChg chg="del mod">
          <ac:chgData name="Jethro Hotbatahi Hasoloan" userId="6704a177-17bb-4244-9c06-d865e36c920b" providerId="ADAL" clId="{3E066727-BBB6-4D37-A6B5-32C7A00FA4F3}" dt="2026-10-23T10:41:40.518" v="140679"/>
          <ac:spMkLst>
            <pc:docMk/>
            <pc:sldMk cId="2985496673" sldId="2147483628"/>
            <ac:spMk id="12" creationId="{F98E6F0A-211A-D7AF-FB81-2689509A0687}"/>
          </ac:spMkLst>
        </pc:spChg>
        <pc:spChg chg="del mod ord">
          <ac:chgData name="Jethro Hotbatahi Hasoloan" userId="6704a177-17bb-4244-9c06-d865e36c920b" providerId="ADAL" clId="{3E066727-BBB6-4D37-A6B5-32C7A00FA4F3}" dt="2026-10-23T10:41:40.516" v="140678"/>
          <ac:spMkLst>
            <pc:docMk/>
            <pc:sldMk cId="2985496673" sldId="2147483628"/>
            <ac:spMk id="13" creationId="{03CC0F65-D735-9F7C-5A61-E1A680B77F53}"/>
          </ac:spMkLst>
        </pc:spChg>
        <pc:spChg chg="del mod ord">
          <ac:chgData name="Jethro Hotbatahi Hasoloan" userId="6704a177-17bb-4244-9c06-d865e36c920b" providerId="ADAL" clId="{3E066727-BBB6-4D37-A6B5-32C7A00FA4F3}" dt="2026-10-23T10:41:40.516" v="140676"/>
          <ac:spMkLst>
            <pc:docMk/>
            <pc:sldMk cId="2985496673" sldId="2147483628"/>
            <ac:spMk id="14" creationId="{821BD528-9DB2-D520-B5CE-156125DEC94D}"/>
          </ac:spMkLst>
        </pc:spChg>
        <pc:spChg chg="del mod ord">
          <ac:chgData name="Jethro Hotbatahi Hasoloan" userId="6704a177-17bb-4244-9c06-d865e36c920b" providerId="ADAL" clId="{3E066727-BBB6-4D37-A6B5-32C7A00FA4F3}" dt="2026-10-23T10:41:40.509" v="140674"/>
          <ac:spMkLst>
            <pc:docMk/>
            <pc:sldMk cId="2985496673" sldId="2147483628"/>
            <ac:spMk id="15" creationId="{D9A1423C-B63A-3F51-8FCC-DE03116A80C3}"/>
          </ac:spMkLst>
        </pc:spChg>
        <pc:spChg chg="add del mod">
          <ac:chgData name="Jethro Hotbatahi Hasoloan" userId="6704a177-17bb-4244-9c06-d865e36c920b" providerId="ADAL" clId="{3E066727-BBB6-4D37-A6B5-32C7A00FA4F3}" dt="2026-10-23T10:41:40.509" v="140672"/>
          <ac:spMkLst>
            <pc:docMk/>
            <pc:sldMk cId="2985496673" sldId="2147483628"/>
            <ac:spMk id="16" creationId="{DA142D32-EE07-F468-80CA-59DC80221C7A}"/>
          </ac:spMkLst>
        </pc:spChg>
        <pc:spChg chg="del mod ord">
          <ac:chgData name="Jethro Hotbatahi Hasoloan" userId="6704a177-17bb-4244-9c06-d865e36c920b" providerId="ADAL" clId="{3E066727-BBB6-4D37-A6B5-32C7A00FA4F3}" dt="2026-10-23T10:41:40.509" v="140671"/>
          <ac:spMkLst>
            <pc:docMk/>
            <pc:sldMk cId="2985496673" sldId="2147483628"/>
            <ac:spMk id="17" creationId="{4FC80700-EA21-E04F-95FD-B39E50A2233E}"/>
          </ac:spMkLst>
        </pc:spChg>
        <pc:spChg chg="del mod ord">
          <ac:chgData name="Jethro Hotbatahi Hasoloan" userId="6704a177-17bb-4244-9c06-d865e36c920b" providerId="ADAL" clId="{3E066727-BBB6-4D37-A6B5-32C7A00FA4F3}" dt="2026-10-23T10:41:40.518" v="140697"/>
          <ac:spMkLst>
            <pc:docMk/>
            <pc:sldMk cId="2985496673" sldId="2147483628"/>
            <ac:spMk id="21" creationId="{3FA0D788-D95F-DA1B-5B5F-603885DF5664}"/>
          </ac:spMkLst>
        </pc:spChg>
        <pc:spChg chg="del mod ord">
          <ac:chgData name="Jethro Hotbatahi Hasoloan" userId="6704a177-17bb-4244-9c06-d865e36c920b" providerId="ADAL" clId="{3E066727-BBB6-4D37-A6B5-32C7A00FA4F3}" dt="2026-10-23T10:41:40.518" v="140692"/>
          <ac:spMkLst>
            <pc:docMk/>
            <pc:sldMk cId="2985496673" sldId="2147483628"/>
            <ac:spMk id="22" creationId="{212A9E21-8900-F27A-688E-A4AE1DF0E053}"/>
          </ac:spMkLst>
        </pc:spChg>
        <pc:spChg chg="del mod ord">
          <ac:chgData name="Jethro Hotbatahi Hasoloan" userId="6704a177-17bb-4244-9c06-d865e36c920b" providerId="ADAL" clId="{3E066727-BBB6-4D37-A6B5-32C7A00FA4F3}" dt="2026-10-23T10:41:40.518" v="140687"/>
          <ac:spMkLst>
            <pc:docMk/>
            <pc:sldMk cId="2985496673" sldId="2147483628"/>
            <ac:spMk id="23" creationId="{5EA23FD3-AE6D-B8DC-7B7D-C0F937110BE0}"/>
          </ac:spMkLst>
        </pc:spChg>
        <pc:spChg chg="del mod">
          <ac:chgData name="Jethro Hotbatahi Hasoloan" userId="6704a177-17bb-4244-9c06-d865e36c920b" providerId="ADAL" clId="{3E066727-BBB6-4D37-A6B5-32C7A00FA4F3}" dt="2026-10-23T10:41:40.518" v="140700"/>
          <ac:spMkLst>
            <pc:docMk/>
            <pc:sldMk cId="2985496673" sldId="2147483628"/>
            <ac:spMk id="24" creationId="{171B4745-8C47-6195-6EC9-7B8428D00FEB}"/>
          </ac:spMkLst>
        </pc:spChg>
        <pc:spChg chg="del mod">
          <ac:chgData name="Jethro Hotbatahi Hasoloan" userId="6704a177-17bb-4244-9c06-d865e36c920b" providerId="ADAL" clId="{3E066727-BBB6-4D37-A6B5-32C7A00FA4F3}" dt="2026-10-23T10:41:40.518" v="140695"/>
          <ac:spMkLst>
            <pc:docMk/>
            <pc:sldMk cId="2985496673" sldId="2147483628"/>
            <ac:spMk id="25" creationId="{5BD26F83-F90C-F25E-BDB6-D0AD1186166E}"/>
          </ac:spMkLst>
        </pc:spChg>
        <pc:spChg chg="add del mod">
          <ac:chgData name="Jethro Hotbatahi Hasoloan" userId="6704a177-17bb-4244-9c06-d865e36c920b" providerId="ADAL" clId="{3E066727-BBB6-4D37-A6B5-32C7A00FA4F3}" dt="2026-10-23T10:41:40.518" v="140690"/>
          <ac:spMkLst>
            <pc:docMk/>
            <pc:sldMk cId="2985496673" sldId="2147483628"/>
            <ac:spMk id="26" creationId="{108CCD07-3353-6426-F540-8D3BDF8DD3C6}"/>
          </ac:spMkLst>
        </pc:spChg>
        <pc:spChg chg="mod ord">
          <ac:chgData name="Jethro Hotbatahi Hasoloan" userId="6704a177-17bb-4244-9c06-d865e36c920b" providerId="ADAL" clId="{3E066727-BBB6-4D37-A6B5-32C7A00FA4F3}" dt="2026-10-23T11:02:49.999" v="189130"/>
          <ac:spMkLst>
            <pc:docMk/>
            <pc:sldMk cId="2985496673" sldId="2147483628"/>
            <ac:spMk id="27" creationId="{43E83F53-1EB2-6D3C-0253-03C0C636C2FE}"/>
          </ac:spMkLst>
        </pc:spChg>
        <pc:spChg chg="del mod ord">
          <ac:chgData name="Jethro Hotbatahi Hasoloan" userId="6704a177-17bb-4244-9c06-d865e36c920b" providerId="ADAL" clId="{3E066727-BBB6-4D37-A6B5-32C7A00FA4F3}" dt="2026-10-23T10:57:04.952" v="177308"/>
          <ac:spMkLst>
            <pc:docMk/>
            <pc:sldMk cId="2985496673" sldId="2147483628"/>
            <ac:spMk id="30" creationId="{F36BF10E-A1A7-5203-A02D-ECC739F38367}"/>
          </ac:spMkLst>
        </pc:spChg>
        <pc:spChg chg="add del mod ord">
          <ac:chgData name="Jethro Hotbatahi Hasoloan" userId="6704a177-17bb-4244-9c06-d865e36c920b" providerId="ADAL" clId="{3E066727-BBB6-4D37-A6B5-32C7A00FA4F3}" dt="2026-10-23T10:57:04.952" v="177306"/>
          <ac:spMkLst>
            <pc:docMk/>
            <pc:sldMk cId="2985496673" sldId="2147483628"/>
            <ac:spMk id="31" creationId="{20310D5F-55C1-078F-2429-88C994AECA59}"/>
          </ac:spMkLst>
        </pc:spChg>
        <pc:spChg chg="del mod ord">
          <ac:chgData name="Jethro Hotbatahi Hasoloan" userId="6704a177-17bb-4244-9c06-d865e36c920b" providerId="ADAL" clId="{3E066727-BBB6-4D37-A6B5-32C7A00FA4F3}" dt="2026-10-23T10:57:04.952" v="177304"/>
          <ac:spMkLst>
            <pc:docMk/>
            <pc:sldMk cId="2985496673" sldId="2147483628"/>
            <ac:spMk id="32" creationId="{73AA61EC-FE31-363A-26BE-4AAB970E8FB2}"/>
          </ac:spMkLst>
        </pc:spChg>
        <pc:spChg chg="del mod ord">
          <ac:chgData name="Jethro Hotbatahi Hasoloan" userId="6704a177-17bb-4244-9c06-d865e36c920b" providerId="ADAL" clId="{3E066727-BBB6-4D37-A6B5-32C7A00FA4F3}" dt="2026-10-23T10:57:04.952" v="177302"/>
          <ac:spMkLst>
            <pc:docMk/>
            <pc:sldMk cId="2985496673" sldId="2147483628"/>
            <ac:spMk id="33" creationId="{14EBCD6B-03D9-0BAC-2E59-207DDA90780C}"/>
          </ac:spMkLst>
        </pc:spChg>
        <pc:spChg chg="add del mod ord">
          <ac:chgData name="Jethro Hotbatahi Hasoloan" userId="6704a177-17bb-4244-9c06-d865e36c920b" providerId="ADAL" clId="{3E066727-BBB6-4D37-A6B5-32C7A00FA4F3}" dt="2026-10-23T10:57:04.952" v="177300"/>
          <ac:spMkLst>
            <pc:docMk/>
            <pc:sldMk cId="2985496673" sldId="2147483628"/>
            <ac:spMk id="34" creationId="{72C4EB36-F0E6-4C12-3E16-74AF467172DC}"/>
          </ac:spMkLst>
        </pc:spChg>
        <pc:spChg chg="add del mod ord">
          <ac:chgData name="Jethro Hotbatahi Hasoloan" userId="6704a177-17bb-4244-9c06-d865e36c920b" providerId="ADAL" clId="{3E066727-BBB6-4D37-A6B5-32C7A00FA4F3}" dt="2026-10-23T10:57:04.952" v="177298"/>
          <ac:spMkLst>
            <pc:docMk/>
            <pc:sldMk cId="2985496673" sldId="2147483628"/>
            <ac:spMk id="35" creationId="{79E46F4F-AAD4-1CBD-2B6F-B7E0CA9BA960}"/>
          </ac:spMkLst>
        </pc:spChg>
        <pc:spChg chg="del mod ord">
          <ac:chgData name="Jethro Hotbatahi Hasoloan" userId="6704a177-17bb-4244-9c06-d865e36c920b" providerId="ADAL" clId="{3E066727-BBB6-4D37-A6B5-32C7A00FA4F3}" dt="2026-10-23T10:57:04.952" v="177296"/>
          <ac:spMkLst>
            <pc:docMk/>
            <pc:sldMk cId="2985496673" sldId="2147483628"/>
            <ac:spMk id="36" creationId="{109BA2A5-9726-CE0B-4048-774B248AD356}"/>
          </ac:spMkLst>
        </pc:spChg>
        <pc:spChg chg="del mod ord">
          <ac:chgData name="Jethro Hotbatahi Hasoloan" userId="6704a177-17bb-4244-9c06-d865e36c920b" providerId="ADAL" clId="{3E066727-BBB6-4D37-A6B5-32C7A00FA4F3}" dt="2026-10-23T10:57:04.952" v="177294"/>
          <ac:spMkLst>
            <pc:docMk/>
            <pc:sldMk cId="2985496673" sldId="2147483628"/>
            <ac:spMk id="37" creationId="{F6E2B219-A9D0-B552-E80C-2A75B5CA0509}"/>
          </ac:spMkLst>
        </pc:spChg>
        <pc:spChg chg="add mod ord">
          <ac:chgData name="Jethro Hotbatahi Hasoloan" userId="6704a177-17bb-4244-9c06-d865e36c920b" providerId="ADAL" clId="{3E066727-BBB6-4D37-A6B5-32C7A00FA4F3}" dt="2026-10-23T11:02:49.999" v="189132"/>
          <ac:spMkLst>
            <pc:docMk/>
            <pc:sldMk cId="2985496673" sldId="2147483628"/>
            <ac:spMk id="38" creationId="{37F9E26C-2976-1ADD-8E04-9AD97429D539}"/>
          </ac:spMkLst>
        </pc:spChg>
        <pc:spChg chg="mod ord">
          <ac:chgData name="Jethro Hotbatahi Hasoloan" userId="6704a177-17bb-4244-9c06-d865e36c920b" providerId="ADAL" clId="{3E066727-BBB6-4D37-A6B5-32C7A00FA4F3}" dt="2026-10-23T11:02:49.999" v="189134"/>
          <ac:spMkLst>
            <pc:docMk/>
            <pc:sldMk cId="2985496673" sldId="2147483628"/>
            <ac:spMk id="39" creationId="{10C6ED69-2C8C-0235-E44B-EECE3394F8C8}"/>
          </ac:spMkLst>
        </pc:spChg>
        <pc:spChg chg="mod ord">
          <ac:chgData name="Jethro Hotbatahi Hasoloan" userId="6704a177-17bb-4244-9c06-d865e36c920b" providerId="ADAL" clId="{3E066727-BBB6-4D37-A6B5-32C7A00FA4F3}" dt="2026-10-23T11:02:49.999" v="189136"/>
          <ac:spMkLst>
            <pc:docMk/>
            <pc:sldMk cId="2985496673" sldId="2147483628"/>
            <ac:spMk id="40" creationId="{5295F178-EAF4-1E2A-777D-156594450C56}"/>
          </ac:spMkLst>
        </pc:spChg>
        <pc:spChg chg="mod ord">
          <ac:chgData name="Jethro Hotbatahi Hasoloan" userId="6704a177-17bb-4244-9c06-d865e36c920b" providerId="ADAL" clId="{3E066727-BBB6-4D37-A6B5-32C7A00FA4F3}" dt="2026-10-23T11:02:49.999" v="189138"/>
          <ac:spMkLst>
            <pc:docMk/>
            <pc:sldMk cId="2985496673" sldId="2147483628"/>
            <ac:spMk id="41" creationId="{EA2B582D-EE86-8F04-AF3B-8D5E58A45302}"/>
          </ac:spMkLst>
        </pc:spChg>
        <pc:spChg chg="del mod ord">
          <ac:chgData name="Jethro Hotbatahi Hasoloan" userId="6704a177-17bb-4244-9c06-d865e36c920b" providerId="ADAL" clId="{3E066727-BBB6-4D37-A6B5-32C7A00FA4F3}" dt="2026-10-23T10:44:08.034" v="148476"/>
          <ac:spMkLst>
            <pc:docMk/>
            <pc:sldMk cId="2985496673" sldId="2147483628"/>
            <ac:spMk id="44" creationId="{DFA6FCBF-FA8C-0F61-3754-082D2DE44976}"/>
          </ac:spMkLst>
        </pc:spChg>
        <pc:spChg chg="del mod ord">
          <ac:chgData name="Jethro Hotbatahi Hasoloan" userId="6704a177-17bb-4244-9c06-d865e36c920b" providerId="ADAL" clId="{3E066727-BBB6-4D37-A6B5-32C7A00FA4F3}" dt="2026-10-23T10:44:08.034" v="148474"/>
          <ac:spMkLst>
            <pc:docMk/>
            <pc:sldMk cId="2985496673" sldId="2147483628"/>
            <ac:spMk id="45" creationId="{D7B9D13D-E28D-0144-1825-602E48251CFD}"/>
          </ac:spMkLst>
        </pc:spChg>
        <pc:spChg chg="del mod">
          <ac:chgData name="Jethro Hotbatahi Hasoloan" userId="6704a177-17bb-4244-9c06-d865e36c920b" providerId="ADAL" clId="{3E066727-BBB6-4D37-A6B5-32C7A00FA4F3}" dt="2026-10-23T10:44:08.034" v="148472"/>
          <ac:spMkLst>
            <pc:docMk/>
            <pc:sldMk cId="2985496673" sldId="2147483628"/>
            <ac:spMk id="46" creationId="{147371FB-1CA1-8525-3B0F-0871DB751DCE}"/>
          </ac:spMkLst>
        </pc:spChg>
        <pc:spChg chg="del mod ord">
          <ac:chgData name="Jethro Hotbatahi Hasoloan" userId="6704a177-17bb-4244-9c06-d865e36c920b" providerId="ADAL" clId="{3E066727-BBB6-4D37-A6B5-32C7A00FA4F3}" dt="2026-10-23T10:44:08.034" v="148471"/>
          <ac:spMkLst>
            <pc:docMk/>
            <pc:sldMk cId="2985496673" sldId="2147483628"/>
            <ac:spMk id="47" creationId="{3FDBE05E-1722-16FD-8E5C-EB72C879E8BD}"/>
          </ac:spMkLst>
        </pc:spChg>
        <pc:spChg chg="del mod ord">
          <ac:chgData name="Jethro Hotbatahi Hasoloan" userId="6704a177-17bb-4244-9c06-d865e36c920b" providerId="ADAL" clId="{3E066727-BBB6-4D37-A6B5-32C7A00FA4F3}" dt="2026-10-23T10:44:08.034" v="148469"/>
          <ac:spMkLst>
            <pc:docMk/>
            <pc:sldMk cId="2985496673" sldId="2147483628"/>
            <ac:spMk id="48" creationId="{042220D0-A7E0-D6F4-A155-D076B481C63C}"/>
          </ac:spMkLst>
        </pc:spChg>
        <pc:spChg chg="del mod">
          <ac:chgData name="Jethro Hotbatahi Hasoloan" userId="6704a177-17bb-4244-9c06-d865e36c920b" providerId="ADAL" clId="{3E066727-BBB6-4D37-A6B5-32C7A00FA4F3}" dt="2026-10-23T10:44:08.034" v="148467"/>
          <ac:spMkLst>
            <pc:docMk/>
            <pc:sldMk cId="2985496673" sldId="2147483628"/>
            <ac:spMk id="49" creationId="{A4689697-EAD4-965B-18A5-F5F357D15687}"/>
          </ac:spMkLst>
        </pc:spChg>
        <pc:spChg chg="del mod ord">
          <ac:chgData name="Jethro Hotbatahi Hasoloan" userId="6704a177-17bb-4244-9c06-d865e36c920b" providerId="ADAL" clId="{3E066727-BBB6-4D37-A6B5-32C7A00FA4F3}" dt="2026-10-23T10:44:08.034" v="148466"/>
          <ac:spMkLst>
            <pc:docMk/>
            <pc:sldMk cId="2985496673" sldId="2147483628"/>
            <ac:spMk id="50" creationId="{1371831A-6FF5-BBE6-5781-7D948AD0E8A0}"/>
          </ac:spMkLst>
        </pc:spChg>
        <pc:spChg chg="del mod ord">
          <ac:chgData name="Jethro Hotbatahi Hasoloan" userId="6704a177-17bb-4244-9c06-d865e36c920b" providerId="ADAL" clId="{3E066727-BBB6-4D37-A6B5-32C7A00FA4F3}" dt="2026-10-23T10:52:45.546" v="172082"/>
          <ac:spMkLst>
            <pc:docMk/>
            <pc:sldMk cId="2985496673" sldId="2147483628"/>
            <ac:spMk id="57" creationId="{7C38E372-5046-EB50-75F7-D02B5AE9A51E}"/>
          </ac:spMkLst>
        </pc:spChg>
        <pc:spChg chg="del mod ord">
          <ac:chgData name="Jethro Hotbatahi Hasoloan" userId="6704a177-17bb-4244-9c06-d865e36c920b" providerId="ADAL" clId="{3E066727-BBB6-4D37-A6B5-32C7A00FA4F3}" dt="2026-10-23T10:52:45.546" v="172080"/>
          <ac:spMkLst>
            <pc:docMk/>
            <pc:sldMk cId="2985496673" sldId="2147483628"/>
            <ac:spMk id="58" creationId="{017ED291-27A8-349F-D48C-8878B34BB0E8}"/>
          </ac:spMkLst>
        </pc:spChg>
        <pc:spChg chg="del mod ord">
          <ac:chgData name="Jethro Hotbatahi Hasoloan" userId="6704a177-17bb-4244-9c06-d865e36c920b" providerId="ADAL" clId="{3E066727-BBB6-4D37-A6B5-32C7A00FA4F3}" dt="2026-10-23T10:52:45.546" v="172076"/>
          <ac:spMkLst>
            <pc:docMk/>
            <pc:sldMk cId="2985496673" sldId="2147483628"/>
            <ac:spMk id="59" creationId="{933B1757-0A03-62B1-DE4B-0F4319E82181}"/>
          </ac:spMkLst>
        </pc:spChg>
        <pc:spChg chg="del mod ord">
          <ac:chgData name="Jethro Hotbatahi Hasoloan" userId="6704a177-17bb-4244-9c06-d865e36c920b" providerId="ADAL" clId="{3E066727-BBB6-4D37-A6B5-32C7A00FA4F3}" dt="2026-10-23T10:52:45.546" v="172072"/>
          <ac:spMkLst>
            <pc:docMk/>
            <pc:sldMk cId="2985496673" sldId="2147483628"/>
            <ac:spMk id="60" creationId="{907CB119-6FAC-3B60-64B8-686C5F4983A3}"/>
          </ac:spMkLst>
        </pc:spChg>
        <pc:spChg chg="del mod ord">
          <ac:chgData name="Jethro Hotbatahi Hasoloan" userId="6704a177-17bb-4244-9c06-d865e36c920b" providerId="ADAL" clId="{3E066727-BBB6-4D37-A6B5-32C7A00FA4F3}" dt="2026-10-23T10:52:45.546" v="172084"/>
          <ac:spMkLst>
            <pc:docMk/>
            <pc:sldMk cId="2985496673" sldId="2147483628"/>
            <ac:spMk id="61" creationId="{CE11EE20-0CB9-543A-4B81-63257E9EB4D1}"/>
          </ac:spMkLst>
        </pc:spChg>
        <pc:spChg chg="add del mod ord">
          <ac:chgData name="Jethro Hotbatahi Hasoloan" userId="6704a177-17bb-4244-9c06-d865e36c920b" providerId="ADAL" clId="{3E066727-BBB6-4D37-A6B5-32C7A00FA4F3}" dt="2026-10-23T10:52:45.546" v="172068"/>
          <ac:spMkLst>
            <pc:docMk/>
            <pc:sldMk cId="2985496673" sldId="2147483628"/>
            <ac:spMk id="62" creationId="{65088912-5468-1FC4-DDB2-5D70752629B3}"/>
          </ac:spMkLst>
        </pc:spChg>
        <pc:spChg chg="del mod ord">
          <ac:chgData name="Jethro Hotbatahi Hasoloan" userId="6704a177-17bb-4244-9c06-d865e36c920b" providerId="ADAL" clId="{3E066727-BBB6-4D37-A6B5-32C7A00FA4F3}" dt="2026-10-23T10:52:45.546" v="172064"/>
          <ac:spMkLst>
            <pc:docMk/>
            <pc:sldMk cId="2985496673" sldId="2147483628"/>
            <ac:spMk id="63" creationId="{748BDA9D-3709-EFDC-7BE4-D97709F529E0}"/>
          </ac:spMkLst>
        </pc:spChg>
        <pc:spChg chg="del mod ord">
          <ac:chgData name="Jethro Hotbatahi Hasoloan" userId="6704a177-17bb-4244-9c06-d865e36c920b" providerId="ADAL" clId="{3E066727-BBB6-4D37-A6B5-32C7A00FA4F3}" dt="2026-10-23T10:52:45.546" v="172062"/>
          <ac:spMkLst>
            <pc:docMk/>
            <pc:sldMk cId="2985496673" sldId="2147483628"/>
            <ac:spMk id="64" creationId="{58C4EF4B-CBD7-2144-6BB4-BB16D92A8DAE}"/>
          </ac:spMkLst>
        </pc:spChg>
        <pc:spChg chg="del mod ord">
          <ac:chgData name="Jethro Hotbatahi Hasoloan" userId="6704a177-17bb-4244-9c06-d865e36c920b" providerId="ADAL" clId="{3E066727-BBB6-4D37-A6B5-32C7A00FA4F3}" dt="2026-10-23T11:00:27.010" v="186808"/>
          <ac:spMkLst>
            <pc:docMk/>
            <pc:sldMk cId="2985496673" sldId="2147483628"/>
            <ac:spMk id="66" creationId="{7F3FF7AC-9EB7-CE10-E57C-4FC8031781B5}"/>
          </ac:spMkLst>
        </pc:spChg>
        <pc:spChg chg="del mod ord">
          <ac:chgData name="Jethro Hotbatahi Hasoloan" userId="6704a177-17bb-4244-9c06-d865e36c920b" providerId="ADAL" clId="{3E066727-BBB6-4D37-A6B5-32C7A00FA4F3}" dt="2026-10-23T11:00:27.010" v="186806"/>
          <ac:spMkLst>
            <pc:docMk/>
            <pc:sldMk cId="2985496673" sldId="2147483628"/>
            <ac:spMk id="67" creationId="{7307A656-ADAB-024C-2BB2-FFBB98DC703D}"/>
          </ac:spMkLst>
        </pc:spChg>
        <pc:spChg chg="del mod ord">
          <ac:chgData name="Jethro Hotbatahi Hasoloan" userId="6704a177-17bb-4244-9c06-d865e36c920b" providerId="ADAL" clId="{3E066727-BBB6-4D37-A6B5-32C7A00FA4F3}" dt="2026-10-23T11:00:27.010" v="186804"/>
          <ac:spMkLst>
            <pc:docMk/>
            <pc:sldMk cId="2985496673" sldId="2147483628"/>
            <ac:spMk id="68" creationId="{2A725407-E62D-4F47-1450-CFC2B5C1DC34}"/>
          </ac:spMkLst>
        </pc:spChg>
        <pc:spChg chg="del mod ord">
          <ac:chgData name="Jethro Hotbatahi Hasoloan" userId="6704a177-17bb-4244-9c06-d865e36c920b" providerId="ADAL" clId="{3E066727-BBB6-4D37-A6B5-32C7A00FA4F3}" dt="2026-10-23T11:00:27.010" v="186802"/>
          <ac:spMkLst>
            <pc:docMk/>
            <pc:sldMk cId="2985496673" sldId="2147483628"/>
            <ac:spMk id="69" creationId="{2DC9BB9C-B397-B44B-1E7C-D96F83370ACF}"/>
          </ac:spMkLst>
        </pc:spChg>
        <pc:spChg chg="add del mod ord">
          <ac:chgData name="Jethro Hotbatahi Hasoloan" userId="6704a177-17bb-4244-9c06-d865e36c920b" providerId="ADAL" clId="{3E066727-BBB6-4D37-A6B5-32C7A00FA4F3}" dt="2026-10-23T11:00:27.004" v="186800"/>
          <ac:spMkLst>
            <pc:docMk/>
            <pc:sldMk cId="2985496673" sldId="2147483628"/>
            <ac:spMk id="70" creationId="{A8D6EED7-CE49-1C0F-FEE2-288678666EC1}"/>
          </ac:spMkLst>
        </pc:spChg>
        <pc:spChg chg="del mod ord">
          <ac:chgData name="Jethro Hotbatahi Hasoloan" userId="6704a177-17bb-4244-9c06-d865e36c920b" providerId="ADAL" clId="{3E066727-BBB6-4D37-A6B5-32C7A00FA4F3}" dt="2026-10-23T10:59:07.197" v="183349"/>
          <ac:spMkLst>
            <pc:docMk/>
            <pc:sldMk cId="2985496673" sldId="2147483628"/>
            <ac:spMk id="72" creationId="{87FAEACE-6F6E-380A-B092-6CE8C1C694A5}"/>
          </ac:spMkLst>
        </pc:spChg>
        <pc:spChg chg="del mod ord">
          <ac:chgData name="Jethro Hotbatahi Hasoloan" userId="6704a177-17bb-4244-9c06-d865e36c920b" providerId="ADAL" clId="{3E066727-BBB6-4D37-A6B5-32C7A00FA4F3}" dt="2026-10-23T10:59:07.197" v="183347"/>
          <ac:spMkLst>
            <pc:docMk/>
            <pc:sldMk cId="2985496673" sldId="2147483628"/>
            <ac:spMk id="73" creationId="{CD7E587B-71A9-DF2F-C8F4-C08544ECF0DF}"/>
          </ac:spMkLst>
        </pc:spChg>
        <pc:spChg chg="del mod ord">
          <ac:chgData name="Jethro Hotbatahi Hasoloan" userId="6704a177-17bb-4244-9c06-d865e36c920b" providerId="ADAL" clId="{3E066727-BBB6-4D37-A6B5-32C7A00FA4F3}" dt="2026-10-23T10:59:07.197" v="183345"/>
          <ac:spMkLst>
            <pc:docMk/>
            <pc:sldMk cId="2985496673" sldId="2147483628"/>
            <ac:spMk id="74" creationId="{1A9CA05F-281B-FCE9-D959-B146AAB23F90}"/>
          </ac:spMkLst>
        </pc:spChg>
        <pc:spChg chg="del mod ord">
          <ac:chgData name="Jethro Hotbatahi Hasoloan" userId="6704a177-17bb-4244-9c06-d865e36c920b" providerId="ADAL" clId="{3E066727-BBB6-4D37-A6B5-32C7A00FA4F3}" dt="2026-10-23T10:59:07.197" v="183343"/>
          <ac:spMkLst>
            <pc:docMk/>
            <pc:sldMk cId="2985496673" sldId="2147483628"/>
            <ac:spMk id="75" creationId="{0A51D307-18C3-A155-F212-58950DCCE966}"/>
          </ac:spMkLst>
        </pc:spChg>
        <pc:spChg chg="del mod ord">
          <ac:chgData name="Jethro Hotbatahi Hasoloan" userId="6704a177-17bb-4244-9c06-d865e36c920b" providerId="ADAL" clId="{3E066727-BBB6-4D37-A6B5-32C7A00FA4F3}" dt="2026-10-23T10:59:07.181" v="183341"/>
          <ac:spMkLst>
            <pc:docMk/>
            <pc:sldMk cId="2985496673" sldId="2147483628"/>
            <ac:spMk id="76" creationId="{73057B32-495C-E7C1-0C64-29F0ABD5E916}"/>
          </ac:spMkLst>
        </pc:spChg>
        <pc:spChg chg="mod">
          <ac:chgData name="Jethro Hotbatahi Hasoloan" userId="6704a177-17bb-4244-9c06-d865e36c920b" providerId="ADAL" clId="{3E066727-BBB6-4D37-A6B5-32C7A00FA4F3}" dt="2026-10-22T04:18:59.061" v="75935"/>
          <ac:spMkLst>
            <pc:docMk/>
            <pc:sldMk cId="2985496673" sldId="2147483628"/>
            <ac:spMk id="79" creationId="{D8E797F8-1D1E-7A3C-62D9-3DFAAC5F9BDF}"/>
          </ac:spMkLst>
        </pc:spChg>
        <pc:spChg chg="mod">
          <ac:chgData name="Jethro Hotbatahi Hasoloan" userId="6704a177-17bb-4244-9c06-d865e36c920b" providerId="ADAL" clId="{3E066727-BBB6-4D37-A6B5-32C7A00FA4F3}" dt="2026-10-23T11:02:49.999" v="189141"/>
          <ac:spMkLst>
            <pc:docMk/>
            <pc:sldMk cId="2985496673" sldId="2147483628"/>
            <ac:spMk id="80" creationId="{B9D7FF26-8AFC-04DF-32C9-86CD34784CCA}"/>
          </ac:spMkLst>
        </pc:spChg>
        <pc:spChg chg="mod">
          <ac:chgData name="Jethro Hotbatahi Hasoloan" userId="6704a177-17bb-4244-9c06-d865e36c920b" providerId="ADAL" clId="{3E066727-BBB6-4D37-A6B5-32C7A00FA4F3}" dt="2026-10-23T11:02:49.999" v="189142"/>
          <ac:spMkLst>
            <pc:docMk/>
            <pc:sldMk cId="2985496673" sldId="2147483628"/>
            <ac:spMk id="81" creationId="{0F7EB269-B9B0-1C13-BC83-3854B8D3331B}"/>
          </ac:spMkLst>
        </pc:spChg>
        <pc:spChg chg="add del mod modVis">
          <ac:chgData name="Jethro Hotbatahi Hasoloan" userId="6704a177-17bb-4244-9c06-d865e36c920b" providerId="ADAL" clId="{3E066727-BBB6-4D37-A6B5-32C7A00FA4F3}" dt="2026-10-22T04:19:01.548" v="76886"/>
          <ac:spMkLst>
            <pc:docMk/>
            <pc:sldMk cId="2985496673" sldId="2147483628"/>
            <ac:spMk id="82" creationId="{4908945E-C5F8-5647-5357-6F013035B578}"/>
          </ac:spMkLst>
        </pc:spChg>
        <pc:spChg chg="add del mod modVis">
          <ac:chgData name="Jethro Hotbatahi Hasoloan" userId="6704a177-17bb-4244-9c06-d865e36c920b" providerId="ADAL" clId="{3E066727-BBB6-4D37-A6B5-32C7A00FA4F3}" dt="2026-10-23T10:40:38.866" v="136138"/>
          <ac:spMkLst>
            <pc:docMk/>
            <pc:sldMk cId="2985496673" sldId="2147483628"/>
            <ac:spMk id="84" creationId="{9A922D22-9FE7-5335-D680-2FD814188E21}"/>
          </ac:spMkLst>
        </pc:spChg>
        <pc:spChg chg="del mod ord">
          <ac:chgData name="Jethro Hotbatahi Hasoloan" userId="6704a177-17bb-4244-9c06-d865e36c920b" providerId="ADAL" clId="{3E066727-BBB6-4D37-A6B5-32C7A00FA4F3}" dt="2026-10-22T04:19:14.643" v="78325" actId="478"/>
          <ac:spMkLst>
            <pc:docMk/>
            <pc:sldMk cId="2985496673" sldId="2147483628"/>
            <ac:spMk id="84" creationId="{AFF6F077-AE28-8B5A-A073-0B3C4F601146}"/>
          </ac:spMkLst>
        </pc:spChg>
        <pc:spChg chg="add mod ord">
          <ac:chgData name="Jethro Hotbatahi Hasoloan" userId="6704a177-17bb-4244-9c06-d865e36c920b" providerId="ADAL" clId="{3E066727-BBB6-4D37-A6B5-32C7A00FA4F3}" dt="2026-10-23T11:02:49.999" v="189144"/>
          <ac:spMkLst>
            <pc:docMk/>
            <pc:sldMk cId="2985496673" sldId="2147483628"/>
            <ac:spMk id="85" creationId="{8C8F53DE-9A74-2900-8B6E-26D6C5B6E8F1}"/>
          </ac:spMkLst>
        </pc:spChg>
        <pc:spChg chg="mod ord">
          <ac:chgData name="Jethro Hotbatahi Hasoloan" userId="6704a177-17bb-4244-9c06-d865e36c920b" providerId="ADAL" clId="{3E066727-BBB6-4D37-A6B5-32C7A00FA4F3}" dt="2026-10-23T11:02:49.999" v="189146"/>
          <ac:spMkLst>
            <pc:docMk/>
            <pc:sldMk cId="2985496673" sldId="2147483628"/>
            <ac:spMk id="86" creationId="{DBC9C61C-7FF8-3D95-C721-F2F7C76420DE}"/>
          </ac:spMkLst>
        </pc:spChg>
        <pc:spChg chg="mod ord">
          <ac:chgData name="Jethro Hotbatahi Hasoloan" userId="6704a177-17bb-4244-9c06-d865e36c920b" providerId="ADAL" clId="{3E066727-BBB6-4D37-A6B5-32C7A00FA4F3}" dt="2026-10-23T11:02:49.999" v="189150"/>
          <ac:spMkLst>
            <pc:docMk/>
            <pc:sldMk cId="2985496673" sldId="2147483628"/>
            <ac:spMk id="89" creationId="{B6D90E1D-2B3A-1139-DF33-7EFC31C42D36}"/>
          </ac:spMkLst>
        </pc:spChg>
        <pc:spChg chg="mod ord">
          <ac:chgData name="Jethro Hotbatahi Hasoloan" userId="6704a177-17bb-4244-9c06-d865e36c920b" providerId="ADAL" clId="{3E066727-BBB6-4D37-A6B5-32C7A00FA4F3}" dt="2026-10-23T11:02:49.999" v="189152"/>
          <ac:spMkLst>
            <pc:docMk/>
            <pc:sldMk cId="2985496673" sldId="2147483628"/>
            <ac:spMk id="90" creationId="{4D54CC8D-1E42-69C2-6788-1243278C923A}"/>
          </ac:spMkLst>
        </pc:spChg>
        <pc:spChg chg="del mod ord">
          <ac:chgData name="Jethro Hotbatahi Hasoloan" userId="6704a177-17bb-4244-9c06-d865e36c920b" providerId="ADAL" clId="{3E066727-BBB6-4D37-A6B5-32C7A00FA4F3}" dt="2026-10-23T10:40:40.941" v="136151"/>
          <ac:spMkLst>
            <pc:docMk/>
            <pc:sldMk cId="2985496673" sldId="2147483628"/>
            <ac:spMk id="91" creationId="{CD795C7A-405F-48D7-DB2F-0EE61AC6218D}"/>
          </ac:spMkLst>
        </pc:spChg>
        <pc:spChg chg="mod">
          <ac:chgData name="Jethro Hotbatahi Hasoloan" userId="6704a177-17bb-4244-9c06-d865e36c920b" providerId="ADAL" clId="{3E066727-BBB6-4D37-A6B5-32C7A00FA4F3}" dt="2026-10-23T11:02:49.999" v="189153"/>
          <ac:spMkLst>
            <pc:docMk/>
            <pc:sldMk cId="2985496673" sldId="2147483628"/>
            <ac:spMk id="92" creationId="{239F712C-DB95-7EE5-D6F6-32CDA9611066}"/>
          </ac:spMkLst>
        </pc:spChg>
        <pc:spChg chg="del mod ord">
          <ac:chgData name="Jethro Hotbatahi Hasoloan" userId="6704a177-17bb-4244-9c06-d865e36c920b" providerId="ADAL" clId="{3E066727-BBB6-4D37-A6B5-32C7A00FA4F3}" dt="2026-10-23T10:40:50.590" v="136622"/>
          <ac:spMkLst>
            <pc:docMk/>
            <pc:sldMk cId="2985496673" sldId="2147483628"/>
            <ac:spMk id="93" creationId="{D9E9D6E9-CEED-1209-C6E7-1B56B51E5942}"/>
          </ac:spMkLst>
        </pc:spChg>
        <pc:spChg chg="add mod ord">
          <ac:chgData name="Jethro Hotbatahi Hasoloan" userId="6704a177-17bb-4244-9c06-d865e36c920b" providerId="ADAL" clId="{3E066727-BBB6-4D37-A6B5-32C7A00FA4F3}" dt="2026-10-23T11:02:49.999" v="189155"/>
          <ac:spMkLst>
            <pc:docMk/>
            <pc:sldMk cId="2985496673" sldId="2147483628"/>
            <ac:spMk id="94" creationId="{BE98E6E7-C105-0CA9-F81C-C2902E8A0AA6}"/>
          </ac:spMkLst>
        </pc:spChg>
        <pc:spChg chg="mod ord">
          <ac:chgData name="Jethro Hotbatahi Hasoloan" userId="6704a177-17bb-4244-9c06-d865e36c920b" providerId="ADAL" clId="{3E066727-BBB6-4D37-A6B5-32C7A00FA4F3}" dt="2026-10-23T11:02:49.999" v="189157"/>
          <ac:spMkLst>
            <pc:docMk/>
            <pc:sldMk cId="2985496673" sldId="2147483628"/>
            <ac:spMk id="95" creationId="{0DD94749-831D-45C2-2017-8F4C8F12DC44}"/>
          </ac:spMkLst>
        </pc:spChg>
        <pc:spChg chg="mod">
          <ac:chgData name="Jethro Hotbatahi Hasoloan" userId="6704a177-17bb-4244-9c06-d865e36c920b" providerId="ADAL" clId="{3E066727-BBB6-4D37-A6B5-32C7A00FA4F3}" dt="2026-10-23T11:02:49.999" v="189158"/>
          <ac:spMkLst>
            <pc:docMk/>
            <pc:sldMk cId="2985496673" sldId="2147483628"/>
            <ac:spMk id="96" creationId="{1D3BEB9F-1652-78DA-2975-92BD8966FE4F}"/>
          </ac:spMkLst>
        </pc:spChg>
        <pc:spChg chg="del mod ord">
          <ac:chgData name="Jethro Hotbatahi Hasoloan" userId="6704a177-17bb-4244-9c06-d865e36c920b" providerId="ADAL" clId="{3E066727-BBB6-4D37-A6B5-32C7A00FA4F3}" dt="2026-10-23T10:42:22.253" v="141804"/>
          <ac:spMkLst>
            <pc:docMk/>
            <pc:sldMk cId="2985496673" sldId="2147483628"/>
            <ac:spMk id="97" creationId="{FC56DBF9-AB9A-FD5F-161C-6CA001710261}"/>
          </ac:spMkLst>
        </pc:spChg>
        <pc:spChg chg="mod ord">
          <ac:chgData name="Jethro Hotbatahi Hasoloan" userId="6704a177-17bb-4244-9c06-d865e36c920b" providerId="ADAL" clId="{3E066727-BBB6-4D37-A6B5-32C7A00FA4F3}" dt="2026-10-23T11:02:49.999" v="189166"/>
          <ac:spMkLst>
            <pc:docMk/>
            <pc:sldMk cId="2985496673" sldId="2147483628"/>
            <ac:spMk id="101" creationId="{DB00DFCB-B3CB-F8DC-6697-4585D2193813}"/>
          </ac:spMkLst>
        </pc:spChg>
        <pc:spChg chg="add mod ord">
          <ac:chgData name="Jethro Hotbatahi Hasoloan" userId="6704a177-17bb-4244-9c06-d865e36c920b" providerId="ADAL" clId="{3E066727-BBB6-4D37-A6B5-32C7A00FA4F3}" dt="2026-10-23T11:02:49.999" v="189168"/>
          <ac:spMkLst>
            <pc:docMk/>
            <pc:sldMk cId="2985496673" sldId="2147483628"/>
            <ac:spMk id="102" creationId="{4E98656B-C97D-8355-0CDB-63E4F5AB38E6}"/>
          </ac:spMkLst>
        </pc:spChg>
        <pc:spChg chg="mod ord">
          <ac:chgData name="Jethro Hotbatahi Hasoloan" userId="6704a177-17bb-4244-9c06-d865e36c920b" providerId="ADAL" clId="{3E066727-BBB6-4D37-A6B5-32C7A00FA4F3}" dt="2026-10-23T11:02:49.999" v="189170"/>
          <ac:spMkLst>
            <pc:docMk/>
            <pc:sldMk cId="2985496673" sldId="2147483628"/>
            <ac:spMk id="103" creationId="{5285213F-68BF-F285-80F7-B7A1335A4760}"/>
          </ac:spMkLst>
        </pc:spChg>
        <pc:spChg chg="add mod">
          <ac:chgData name="Jethro Hotbatahi Hasoloan" userId="6704a177-17bb-4244-9c06-d865e36c920b" providerId="ADAL" clId="{3E066727-BBB6-4D37-A6B5-32C7A00FA4F3}" dt="2026-10-23T11:02:49.999" v="189171"/>
          <ac:spMkLst>
            <pc:docMk/>
            <pc:sldMk cId="2985496673" sldId="2147483628"/>
            <ac:spMk id="104" creationId="{1D08B690-C1E9-6582-587F-1D310A3A9CE1}"/>
          </ac:spMkLst>
        </pc:spChg>
        <pc:spChg chg="mod">
          <ac:chgData name="Jethro Hotbatahi Hasoloan" userId="6704a177-17bb-4244-9c06-d865e36c920b" providerId="ADAL" clId="{3E066727-BBB6-4D37-A6B5-32C7A00FA4F3}" dt="2026-10-23T11:02:49.999" v="189172"/>
          <ac:spMkLst>
            <pc:docMk/>
            <pc:sldMk cId="2985496673" sldId="2147483628"/>
            <ac:spMk id="105" creationId="{79E0472A-B43F-B393-A36E-03412E06E702}"/>
          </ac:spMkLst>
        </pc:spChg>
        <pc:spChg chg="mod">
          <ac:chgData name="Jethro Hotbatahi Hasoloan" userId="6704a177-17bb-4244-9c06-d865e36c920b" providerId="ADAL" clId="{3E066727-BBB6-4D37-A6B5-32C7A00FA4F3}" dt="2026-10-23T11:02:49.999" v="189173"/>
          <ac:spMkLst>
            <pc:docMk/>
            <pc:sldMk cId="2985496673" sldId="2147483628"/>
            <ac:spMk id="106" creationId="{8B0609A9-5F55-C960-604A-DDBF3EADCF0C}"/>
          </ac:spMkLst>
        </pc:spChg>
        <pc:spChg chg="add mod ord">
          <ac:chgData name="Jethro Hotbatahi Hasoloan" userId="6704a177-17bb-4244-9c06-d865e36c920b" providerId="ADAL" clId="{3E066727-BBB6-4D37-A6B5-32C7A00FA4F3}" dt="2026-10-23T11:02:49.999" v="189175"/>
          <ac:spMkLst>
            <pc:docMk/>
            <pc:sldMk cId="2985496673" sldId="2147483628"/>
            <ac:spMk id="107" creationId="{AB22D07B-F910-8440-CBF9-1291539D43B6}"/>
          </ac:spMkLst>
        </pc:spChg>
        <pc:spChg chg="add del mod ord">
          <ac:chgData name="Jethro Hotbatahi Hasoloan" userId="6704a177-17bb-4244-9c06-d865e36c920b" providerId="ADAL" clId="{3E066727-BBB6-4D37-A6B5-32C7A00FA4F3}" dt="2026-10-23T10:41:11.396" v="138309"/>
          <ac:spMkLst>
            <pc:docMk/>
            <pc:sldMk cId="2985496673" sldId="2147483628"/>
            <ac:spMk id="108" creationId="{0E9AAF23-0507-C89A-9889-9211895AF8D8}"/>
          </ac:spMkLst>
        </pc:spChg>
        <pc:spChg chg="mod ord">
          <ac:chgData name="Jethro Hotbatahi Hasoloan" userId="6704a177-17bb-4244-9c06-d865e36c920b" providerId="ADAL" clId="{3E066727-BBB6-4D37-A6B5-32C7A00FA4F3}" dt="2026-10-23T11:02:49.999" v="189179"/>
          <ac:spMkLst>
            <pc:docMk/>
            <pc:sldMk cId="2985496673" sldId="2147483628"/>
            <ac:spMk id="110" creationId="{1CD84ED4-628B-AF64-4CD5-852E4B63E6AA}"/>
          </ac:spMkLst>
        </pc:spChg>
        <pc:spChg chg="del mod ord">
          <ac:chgData name="Jethro Hotbatahi Hasoloan" userId="6704a177-17bb-4244-9c06-d865e36c920b" providerId="ADAL" clId="{3E066727-BBB6-4D37-A6B5-32C7A00FA4F3}" dt="2026-10-23T10:56:31.303" v="174250"/>
          <ac:spMkLst>
            <pc:docMk/>
            <pc:sldMk cId="2985496673" sldId="2147483628"/>
            <ac:spMk id="111" creationId="{54404DA1-16A9-DF81-4778-DE192A3EDFBD}"/>
          </ac:spMkLst>
        </pc:spChg>
        <pc:spChg chg="mod ord">
          <ac:chgData name="Jethro Hotbatahi Hasoloan" userId="6704a177-17bb-4244-9c06-d865e36c920b" providerId="ADAL" clId="{3E066727-BBB6-4D37-A6B5-32C7A00FA4F3}" dt="2026-10-23T11:02:49.999" v="189181"/>
          <ac:spMkLst>
            <pc:docMk/>
            <pc:sldMk cId="2985496673" sldId="2147483628"/>
            <ac:spMk id="112" creationId="{5475B7E7-B721-3BEF-A966-124FF366CBD0}"/>
          </ac:spMkLst>
        </pc:spChg>
        <pc:spChg chg="mod ord">
          <ac:chgData name="Jethro Hotbatahi Hasoloan" userId="6704a177-17bb-4244-9c06-d865e36c920b" providerId="ADAL" clId="{3E066727-BBB6-4D37-A6B5-32C7A00FA4F3}" dt="2026-10-23T11:02:49.999" v="189183"/>
          <ac:spMkLst>
            <pc:docMk/>
            <pc:sldMk cId="2985496673" sldId="2147483628"/>
            <ac:spMk id="113" creationId="{56B1678C-2CDB-0F7C-78A7-25841990863F}"/>
          </ac:spMkLst>
        </pc:spChg>
        <pc:spChg chg="mod ord">
          <ac:chgData name="Jethro Hotbatahi Hasoloan" userId="6704a177-17bb-4244-9c06-d865e36c920b" providerId="ADAL" clId="{3E066727-BBB6-4D37-A6B5-32C7A00FA4F3}" dt="2026-10-23T11:02:49.999" v="189185"/>
          <ac:spMkLst>
            <pc:docMk/>
            <pc:sldMk cId="2985496673" sldId="2147483628"/>
            <ac:spMk id="114" creationId="{96FE9239-BFEE-7FD1-3F13-A9DC06518997}"/>
          </ac:spMkLst>
        </pc:spChg>
        <pc:spChg chg="mod ord">
          <ac:chgData name="Jethro Hotbatahi Hasoloan" userId="6704a177-17bb-4244-9c06-d865e36c920b" providerId="ADAL" clId="{3E066727-BBB6-4D37-A6B5-32C7A00FA4F3}" dt="2026-10-23T11:02:49.999" v="189187"/>
          <ac:spMkLst>
            <pc:docMk/>
            <pc:sldMk cId="2985496673" sldId="2147483628"/>
            <ac:spMk id="115" creationId="{5B828434-58E5-6D71-6445-8A25053284D1}"/>
          </ac:spMkLst>
        </pc:spChg>
        <pc:spChg chg="mod ord">
          <ac:chgData name="Jethro Hotbatahi Hasoloan" userId="6704a177-17bb-4244-9c06-d865e36c920b" providerId="ADAL" clId="{3E066727-BBB6-4D37-A6B5-32C7A00FA4F3}" dt="2026-10-23T11:02:49.999" v="189189"/>
          <ac:spMkLst>
            <pc:docMk/>
            <pc:sldMk cId="2985496673" sldId="2147483628"/>
            <ac:spMk id="116" creationId="{C24ECF27-F4F3-12FF-968E-D3195F8A51A1}"/>
          </ac:spMkLst>
        </pc:spChg>
        <pc:spChg chg="add del mod ord">
          <ac:chgData name="Jethro Hotbatahi Hasoloan" userId="6704a177-17bb-4244-9c06-d865e36c920b" providerId="ADAL" clId="{3E066727-BBB6-4D37-A6B5-32C7A00FA4F3}" dt="2026-10-23T10:57:13.372" v="177548"/>
          <ac:spMkLst>
            <pc:docMk/>
            <pc:sldMk cId="2985496673" sldId="2147483628"/>
            <ac:spMk id="117" creationId="{DFCAEE8B-5CB1-B67F-4B44-37F9288D4D64}"/>
          </ac:spMkLst>
        </pc:spChg>
        <pc:spChg chg="mod ord">
          <ac:chgData name="Jethro Hotbatahi Hasoloan" userId="6704a177-17bb-4244-9c06-d865e36c920b" providerId="ADAL" clId="{3E066727-BBB6-4D37-A6B5-32C7A00FA4F3}" dt="2026-10-23T11:02:49.999" v="189191"/>
          <ac:spMkLst>
            <pc:docMk/>
            <pc:sldMk cId="2985496673" sldId="2147483628"/>
            <ac:spMk id="118" creationId="{F3BA1004-5AF4-5BAE-9B65-2CBF373937D5}"/>
          </ac:spMkLst>
        </pc:spChg>
        <pc:spChg chg="mod ord">
          <ac:chgData name="Jethro Hotbatahi Hasoloan" userId="6704a177-17bb-4244-9c06-d865e36c920b" providerId="ADAL" clId="{3E066727-BBB6-4D37-A6B5-32C7A00FA4F3}" dt="2026-10-23T11:02:49.999" v="189193"/>
          <ac:spMkLst>
            <pc:docMk/>
            <pc:sldMk cId="2985496673" sldId="2147483628"/>
            <ac:spMk id="119" creationId="{8483DBC7-7241-E7A6-AD1C-5FC6E9DDBCDA}"/>
          </ac:spMkLst>
        </pc:spChg>
        <pc:spChg chg="mod ord">
          <ac:chgData name="Jethro Hotbatahi Hasoloan" userId="6704a177-17bb-4244-9c06-d865e36c920b" providerId="ADAL" clId="{3E066727-BBB6-4D37-A6B5-32C7A00FA4F3}" dt="2026-10-23T11:02:49.999" v="189195"/>
          <ac:spMkLst>
            <pc:docMk/>
            <pc:sldMk cId="2985496673" sldId="2147483628"/>
            <ac:spMk id="120" creationId="{AA744A90-4842-961B-20F9-FB72695AEF3D}"/>
          </ac:spMkLst>
        </pc:spChg>
        <pc:spChg chg="mod ord">
          <ac:chgData name="Jethro Hotbatahi Hasoloan" userId="6704a177-17bb-4244-9c06-d865e36c920b" providerId="ADAL" clId="{3E066727-BBB6-4D37-A6B5-32C7A00FA4F3}" dt="2026-10-23T11:02:49.999" v="189197"/>
          <ac:spMkLst>
            <pc:docMk/>
            <pc:sldMk cId="2985496673" sldId="2147483628"/>
            <ac:spMk id="121" creationId="{07DACAF9-75C5-248D-4F08-AEE5BBF33E7D}"/>
          </ac:spMkLst>
        </pc:spChg>
        <pc:spChg chg="del mod ord">
          <ac:chgData name="Jethro Hotbatahi Hasoloan" userId="6704a177-17bb-4244-9c06-d865e36c920b" providerId="ADAL" clId="{3E066727-BBB6-4D37-A6B5-32C7A00FA4F3}" dt="2026-10-23T10:44:05.902" v="147899"/>
          <ac:spMkLst>
            <pc:docMk/>
            <pc:sldMk cId="2985496673" sldId="2147483628"/>
            <ac:spMk id="124" creationId="{B0B76938-D78D-DEDC-B179-5390D93D8FD2}"/>
          </ac:spMkLst>
        </pc:spChg>
        <pc:spChg chg="add del mod ord">
          <ac:chgData name="Jethro Hotbatahi Hasoloan" userId="6704a177-17bb-4244-9c06-d865e36c920b" providerId="ADAL" clId="{3E066727-BBB6-4D37-A6B5-32C7A00FA4F3}" dt="2026-10-23T10:43:16.025" v="143792"/>
          <ac:spMkLst>
            <pc:docMk/>
            <pc:sldMk cId="2985496673" sldId="2147483628"/>
            <ac:spMk id="125" creationId="{77126108-64AA-BEC6-9FF3-0355000514A7}"/>
          </ac:spMkLst>
        </pc:spChg>
        <pc:spChg chg="del mod">
          <ac:chgData name="Jethro Hotbatahi Hasoloan" userId="6704a177-17bb-4244-9c06-d865e36c920b" providerId="ADAL" clId="{3E066727-BBB6-4D37-A6B5-32C7A00FA4F3}" dt="2026-10-23T10:44:05.901" v="147895"/>
          <ac:spMkLst>
            <pc:docMk/>
            <pc:sldMk cId="2985496673" sldId="2147483628"/>
            <ac:spMk id="126" creationId="{9F4741ED-A8B1-C98C-62FA-52811015E0C1}"/>
          </ac:spMkLst>
        </pc:spChg>
        <pc:spChg chg="del mod ord">
          <ac:chgData name="Jethro Hotbatahi Hasoloan" userId="6704a177-17bb-4244-9c06-d865e36c920b" providerId="ADAL" clId="{3E066727-BBB6-4D37-A6B5-32C7A00FA4F3}" dt="2026-10-23T10:44:05.899" v="147890"/>
          <ac:spMkLst>
            <pc:docMk/>
            <pc:sldMk cId="2985496673" sldId="2147483628"/>
            <ac:spMk id="127" creationId="{DBECA395-82F3-6361-2333-AFA400326C2E}"/>
          </ac:spMkLst>
        </pc:spChg>
        <pc:spChg chg="del mod ord">
          <ac:chgData name="Jethro Hotbatahi Hasoloan" userId="6704a177-17bb-4244-9c06-d865e36c920b" providerId="ADAL" clId="{3E066727-BBB6-4D37-A6B5-32C7A00FA4F3}" dt="2026-10-23T10:44:05.897" v="147884"/>
          <ac:spMkLst>
            <pc:docMk/>
            <pc:sldMk cId="2985496673" sldId="2147483628"/>
            <ac:spMk id="128" creationId="{BEFEBC46-6154-70A0-2A4B-D77553459FF5}"/>
          </ac:spMkLst>
        </pc:spChg>
        <pc:spChg chg="del mod">
          <ac:chgData name="Jethro Hotbatahi Hasoloan" userId="6704a177-17bb-4244-9c06-d865e36c920b" providerId="ADAL" clId="{3E066727-BBB6-4D37-A6B5-32C7A00FA4F3}" dt="2026-10-23T10:44:05.895" v="147878"/>
          <ac:spMkLst>
            <pc:docMk/>
            <pc:sldMk cId="2985496673" sldId="2147483628"/>
            <ac:spMk id="129" creationId="{F5AC5917-CFF7-79AC-0999-7DD990C1E151}"/>
          </ac:spMkLst>
        </pc:spChg>
        <pc:spChg chg="del mod ord">
          <ac:chgData name="Jethro Hotbatahi Hasoloan" userId="6704a177-17bb-4244-9c06-d865e36c920b" providerId="ADAL" clId="{3E066727-BBB6-4D37-A6B5-32C7A00FA4F3}" dt="2026-10-23T10:42:25.642" v="142070"/>
          <ac:spMkLst>
            <pc:docMk/>
            <pc:sldMk cId="2985496673" sldId="2147483628"/>
            <ac:spMk id="130" creationId="{DA2754DE-E79B-CF39-2C1D-C078F9B45EFC}"/>
          </ac:spMkLst>
        </pc:spChg>
        <pc:spChg chg="add del mod modVis">
          <ac:chgData name="Jethro Hotbatahi Hasoloan" userId="6704a177-17bb-4244-9c06-d865e36c920b" providerId="ADAL" clId="{3E066727-BBB6-4D37-A6B5-32C7A00FA4F3}" dt="2026-10-23T10:40:50.862" v="137041"/>
          <ac:spMkLst>
            <pc:docMk/>
            <pc:sldMk cId="2985496673" sldId="2147483628"/>
            <ac:spMk id="131" creationId="{75357351-3B7B-3C60-D056-13A07F9A40E1}"/>
          </ac:spMkLst>
        </pc:spChg>
        <pc:spChg chg="mod ord">
          <ac:chgData name="Jethro Hotbatahi Hasoloan" userId="6704a177-17bb-4244-9c06-d865e36c920b" providerId="ADAL" clId="{3E066727-BBB6-4D37-A6B5-32C7A00FA4F3}" dt="2026-10-23T11:02:50.015" v="189209"/>
          <ac:spMkLst>
            <pc:docMk/>
            <pc:sldMk cId="2985496673" sldId="2147483628"/>
            <ac:spMk id="137" creationId="{5E6BBFB1-CF00-0811-5958-0604BFE641F8}"/>
          </ac:spMkLst>
        </pc:spChg>
        <pc:spChg chg="del mod ord">
          <ac:chgData name="Jethro Hotbatahi Hasoloan" userId="6704a177-17bb-4244-9c06-d865e36c920b" providerId="ADAL" clId="{3E066727-BBB6-4D37-A6B5-32C7A00FA4F3}" dt="2026-10-23T10:52:08.108" v="169223"/>
          <ac:spMkLst>
            <pc:docMk/>
            <pc:sldMk cId="2985496673" sldId="2147483628"/>
            <ac:spMk id="138" creationId="{8DBC1A5B-01BA-4204-75D2-DF05E8F1C8FA}"/>
          </ac:spMkLst>
        </pc:spChg>
        <pc:spChg chg="add mod ord">
          <ac:chgData name="Jethro Hotbatahi Hasoloan" userId="6704a177-17bb-4244-9c06-d865e36c920b" providerId="ADAL" clId="{3E066727-BBB6-4D37-A6B5-32C7A00FA4F3}" dt="2026-10-23T11:02:50.015" v="189213"/>
          <ac:spMkLst>
            <pc:docMk/>
            <pc:sldMk cId="2985496673" sldId="2147483628"/>
            <ac:spMk id="139" creationId="{7C09E9D4-889F-D203-05BA-7EC67A3E8228}"/>
          </ac:spMkLst>
        </pc:spChg>
        <pc:spChg chg="mod ord">
          <ac:chgData name="Jethro Hotbatahi Hasoloan" userId="6704a177-17bb-4244-9c06-d865e36c920b" providerId="ADAL" clId="{3E066727-BBB6-4D37-A6B5-32C7A00FA4F3}" dt="2026-10-23T11:02:50.015" v="189217"/>
          <ac:spMkLst>
            <pc:docMk/>
            <pc:sldMk cId="2985496673" sldId="2147483628"/>
            <ac:spMk id="140" creationId="{A2C4B2F2-9341-F395-9290-A2EF808E7A8F}"/>
          </ac:spMkLst>
        </pc:spChg>
        <pc:spChg chg="del mod ord">
          <ac:chgData name="Jethro Hotbatahi Hasoloan" userId="6704a177-17bb-4244-9c06-d865e36c920b" providerId="ADAL" clId="{3E066727-BBB6-4D37-A6B5-32C7A00FA4F3}" dt="2026-10-23T10:52:11.135" v="169545"/>
          <ac:spMkLst>
            <pc:docMk/>
            <pc:sldMk cId="2985496673" sldId="2147483628"/>
            <ac:spMk id="141" creationId="{FED6AC1F-E027-D611-59F7-CA657CDEA843}"/>
          </ac:spMkLst>
        </pc:spChg>
        <pc:spChg chg="mod ord">
          <ac:chgData name="Jethro Hotbatahi Hasoloan" userId="6704a177-17bb-4244-9c06-d865e36c920b" providerId="ADAL" clId="{3E066727-BBB6-4D37-A6B5-32C7A00FA4F3}" dt="2026-10-23T11:02:50.015" v="189221"/>
          <ac:spMkLst>
            <pc:docMk/>
            <pc:sldMk cId="2985496673" sldId="2147483628"/>
            <ac:spMk id="142" creationId="{1C4982F8-5081-1D03-B091-E7F1EA60EFC6}"/>
          </ac:spMkLst>
        </pc:spChg>
        <pc:spChg chg="add mod ord">
          <ac:chgData name="Jethro Hotbatahi Hasoloan" userId="6704a177-17bb-4244-9c06-d865e36c920b" providerId="ADAL" clId="{3E066727-BBB6-4D37-A6B5-32C7A00FA4F3}" dt="2026-10-23T11:02:50.015" v="189225"/>
          <ac:spMkLst>
            <pc:docMk/>
            <pc:sldMk cId="2985496673" sldId="2147483628"/>
            <ac:spMk id="143" creationId="{773FCCCF-F688-3377-3F82-A8DF7497F940}"/>
          </ac:spMkLst>
        </pc:spChg>
        <pc:spChg chg="add del mod ord">
          <ac:chgData name="Jethro Hotbatahi Hasoloan" userId="6704a177-17bb-4244-9c06-d865e36c920b" providerId="ADAL" clId="{3E066727-BBB6-4D37-A6B5-32C7A00FA4F3}" dt="2026-10-23T10:53:13.826" v="173583"/>
          <ac:spMkLst>
            <pc:docMk/>
            <pc:sldMk cId="2985496673" sldId="2147483628"/>
            <ac:spMk id="144" creationId="{597EF663-4104-792A-34C5-01185953315E}"/>
          </ac:spMkLst>
        </pc:spChg>
        <pc:spChg chg="add del mod ord">
          <ac:chgData name="Jethro Hotbatahi Hasoloan" userId="6704a177-17bb-4244-9c06-d865e36c920b" providerId="ADAL" clId="{3E066727-BBB6-4D37-A6B5-32C7A00FA4F3}" dt="2026-10-23T10:40:55.462" v="137045"/>
          <ac:spMkLst>
            <pc:docMk/>
            <pc:sldMk cId="2985496673" sldId="2147483628"/>
            <ac:spMk id="145" creationId="{F883EC0C-9DD8-F93F-2710-0ED7C4BCBADF}"/>
          </ac:spMkLst>
        </pc:spChg>
        <pc:spChg chg="del mod ord">
          <ac:chgData name="Jethro Hotbatahi Hasoloan" userId="6704a177-17bb-4244-9c06-d865e36c920b" providerId="ADAL" clId="{3E066727-BBB6-4D37-A6B5-32C7A00FA4F3}" dt="2026-10-23T10:59:51.717" v="184418"/>
          <ac:spMkLst>
            <pc:docMk/>
            <pc:sldMk cId="2985496673" sldId="2147483628"/>
            <ac:spMk id="146" creationId="{BB90B626-8470-65DA-F34A-5B0FF55C969F}"/>
          </ac:spMkLst>
        </pc:spChg>
        <pc:spChg chg="mod ord">
          <ac:chgData name="Jethro Hotbatahi Hasoloan" userId="6704a177-17bb-4244-9c06-d865e36c920b" providerId="ADAL" clId="{3E066727-BBB6-4D37-A6B5-32C7A00FA4F3}" dt="2026-10-23T11:02:50.015" v="189229"/>
          <ac:spMkLst>
            <pc:docMk/>
            <pc:sldMk cId="2985496673" sldId="2147483628"/>
            <ac:spMk id="147" creationId="{F2EEA4F0-DD91-F8A9-9468-2CC72FFF5611}"/>
          </ac:spMkLst>
        </pc:spChg>
        <pc:spChg chg="mod ord">
          <ac:chgData name="Jethro Hotbatahi Hasoloan" userId="6704a177-17bb-4244-9c06-d865e36c920b" providerId="ADAL" clId="{3E066727-BBB6-4D37-A6B5-32C7A00FA4F3}" dt="2026-10-23T11:02:50.015" v="189231"/>
          <ac:spMkLst>
            <pc:docMk/>
            <pc:sldMk cId="2985496673" sldId="2147483628"/>
            <ac:spMk id="148" creationId="{92B364D0-6556-BFB1-BDDF-96F65C536CA6}"/>
          </ac:spMkLst>
        </pc:spChg>
        <pc:spChg chg="mod ord">
          <ac:chgData name="Jethro Hotbatahi Hasoloan" userId="6704a177-17bb-4244-9c06-d865e36c920b" providerId="ADAL" clId="{3E066727-BBB6-4D37-A6B5-32C7A00FA4F3}" dt="2026-10-23T11:02:50.015" v="189233"/>
          <ac:spMkLst>
            <pc:docMk/>
            <pc:sldMk cId="2985496673" sldId="2147483628"/>
            <ac:spMk id="149" creationId="{F6D9E51B-3FCD-3286-58DB-4F92621AE8CB}"/>
          </ac:spMkLst>
        </pc:spChg>
        <pc:spChg chg="mod ord">
          <ac:chgData name="Jethro Hotbatahi Hasoloan" userId="6704a177-17bb-4244-9c06-d865e36c920b" providerId="ADAL" clId="{3E066727-BBB6-4D37-A6B5-32C7A00FA4F3}" dt="2026-10-23T11:02:50.015" v="189235"/>
          <ac:spMkLst>
            <pc:docMk/>
            <pc:sldMk cId="2985496673" sldId="2147483628"/>
            <ac:spMk id="150" creationId="{8E3BDD41-36C7-4182-2ED3-232A53A95F2A}"/>
          </ac:spMkLst>
        </pc:spChg>
        <pc:spChg chg="add del mod ord">
          <ac:chgData name="Jethro Hotbatahi Hasoloan" userId="6704a177-17bb-4244-9c06-d865e36c920b" providerId="ADAL" clId="{3E066727-BBB6-4D37-A6B5-32C7A00FA4F3}" dt="2026-10-23T10:40:55.526" v="137090"/>
          <ac:spMkLst>
            <pc:docMk/>
            <pc:sldMk cId="2985496673" sldId="2147483628"/>
            <ac:spMk id="151" creationId="{9F9951DB-5C9F-47BF-6DBB-5E85E956B660}"/>
          </ac:spMkLst>
        </pc:spChg>
        <pc:spChg chg="mod ord">
          <ac:chgData name="Jethro Hotbatahi Hasoloan" userId="6704a177-17bb-4244-9c06-d865e36c920b" providerId="ADAL" clId="{3E066727-BBB6-4D37-A6B5-32C7A00FA4F3}" dt="2026-10-23T11:02:50.015" v="189241"/>
          <ac:spMkLst>
            <pc:docMk/>
            <pc:sldMk cId="2985496673" sldId="2147483628"/>
            <ac:spMk id="152" creationId="{7B0AD4B9-387B-7158-D61B-282D0C1FC004}"/>
          </ac:spMkLst>
        </pc:spChg>
        <pc:spChg chg="mod ord">
          <ac:chgData name="Jethro Hotbatahi Hasoloan" userId="6704a177-17bb-4244-9c06-d865e36c920b" providerId="ADAL" clId="{3E066727-BBB6-4D37-A6B5-32C7A00FA4F3}" dt="2026-10-23T11:02:50.015" v="189243"/>
          <ac:spMkLst>
            <pc:docMk/>
            <pc:sldMk cId="2985496673" sldId="2147483628"/>
            <ac:spMk id="153" creationId="{326E422E-2B60-303F-91CB-41C17026A2CF}"/>
          </ac:spMkLst>
        </pc:spChg>
        <pc:spChg chg="mod ord">
          <ac:chgData name="Jethro Hotbatahi Hasoloan" userId="6704a177-17bb-4244-9c06-d865e36c920b" providerId="ADAL" clId="{3E066727-BBB6-4D37-A6B5-32C7A00FA4F3}" dt="2026-10-23T11:02:50.015" v="189245"/>
          <ac:spMkLst>
            <pc:docMk/>
            <pc:sldMk cId="2985496673" sldId="2147483628"/>
            <ac:spMk id="154" creationId="{A8F6D936-3239-0CD3-F3CC-E87DEE5F13D8}"/>
          </ac:spMkLst>
        </pc:spChg>
        <pc:spChg chg="mod ord">
          <ac:chgData name="Jethro Hotbatahi Hasoloan" userId="6704a177-17bb-4244-9c06-d865e36c920b" providerId="ADAL" clId="{3E066727-BBB6-4D37-A6B5-32C7A00FA4F3}" dt="2026-10-23T11:02:50.015" v="189247"/>
          <ac:spMkLst>
            <pc:docMk/>
            <pc:sldMk cId="2985496673" sldId="2147483628"/>
            <ac:spMk id="155" creationId="{9A00C89F-310B-09B1-83ED-94CF4A368CCB}"/>
          </ac:spMkLst>
        </pc:spChg>
        <pc:spChg chg="mod ord">
          <ac:chgData name="Jethro Hotbatahi Hasoloan" userId="6704a177-17bb-4244-9c06-d865e36c920b" providerId="ADAL" clId="{3E066727-BBB6-4D37-A6B5-32C7A00FA4F3}" dt="2026-10-23T11:02:50.015" v="189249"/>
          <ac:spMkLst>
            <pc:docMk/>
            <pc:sldMk cId="2985496673" sldId="2147483628"/>
            <ac:spMk id="156" creationId="{950877EC-2C32-692B-A315-118E2CD8716B}"/>
          </ac:spMkLst>
        </pc:spChg>
        <pc:spChg chg="mod">
          <ac:chgData name="Jethro Hotbatahi Hasoloan" userId="6704a177-17bb-4244-9c06-d865e36c920b" providerId="ADAL" clId="{3E066727-BBB6-4D37-A6B5-32C7A00FA4F3}" dt="2026-10-22T04:19:04.130" v="77983"/>
          <ac:spMkLst>
            <pc:docMk/>
            <pc:sldMk cId="2985496673" sldId="2147483628"/>
            <ac:spMk id="159" creationId="{3D3F3799-969B-D3B7-C619-1A1D8F731376}"/>
          </ac:spMkLst>
        </pc:spChg>
        <pc:spChg chg="mod">
          <ac:chgData name="Jethro Hotbatahi Hasoloan" userId="6704a177-17bb-4244-9c06-d865e36c920b" providerId="ADAL" clId="{3E066727-BBB6-4D37-A6B5-32C7A00FA4F3}" dt="2026-10-23T11:02:50.015" v="189252"/>
          <ac:spMkLst>
            <pc:docMk/>
            <pc:sldMk cId="2985496673" sldId="2147483628"/>
            <ac:spMk id="160" creationId="{762612E4-1ECB-F9CB-B420-C5CCFBF43F2E}"/>
          </ac:spMkLst>
        </pc:spChg>
        <pc:spChg chg="mod">
          <ac:chgData name="Jethro Hotbatahi Hasoloan" userId="6704a177-17bb-4244-9c06-d865e36c920b" providerId="ADAL" clId="{3E066727-BBB6-4D37-A6B5-32C7A00FA4F3}" dt="2026-10-23T11:02:50.015" v="189253"/>
          <ac:spMkLst>
            <pc:docMk/>
            <pc:sldMk cId="2985496673" sldId="2147483628"/>
            <ac:spMk id="161" creationId="{B8F9006B-68A6-A75B-B481-C88C7BDA3B53}"/>
          </ac:spMkLst>
        </pc:spChg>
        <pc:spChg chg="add del mod ord">
          <ac:chgData name="Jethro Hotbatahi Hasoloan" userId="6704a177-17bb-4244-9c06-d865e36c920b" providerId="ADAL" clId="{3E066727-BBB6-4D37-A6B5-32C7A00FA4F3}" dt="2026-10-23T10:41:02.348" v="137511"/>
          <ac:spMkLst>
            <pc:docMk/>
            <pc:sldMk cId="2985496673" sldId="2147483628"/>
            <ac:spMk id="169" creationId="{8AFA4C2B-5DDC-8484-3860-59AF61204CE1}"/>
          </ac:spMkLst>
        </pc:spChg>
        <pc:spChg chg="add del mod ord">
          <ac:chgData name="Jethro Hotbatahi Hasoloan" userId="6704a177-17bb-4244-9c06-d865e36c920b" providerId="ADAL" clId="{3E066727-BBB6-4D37-A6B5-32C7A00FA4F3}" dt="2026-10-23T10:41:05.862" v="137942"/>
          <ac:spMkLst>
            <pc:docMk/>
            <pc:sldMk cId="2985496673" sldId="2147483628"/>
            <ac:spMk id="170" creationId="{FF54DEDE-7804-EC15-41F3-17997FEFE987}"/>
          </ac:spMkLst>
        </pc:spChg>
        <pc:spChg chg="add del mod ord">
          <ac:chgData name="Jethro Hotbatahi Hasoloan" userId="6704a177-17bb-4244-9c06-d865e36c920b" providerId="ADAL" clId="{3E066727-BBB6-4D37-A6B5-32C7A00FA4F3}" dt="2026-10-23T10:41:05.862" v="137940"/>
          <ac:spMkLst>
            <pc:docMk/>
            <pc:sldMk cId="2985496673" sldId="2147483628"/>
            <ac:spMk id="172" creationId="{D14E1845-0E79-B873-15FE-62DA593D2CDE}"/>
          </ac:spMkLst>
        </pc:spChg>
        <pc:spChg chg="add del mod ord">
          <ac:chgData name="Jethro Hotbatahi Hasoloan" userId="6704a177-17bb-4244-9c06-d865e36c920b" providerId="ADAL" clId="{3E066727-BBB6-4D37-A6B5-32C7A00FA4F3}" dt="2026-10-23T10:41:15.187" v="138751"/>
          <ac:spMkLst>
            <pc:docMk/>
            <pc:sldMk cId="2985496673" sldId="2147483628"/>
            <ac:spMk id="175" creationId="{D4B3C652-74AA-F713-06E7-3F7A6594EE84}"/>
          </ac:spMkLst>
        </pc:spChg>
        <pc:spChg chg="add del mod modVis">
          <ac:chgData name="Jethro Hotbatahi Hasoloan" userId="6704a177-17bb-4244-9c06-d865e36c920b" providerId="ADAL" clId="{3E066727-BBB6-4D37-A6B5-32C7A00FA4F3}" dt="2026-10-23T10:41:15.860" v="139100"/>
          <ac:spMkLst>
            <pc:docMk/>
            <pc:sldMk cId="2985496673" sldId="2147483628"/>
            <ac:spMk id="177" creationId="{33FEAF33-2697-E9F7-435E-B4107CE5B515}"/>
          </ac:spMkLst>
        </pc:spChg>
        <pc:spChg chg="add del mod">
          <ac:chgData name="Jethro Hotbatahi Hasoloan" userId="6704a177-17bb-4244-9c06-d865e36c920b" providerId="ADAL" clId="{3E066727-BBB6-4D37-A6B5-32C7A00FA4F3}" dt="2026-10-23T10:41:38.594" v="140376"/>
          <ac:spMkLst>
            <pc:docMk/>
            <pc:sldMk cId="2985496673" sldId="2147483628"/>
            <ac:spMk id="182" creationId="{A5AF8409-5CB2-BA7D-225D-EEA43D88387D}"/>
          </ac:spMkLst>
        </pc:spChg>
        <pc:spChg chg="add del mod ord">
          <ac:chgData name="Jethro Hotbatahi Hasoloan" userId="6704a177-17bb-4244-9c06-d865e36c920b" providerId="ADAL" clId="{3E066727-BBB6-4D37-A6B5-32C7A00FA4F3}" dt="2026-10-23T10:42:36.213" v="142409"/>
          <ac:spMkLst>
            <pc:docMk/>
            <pc:sldMk cId="2985496673" sldId="2147483628"/>
            <ac:spMk id="190" creationId="{7C715607-1B9B-920D-DD1D-9DD7961BCDE7}"/>
          </ac:spMkLst>
        </pc:spChg>
        <pc:spChg chg="add del mod ord">
          <ac:chgData name="Jethro Hotbatahi Hasoloan" userId="6704a177-17bb-4244-9c06-d865e36c920b" providerId="ADAL" clId="{3E066727-BBB6-4D37-A6B5-32C7A00FA4F3}" dt="2026-10-23T10:42:47.505" v="142742"/>
          <ac:spMkLst>
            <pc:docMk/>
            <pc:sldMk cId="2985496673" sldId="2147483628"/>
            <ac:spMk id="192" creationId="{0604F74B-4246-1F70-1728-CFC29B0A6024}"/>
          </ac:spMkLst>
        </pc:spChg>
        <pc:spChg chg="add del mod modVis">
          <ac:chgData name="Jethro Hotbatahi Hasoloan" userId="6704a177-17bb-4244-9c06-d865e36c920b" providerId="ADAL" clId="{3E066727-BBB6-4D37-A6B5-32C7A00FA4F3}" dt="2026-10-23T10:43:03.334" v="143226"/>
          <ac:spMkLst>
            <pc:docMk/>
            <pc:sldMk cId="2985496673" sldId="2147483628"/>
            <ac:spMk id="194" creationId="{DB3E532D-32A7-BDE2-5ED7-B6A781365326}"/>
          </ac:spMkLst>
        </pc:spChg>
        <pc:spChg chg="add del mod ord">
          <ac:chgData name="Jethro Hotbatahi Hasoloan" userId="6704a177-17bb-4244-9c06-d865e36c920b" providerId="ADAL" clId="{3E066727-BBB6-4D37-A6B5-32C7A00FA4F3}" dt="2026-10-23T10:43:06.970" v="143248"/>
          <ac:spMkLst>
            <pc:docMk/>
            <pc:sldMk cId="2985496673" sldId="2147483628"/>
            <ac:spMk id="195" creationId="{2565DA74-FF22-1728-73CF-82FC75CDE06A}"/>
          </ac:spMkLst>
        </pc:spChg>
        <pc:spChg chg="add del mod modVis">
          <ac:chgData name="Jethro Hotbatahi Hasoloan" userId="6704a177-17bb-4244-9c06-d865e36c920b" providerId="ADAL" clId="{3E066727-BBB6-4D37-A6B5-32C7A00FA4F3}" dt="2026-10-23T10:43:16.216" v="144042"/>
          <ac:spMkLst>
            <pc:docMk/>
            <pc:sldMk cId="2985496673" sldId="2147483628"/>
            <ac:spMk id="202" creationId="{AF450D2A-61A4-E8CA-8221-C5F79F07B20A}"/>
          </ac:spMkLst>
        </pc:spChg>
        <pc:spChg chg="add del mod ord">
          <ac:chgData name="Jethro Hotbatahi Hasoloan" userId="6704a177-17bb-4244-9c06-d865e36c920b" providerId="ADAL" clId="{3E066727-BBB6-4D37-A6B5-32C7A00FA4F3}" dt="2026-10-23T10:43:28.250" v="144626"/>
          <ac:spMkLst>
            <pc:docMk/>
            <pc:sldMk cId="2985496673" sldId="2147483628"/>
            <ac:spMk id="204" creationId="{BDD90918-A45C-17CF-74A1-E90F6A639263}"/>
          </ac:spMkLst>
        </pc:spChg>
        <pc:spChg chg="add del mod ord">
          <ac:chgData name="Jethro Hotbatahi Hasoloan" userId="6704a177-17bb-4244-9c06-d865e36c920b" providerId="ADAL" clId="{3E066727-BBB6-4D37-A6B5-32C7A00FA4F3}" dt="2026-10-23T10:43:31.347" v="145016"/>
          <ac:spMkLst>
            <pc:docMk/>
            <pc:sldMk cId="2985496673" sldId="2147483628"/>
            <ac:spMk id="208" creationId="{2BE07EC4-7A4C-FCCD-7B5B-B383F6758BE5}"/>
          </ac:spMkLst>
        </pc:spChg>
        <pc:spChg chg="add del mod modVis">
          <ac:chgData name="Jethro Hotbatahi Hasoloan" userId="6704a177-17bb-4244-9c06-d865e36c920b" providerId="ADAL" clId="{3E066727-BBB6-4D37-A6B5-32C7A00FA4F3}" dt="2026-10-23T10:43:31.522" v="145306"/>
          <ac:spMkLst>
            <pc:docMk/>
            <pc:sldMk cId="2985496673" sldId="2147483628"/>
            <ac:spMk id="214" creationId="{AE744FBF-2AD5-E4E0-D0C4-DA5B39B083F2}"/>
          </ac:spMkLst>
        </pc:spChg>
        <pc:spChg chg="add del mod modVis">
          <ac:chgData name="Jethro Hotbatahi Hasoloan" userId="6704a177-17bb-4244-9c06-d865e36c920b" providerId="ADAL" clId="{3E066727-BBB6-4D37-A6B5-32C7A00FA4F3}" dt="2026-10-23T10:43:56.602" v="147716" actId="962"/>
          <ac:spMkLst>
            <pc:docMk/>
            <pc:sldMk cId="2985496673" sldId="2147483628"/>
            <ac:spMk id="223" creationId="{C18302B3-83CE-71E6-EFF1-A25F2E061005}"/>
          </ac:spMkLst>
        </pc:spChg>
        <pc:spChg chg="add del mod modVis">
          <ac:chgData name="Jethro Hotbatahi Hasoloan" userId="6704a177-17bb-4244-9c06-d865e36c920b" providerId="ADAL" clId="{3E066727-BBB6-4D37-A6B5-32C7A00FA4F3}" dt="2026-10-23T10:44:06.669" v="148460"/>
          <ac:spMkLst>
            <pc:docMk/>
            <pc:sldMk cId="2985496673" sldId="2147483628"/>
            <ac:spMk id="225" creationId="{6C4B1A51-2CF6-09D4-EEA1-D49851094CB5}"/>
          </ac:spMkLst>
        </pc:spChg>
        <pc:spChg chg="add del mod">
          <ac:chgData name="Jethro Hotbatahi Hasoloan" userId="6704a177-17bb-4244-9c06-d865e36c920b" providerId="ADAL" clId="{3E066727-BBB6-4D37-A6B5-32C7A00FA4F3}" dt="2026-10-23T10:44:12.181" v="148776"/>
          <ac:spMkLst>
            <pc:docMk/>
            <pc:sldMk cId="2985496673" sldId="2147483628"/>
            <ac:spMk id="226" creationId="{6FF400C0-B5F5-E359-7F49-074376C7BA51}"/>
          </ac:spMkLst>
        </pc:spChg>
        <pc:spChg chg="add del mod ord">
          <ac:chgData name="Jethro Hotbatahi Hasoloan" userId="6704a177-17bb-4244-9c06-d865e36c920b" providerId="ADAL" clId="{3E066727-BBB6-4D37-A6B5-32C7A00FA4F3}" dt="2026-10-23T10:44:37.699" v="150435"/>
          <ac:spMkLst>
            <pc:docMk/>
            <pc:sldMk cId="2985496673" sldId="2147483628"/>
            <ac:spMk id="230" creationId="{06DCA32C-6F2E-7250-4EC2-50D56E747387}"/>
          </ac:spMkLst>
        </pc:spChg>
        <pc:spChg chg="add del mod ord">
          <ac:chgData name="Jethro Hotbatahi Hasoloan" userId="6704a177-17bb-4244-9c06-d865e36c920b" providerId="ADAL" clId="{3E066727-BBB6-4D37-A6B5-32C7A00FA4F3}" dt="2026-10-23T10:44:36.011" v="150199"/>
          <ac:spMkLst>
            <pc:docMk/>
            <pc:sldMk cId="2985496673" sldId="2147483628"/>
            <ac:spMk id="231" creationId="{95252453-2E69-99BD-3B54-62AB2151B408}"/>
          </ac:spMkLst>
        </pc:spChg>
        <pc:spChg chg="add del mod">
          <ac:chgData name="Jethro Hotbatahi Hasoloan" userId="6704a177-17bb-4244-9c06-d865e36c920b" providerId="ADAL" clId="{3E066727-BBB6-4D37-A6B5-32C7A00FA4F3}" dt="2026-10-23T10:44:36.011" v="150200"/>
          <ac:spMkLst>
            <pc:docMk/>
            <pc:sldMk cId="2985496673" sldId="2147483628"/>
            <ac:spMk id="232" creationId="{140CDFDB-BF71-2580-538D-ECDBD2ED5792}"/>
          </ac:spMkLst>
        </pc:spChg>
        <pc:spChg chg="del mod ord">
          <ac:chgData name="Jethro Hotbatahi Hasoloan" userId="6704a177-17bb-4244-9c06-d865e36c920b" providerId="ADAL" clId="{3E066727-BBB6-4D37-A6B5-32C7A00FA4F3}" dt="2026-10-23T10:44:36.011" v="150202"/>
          <ac:spMkLst>
            <pc:docMk/>
            <pc:sldMk cId="2985496673" sldId="2147483628"/>
            <ac:spMk id="233" creationId="{DEEDBB2A-03CE-BF64-5D89-C258B674129C}"/>
          </ac:spMkLst>
        </pc:spChg>
        <pc:spChg chg="add del mod ord">
          <ac:chgData name="Jethro Hotbatahi Hasoloan" userId="6704a177-17bb-4244-9c06-d865e36c920b" providerId="ADAL" clId="{3E066727-BBB6-4D37-A6B5-32C7A00FA4F3}" dt="2026-10-23T10:44:36.011" v="150204"/>
          <ac:spMkLst>
            <pc:docMk/>
            <pc:sldMk cId="2985496673" sldId="2147483628"/>
            <ac:spMk id="234" creationId="{75E63F52-328B-A81F-1EA6-4FB60AAE9E3F}"/>
          </ac:spMkLst>
        </pc:spChg>
        <pc:spChg chg="add del mod">
          <ac:chgData name="Jethro Hotbatahi Hasoloan" userId="6704a177-17bb-4244-9c06-d865e36c920b" providerId="ADAL" clId="{3E066727-BBB6-4D37-A6B5-32C7A00FA4F3}" dt="2026-10-23T10:44:36.011" v="150205"/>
          <ac:spMkLst>
            <pc:docMk/>
            <pc:sldMk cId="2985496673" sldId="2147483628"/>
            <ac:spMk id="235" creationId="{20B5795C-91AE-4FCD-8151-A2D818DF4486}"/>
          </ac:spMkLst>
        </pc:spChg>
        <pc:spChg chg="add del mod ord">
          <ac:chgData name="Jethro Hotbatahi Hasoloan" userId="6704a177-17bb-4244-9c06-d865e36c920b" providerId="ADAL" clId="{3E066727-BBB6-4D37-A6B5-32C7A00FA4F3}" dt="2026-10-23T10:44:25.514" v="149952"/>
          <ac:spMkLst>
            <pc:docMk/>
            <pc:sldMk cId="2985496673" sldId="2147483628"/>
            <ac:spMk id="239" creationId="{53F42175-C2AB-446F-6817-904783223D69}"/>
          </ac:spMkLst>
        </pc:spChg>
        <pc:spChg chg="add del mod ord">
          <ac:chgData name="Jethro Hotbatahi Hasoloan" userId="6704a177-17bb-4244-9c06-d865e36c920b" providerId="ADAL" clId="{3E066727-BBB6-4D37-A6B5-32C7A00FA4F3}" dt="2026-10-23T10:44:25.512" v="149947"/>
          <ac:spMkLst>
            <pc:docMk/>
            <pc:sldMk cId="2985496673" sldId="2147483628"/>
            <ac:spMk id="240" creationId="{A77DB8E2-A010-6B41-E3CA-6A67F89F2EEF}"/>
          </ac:spMkLst>
        </pc:spChg>
        <pc:spChg chg="add del mod ord">
          <ac:chgData name="Jethro Hotbatahi Hasoloan" userId="6704a177-17bb-4244-9c06-d865e36c920b" providerId="ADAL" clId="{3E066727-BBB6-4D37-A6B5-32C7A00FA4F3}" dt="2026-10-23T10:44:25.510" v="149942"/>
          <ac:spMkLst>
            <pc:docMk/>
            <pc:sldMk cId="2985496673" sldId="2147483628"/>
            <ac:spMk id="241" creationId="{096D3482-D18C-634A-C0D5-0CCA3E90722C}"/>
          </ac:spMkLst>
        </pc:spChg>
        <pc:spChg chg="del mod">
          <ac:chgData name="Jethro Hotbatahi Hasoloan" userId="6704a177-17bb-4244-9c06-d865e36c920b" providerId="ADAL" clId="{3E066727-BBB6-4D37-A6B5-32C7A00FA4F3}" dt="2026-10-23T10:44:25.516" v="149955"/>
          <ac:spMkLst>
            <pc:docMk/>
            <pc:sldMk cId="2985496673" sldId="2147483628"/>
            <ac:spMk id="242" creationId="{77DEA33D-694A-0928-C3A2-A65F0042D259}"/>
          </ac:spMkLst>
        </pc:spChg>
        <pc:spChg chg="add del mod">
          <ac:chgData name="Jethro Hotbatahi Hasoloan" userId="6704a177-17bb-4244-9c06-d865e36c920b" providerId="ADAL" clId="{3E066727-BBB6-4D37-A6B5-32C7A00FA4F3}" dt="2026-10-23T10:44:25.514" v="149950"/>
          <ac:spMkLst>
            <pc:docMk/>
            <pc:sldMk cId="2985496673" sldId="2147483628"/>
            <ac:spMk id="243" creationId="{4ED00B36-DB87-3826-9203-581C73955804}"/>
          </ac:spMkLst>
        </pc:spChg>
        <pc:spChg chg="add del mod">
          <ac:chgData name="Jethro Hotbatahi Hasoloan" userId="6704a177-17bb-4244-9c06-d865e36c920b" providerId="ADAL" clId="{3E066727-BBB6-4D37-A6B5-32C7A00FA4F3}" dt="2026-10-23T10:44:25.512" v="149945"/>
          <ac:spMkLst>
            <pc:docMk/>
            <pc:sldMk cId="2985496673" sldId="2147483628"/>
            <ac:spMk id="244" creationId="{16A07C59-7D1B-85B1-437A-19B2E916F586}"/>
          </ac:spMkLst>
        </pc:spChg>
        <pc:spChg chg="add del mod ord">
          <ac:chgData name="Jethro Hotbatahi Hasoloan" userId="6704a177-17bb-4244-9c06-d865e36c920b" providerId="ADAL" clId="{3E066727-BBB6-4D37-A6B5-32C7A00FA4F3}" dt="2026-10-23T10:44:21.737" v="149624"/>
          <ac:spMkLst>
            <pc:docMk/>
            <pc:sldMk cId="2985496673" sldId="2147483628"/>
            <ac:spMk id="245" creationId="{F30A83DD-5206-91D8-8513-CE9B405EC8EF}"/>
          </ac:spMkLst>
        </pc:spChg>
        <pc:spChg chg="add del mod ord">
          <ac:chgData name="Jethro Hotbatahi Hasoloan" userId="6704a177-17bb-4244-9c06-d865e36c920b" providerId="ADAL" clId="{3E066727-BBB6-4D37-A6B5-32C7A00FA4F3}" dt="2026-10-23T10:44:21.738" v="149626"/>
          <ac:spMkLst>
            <pc:docMk/>
            <pc:sldMk cId="2985496673" sldId="2147483628"/>
            <ac:spMk id="246" creationId="{8AC0DE26-0D15-472A-E5F1-109C20A1F77E}"/>
          </ac:spMkLst>
        </pc:spChg>
        <pc:spChg chg="add del mod">
          <ac:chgData name="Jethro Hotbatahi Hasoloan" userId="6704a177-17bb-4244-9c06-d865e36c920b" providerId="ADAL" clId="{3E066727-BBB6-4D37-A6B5-32C7A00FA4F3}" dt="2026-10-23T10:46:46.962" v="154661"/>
          <ac:spMkLst>
            <pc:docMk/>
            <pc:sldMk cId="2985496673" sldId="2147483628"/>
            <ac:spMk id="254" creationId="{6E88F1AA-98EE-F80E-1E51-A585B77521F1}"/>
          </ac:spMkLst>
        </pc:spChg>
        <pc:spChg chg="add del mod modVis">
          <ac:chgData name="Jethro Hotbatahi Hasoloan" userId="6704a177-17bb-4244-9c06-d865e36c920b" providerId="ADAL" clId="{3E066727-BBB6-4D37-A6B5-32C7A00FA4F3}" dt="2026-10-23T10:44:48.167" v="151054"/>
          <ac:spMkLst>
            <pc:docMk/>
            <pc:sldMk cId="2985496673" sldId="2147483628"/>
            <ac:spMk id="255" creationId="{6F17977C-348D-0F4E-D139-038225336E60}"/>
          </ac:spMkLst>
        </pc:spChg>
        <pc:spChg chg="add del mod">
          <ac:chgData name="Jethro Hotbatahi Hasoloan" userId="6704a177-17bb-4244-9c06-d865e36c920b" providerId="ADAL" clId="{3E066727-BBB6-4D37-A6B5-32C7A00FA4F3}" dt="2026-10-23T10:47:29.433" v="155052"/>
          <ac:spMkLst>
            <pc:docMk/>
            <pc:sldMk cId="2985496673" sldId="2147483628"/>
            <ac:spMk id="256" creationId="{67507752-4D98-3EA9-9288-3CE6A1DBCBBC}"/>
          </ac:spMkLst>
        </pc:spChg>
        <pc:spChg chg="add del mod">
          <ac:chgData name="Jethro Hotbatahi Hasoloan" userId="6704a177-17bb-4244-9c06-d865e36c920b" providerId="ADAL" clId="{3E066727-BBB6-4D37-A6B5-32C7A00FA4F3}" dt="2026-10-23T10:47:29.433" v="155047"/>
          <ac:spMkLst>
            <pc:docMk/>
            <pc:sldMk cId="2985496673" sldId="2147483628"/>
            <ac:spMk id="262" creationId="{D02F4A5C-5C01-F9CB-B187-58957E0C19CA}"/>
          </ac:spMkLst>
        </pc:spChg>
        <pc:spChg chg="add del mod modVis">
          <ac:chgData name="Jethro Hotbatahi Hasoloan" userId="6704a177-17bb-4244-9c06-d865e36c920b" providerId="ADAL" clId="{3E066727-BBB6-4D37-A6B5-32C7A00FA4F3}" dt="2026-10-23T10:44:56.461" v="151366"/>
          <ac:spMkLst>
            <pc:docMk/>
            <pc:sldMk cId="2985496673" sldId="2147483628"/>
            <ac:spMk id="263" creationId="{87329320-DA68-EBFB-733D-BB87E6FB919B}"/>
          </ac:spMkLst>
        </pc:spChg>
        <pc:spChg chg="add mod">
          <ac:chgData name="Jethro Hotbatahi Hasoloan" userId="6704a177-17bb-4244-9c06-d865e36c920b" providerId="ADAL" clId="{3E066727-BBB6-4D37-A6B5-32C7A00FA4F3}" dt="2026-10-23T10:45:59.248" v="153614" actId="20577"/>
          <ac:spMkLst>
            <pc:docMk/>
            <pc:sldMk cId="2985496673" sldId="2147483628"/>
            <ac:spMk id="273" creationId="{4B2B0A4E-0EAC-7C7C-807D-71D9520D2A18}"/>
          </ac:spMkLst>
        </pc:spChg>
        <pc:spChg chg="add del mod modVis">
          <ac:chgData name="Jethro Hotbatahi Hasoloan" userId="6704a177-17bb-4244-9c06-d865e36c920b" providerId="ADAL" clId="{3E066727-BBB6-4D37-A6B5-32C7A00FA4F3}" dt="2026-10-23T10:45:59.248" v="153596" actId="962"/>
          <ac:spMkLst>
            <pc:docMk/>
            <pc:sldMk cId="2985496673" sldId="2147483628"/>
            <ac:spMk id="274" creationId="{CFDA4C5D-C9FE-530F-4F02-BE3E2C820599}"/>
          </ac:spMkLst>
        </pc:spChg>
        <pc:spChg chg="add mod">
          <ac:chgData name="Jethro Hotbatahi Hasoloan" userId="6704a177-17bb-4244-9c06-d865e36c920b" providerId="ADAL" clId="{3E066727-BBB6-4D37-A6B5-32C7A00FA4F3}" dt="2026-10-23T10:45:59.232" v="153587" actId="20577"/>
          <ac:spMkLst>
            <pc:docMk/>
            <pc:sldMk cId="2985496673" sldId="2147483628"/>
            <ac:spMk id="275" creationId="{331CE380-B070-E8FA-F411-E35D072E250A}"/>
          </ac:spMkLst>
        </pc:spChg>
        <pc:spChg chg="add mod">
          <ac:chgData name="Jethro Hotbatahi Hasoloan" userId="6704a177-17bb-4244-9c06-d865e36c920b" providerId="ADAL" clId="{3E066727-BBB6-4D37-A6B5-32C7A00FA4F3}" dt="2026-10-23T10:45:59.232" v="153568" actId="20577"/>
          <ac:spMkLst>
            <pc:docMk/>
            <pc:sldMk cId="2985496673" sldId="2147483628"/>
            <ac:spMk id="276" creationId="{8C2878D2-EECF-9A1A-9B09-6103F5B8E0D5}"/>
          </ac:spMkLst>
        </pc:spChg>
        <pc:spChg chg="add mod">
          <ac:chgData name="Jethro Hotbatahi Hasoloan" userId="6704a177-17bb-4244-9c06-d865e36c920b" providerId="ADAL" clId="{3E066727-BBB6-4D37-A6B5-32C7A00FA4F3}" dt="2026-10-23T10:45:59.216" v="153549" actId="20577"/>
          <ac:spMkLst>
            <pc:docMk/>
            <pc:sldMk cId="2985496673" sldId="2147483628"/>
            <ac:spMk id="277" creationId="{CD54260E-D4E3-8A14-02C5-AD642D9D4BDE}"/>
          </ac:spMkLst>
        </pc:spChg>
        <pc:spChg chg="add mod">
          <ac:chgData name="Jethro Hotbatahi Hasoloan" userId="6704a177-17bb-4244-9c06-d865e36c920b" providerId="ADAL" clId="{3E066727-BBB6-4D37-A6B5-32C7A00FA4F3}" dt="2026-10-23T10:45:59.202" v="153530" actId="20577"/>
          <ac:spMkLst>
            <pc:docMk/>
            <pc:sldMk cId="2985496673" sldId="2147483628"/>
            <ac:spMk id="278" creationId="{D445BFD8-B5F9-668E-518D-3CA77D7C0A27}"/>
          </ac:spMkLst>
        </pc:spChg>
        <pc:spChg chg="add mod">
          <ac:chgData name="Jethro Hotbatahi Hasoloan" userId="6704a177-17bb-4244-9c06-d865e36c920b" providerId="ADAL" clId="{3E066727-BBB6-4D37-A6B5-32C7A00FA4F3}" dt="2026-10-23T10:45:59.263" v="153615"/>
          <ac:spMkLst>
            <pc:docMk/>
            <pc:sldMk cId="2985496673" sldId="2147483628"/>
            <ac:spMk id="279" creationId="{C1D671D3-C4F8-398B-AFF8-6A3DAD30F691}"/>
          </ac:spMkLst>
        </pc:spChg>
        <pc:spChg chg="add del mod modVis">
          <ac:chgData name="Jethro Hotbatahi Hasoloan" userId="6704a177-17bb-4244-9c06-d865e36c920b" providerId="ADAL" clId="{3E066727-BBB6-4D37-A6B5-32C7A00FA4F3}" dt="2026-10-23T10:46:33.431" v="154150"/>
          <ac:spMkLst>
            <pc:docMk/>
            <pc:sldMk cId="2985496673" sldId="2147483628"/>
            <ac:spMk id="281" creationId="{8AA09AC3-0AB0-B933-0A3E-9FE62896D85A}"/>
          </ac:spMkLst>
        </pc:spChg>
        <pc:spChg chg="add del mod modVis">
          <ac:chgData name="Jethro Hotbatahi Hasoloan" userId="6704a177-17bb-4244-9c06-d865e36c920b" providerId="ADAL" clId="{3E066727-BBB6-4D37-A6B5-32C7A00FA4F3}" dt="2026-10-23T10:47:30.072" v="155559"/>
          <ac:spMkLst>
            <pc:docMk/>
            <pc:sldMk cId="2985496673" sldId="2147483628"/>
            <ac:spMk id="285" creationId="{0D00C3D8-A1F9-33F6-A7DC-A0F72EC066F0}"/>
          </ac:spMkLst>
        </pc:spChg>
        <pc:spChg chg="add del mod ord">
          <ac:chgData name="Jethro Hotbatahi Hasoloan" userId="6704a177-17bb-4244-9c06-d865e36c920b" providerId="ADAL" clId="{3E066727-BBB6-4D37-A6B5-32C7A00FA4F3}" dt="2026-10-23T10:48:51.372" v="158417"/>
          <ac:spMkLst>
            <pc:docMk/>
            <pc:sldMk cId="2985496673" sldId="2147483628"/>
            <ac:spMk id="287" creationId="{CB3100FE-498A-4747-F7FA-B7DB5A31F444}"/>
          </ac:spMkLst>
        </pc:spChg>
        <pc:spChg chg="add del mod ord">
          <ac:chgData name="Jethro Hotbatahi Hasoloan" userId="6704a177-17bb-4244-9c06-d865e36c920b" providerId="ADAL" clId="{3E066727-BBB6-4D37-A6B5-32C7A00FA4F3}" dt="2026-10-23T10:48:51.372" v="158415"/>
          <ac:spMkLst>
            <pc:docMk/>
            <pc:sldMk cId="2985496673" sldId="2147483628"/>
            <ac:spMk id="288" creationId="{D1F123A8-E549-17B2-ECE5-14E2277BD003}"/>
          </ac:spMkLst>
        </pc:spChg>
        <pc:spChg chg="add del mod">
          <ac:chgData name="Jethro Hotbatahi Hasoloan" userId="6704a177-17bb-4244-9c06-d865e36c920b" providerId="ADAL" clId="{3E066727-BBB6-4D37-A6B5-32C7A00FA4F3}" dt="2026-10-23T10:48:51.372" v="158413"/>
          <ac:spMkLst>
            <pc:docMk/>
            <pc:sldMk cId="2985496673" sldId="2147483628"/>
            <ac:spMk id="289" creationId="{BEC18B2A-E81C-DD42-22C1-DBDC63C203C1}"/>
          </ac:spMkLst>
        </pc:spChg>
        <pc:spChg chg="add del mod ord">
          <ac:chgData name="Jethro Hotbatahi Hasoloan" userId="6704a177-17bb-4244-9c06-d865e36c920b" providerId="ADAL" clId="{3E066727-BBB6-4D37-A6B5-32C7A00FA4F3}" dt="2026-10-23T10:48:51.372" v="158412"/>
          <ac:spMkLst>
            <pc:docMk/>
            <pc:sldMk cId="2985496673" sldId="2147483628"/>
            <ac:spMk id="290" creationId="{A61F57ED-662C-F4F9-DF36-31206CE048A9}"/>
          </ac:spMkLst>
        </pc:spChg>
        <pc:spChg chg="add del mod ord">
          <ac:chgData name="Jethro Hotbatahi Hasoloan" userId="6704a177-17bb-4244-9c06-d865e36c920b" providerId="ADAL" clId="{3E066727-BBB6-4D37-A6B5-32C7A00FA4F3}" dt="2026-10-23T10:48:51.372" v="158410"/>
          <ac:spMkLst>
            <pc:docMk/>
            <pc:sldMk cId="2985496673" sldId="2147483628"/>
            <ac:spMk id="291" creationId="{6390FE1D-E68D-D7E8-61E1-3ABEF554DE14}"/>
          </ac:spMkLst>
        </pc:spChg>
        <pc:spChg chg="add del mod">
          <ac:chgData name="Jethro Hotbatahi Hasoloan" userId="6704a177-17bb-4244-9c06-d865e36c920b" providerId="ADAL" clId="{3E066727-BBB6-4D37-A6B5-32C7A00FA4F3}" dt="2026-10-23T10:48:51.372" v="158408"/>
          <ac:spMkLst>
            <pc:docMk/>
            <pc:sldMk cId="2985496673" sldId="2147483628"/>
            <ac:spMk id="292" creationId="{72E85468-E26A-52D5-2EAB-5C6E53332F1B}"/>
          </ac:spMkLst>
        </pc:spChg>
        <pc:spChg chg="add del mod ord">
          <ac:chgData name="Jethro Hotbatahi Hasoloan" userId="6704a177-17bb-4244-9c06-d865e36c920b" providerId="ADAL" clId="{3E066727-BBB6-4D37-A6B5-32C7A00FA4F3}" dt="2026-10-23T10:47:39.371" v="156199"/>
          <ac:spMkLst>
            <pc:docMk/>
            <pc:sldMk cId="2985496673" sldId="2147483628"/>
            <ac:spMk id="296" creationId="{ED897D0F-73B8-4590-F3B6-DBB0B376F55D}"/>
          </ac:spMkLst>
        </pc:spChg>
        <pc:spChg chg="del mod ord">
          <ac:chgData name="Jethro Hotbatahi Hasoloan" userId="6704a177-17bb-4244-9c06-d865e36c920b" providerId="ADAL" clId="{3E066727-BBB6-4D37-A6B5-32C7A00FA4F3}" dt="2026-10-23T10:47:39.371" v="156194"/>
          <ac:spMkLst>
            <pc:docMk/>
            <pc:sldMk cId="2985496673" sldId="2147483628"/>
            <ac:spMk id="297" creationId="{B06E7D5E-AA9F-B660-32F1-6071B186F691}"/>
          </ac:spMkLst>
        </pc:spChg>
        <pc:spChg chg="add del mod ord">
          <ac:chgData name="Jethro Hotbatahi Hasoloan" userId="6704a177-17bb-4244-9c06-d865e36c920b" providerId="ADAL" clId="{3E066727-BBB6-4D37-A6B5-32C7A00FA4F3}" dt="2026-10-23T10:47:39.369" v="156189"/>
          <ac:spMkLst>
            <pc:docMk/>
            <pc:sldMk cId="2985496673" sldId="2147483628"/>
            <ac:spMk id="298" creationId="{E4BAC136-AD20-670E-C031-7C7335495884}"/>
          </ac:spMkLst>
        </pc:spChg>
        <pc:spChg chg="del mod">
          <ac:chgData name="Jethro Hotbatahi Hasoloan" userId="6704a177-17bb-4244-9c06-d865e36c920b" providerId="ADAL" clId="{3E066727-BBB6-4D37-A6B5-32C7A00FA4F3}" dt="2026-10-23T10:47:39.373" v="156202"/>
          <ac:spMkLst>
            <pc:docMk/>
            <pc:sldMk cId="2985496673" sldId="2147483628"/>
            <ac:spMk id="299" creationId="{25F19A40-FF3A-844B-7238-E5C96F24B15A}"/>
          </ac:spMkLst>
        </pc:spChg>
        <pc:spChg chg="add del mod">
          <ac:chgData name="Jethro Hotbatahi Hasoloan" userId="6704a177-17bb-4244-9c06-d865e36c920b" providerId="ADAL" clId="{3E066727-BBB6-4D37-A6B5-32C7A00FA4F3}" dt="2026-10-23T10:47:39.371" v="156197"/>
          <ac:spMkLst>
            <pc:docMk/>
            <pc:sldMk cId="2985496673" sldId="2147483628"/>
            <ac:spMk id="300" creationId="{1403D8E4-2D31-4167-A777-6CEE9622239B}"/>
          </ac:spMkLst>
        </pc:spChg>
        <pc:spChg chg="add del mod">
          <ac:chgData name="Jethro Hotbatahi Hasoloan" userId="6704a177-17bb-4244-9c06-d865e36c920b" providerId="ADAL" clId="{3E066727-BBB6-4D37-A6B5-32C7A00FA4F3}" dt="2026-10-23T10:47:39.369" v="156192"/>
          <ac:spMkLst>
            <pc:docMk/>
            <pc:sldMk cId="2985496673" sldId="2147483628"/>
            <ac:spMk id="301" creationId="{1BEA65CA-2943-D27B-2C0F-7CF5549BFA64}"/>
          </ac:spMkLst>
        </pc:spChg>
        <pc:spChg chg="add del mod ord">
          <ac:chgData name="Jethro Hotbatahi Hasoloan" userId="6704a177-17bb-4244-9c06-d865e36c920b" providerId="ADAL" clId="{3E066727-BBB6-4D37-A6B5-32C7A00FA4F3}" dt="2026-10-23T10:47:39.468" v="156204"/>
          <ac:spMkLst>
            <pc:docMk/>
            <pc:sldMk cId="2985496673" sldId="2147483628"/>
            <ac:spMk id="302" creationId="{AF1B57BD-9735-974E-C19E-2C72044EFF3D}"/>
          </ac:spMkLst>
        </pc:spChg>
        <pc:spChg chg="add del mod ord">
          <ac:chgData name="Jethro Hotbatahi Hasoloan" userId="6704a177-17bb-4244-9c06-d865e36c920b" providerId="ADAL" clId="{3E066727-BBB6-4D37-A6B5-32C7A00FA4F3}" dt="2026-10-23T10:47:39.468" v="156206"/>
          <ac:spMkLst>
            <pc:docMk/>
            <pc:sldMk cId="2985496673" sldId="2147483628"/>
            <ac:spMk id="303" creationId="{B5E8DAB8-C2DC-423F-3515-BE8879AE2A12}"/>
          </ac:spMkLst>
        </pc:spChg>
        <pc:spChg chg="add del mod">
          <ac:chgData name="Jethro Hotbatahi Hasoloan" userId="6704a177-17bb-4244-9c06-d865e36c920b" providerId="ADAL" clId="{3E066727-BBB6-4D37-A6B5-32C7A00FA4F3}" dt="2026-10-23T10:48:00.388" v="156730"/>
          <ac:spMkLst>
            <pc:docMk/>
            <pc:sldMk cId="2985496673" sldId="2147483628"/>
            <ac:spMk id="308" creationId="{A3E5B280-8BE9-D5DD-5DE2-873D8F6F78DF}"/>
          </ac:spMkLst>
        </pc:spChg>
        <pc:spChg chg="add del mod modVis">
          <ac:chgData name="Jethro Hotbatahi Hasoloan" userId="6704a177-17bb-4244-9c06-d865e36c920b" providerId="ADAL" clId="{3E066727-BBB6-4D37-A6B5-32C7A00FA4F3}" dt="2026-10-23T10:48:19.974" v="157331" actId="962"/>
          <ac:spMkLst>
            <pc:docMk/>
            <pc:sldMk cId="2985496673" sldId="2147483628"/>
            <ac:spMk id="311" creationId="{6C437D7B-736D-E7FD-37AB-CDB3D13F4BD3}"/>
          </ac:spMkLst>
        </pc:spChg>
        <pc:spChg chg="add del mod modVis">
          <ac:chgData name="Jethro Hotbatahi Hasoloan" userId="6704a177-17bb-4244-9c06-d865e36c920b" providerId="ADAL" clId="{3E066727-BBB6-4D37-A6B5-32C7A00FA4F3}" dt="2026-10-23T10:48:21.057" v="157881"/>
          <ac:spMkLst>
            <pc:docMk/>
            <pc:sldMk cId="2985496673" sldId="2147483628"/>
            <ac:spMk id="313" creationId="{C8D50C46-E588-F8BB-AEB5-617859C793B8}"/>
          </ac:spMkLst>
        </pc:spChg>
        <pc:spChg chg="add del mod">
          <ac:chgData name="Jethro Hotbatahi Hasoloan" userId="6704a177-17bb-4244-9c06-d865e36c920b" providerId="ADAL" clId="{3E066727-BBB6-4D37-A6B5-32C7A00FA4F3}" dt="2026-10-23T10:48:49.491" v="158175"/>
          <ac:spMkLst>
            <pc:docMk/>
            <pc:sldMk cId="2985496673" sldId="2147483628"/>
            <ac:spMk id="314" creationId="{075ED924-BAF7-C2AD-D167-C46DE27540AC}"/>
          </ac:spMkLst>
        </pc:spChg>
        <pc:spChg chg="add del mod">
          <ac:chgData name="Jethro Hotbatahi Hasoloan" userId="6704a177-17bb-4244-9c06-d865e36c920b" providerId="ADAL" clId="{3E066727-BBB6-4D37-A6B5-32C7A00FA4F3}" dt="2026-10-23T10:48:54.426" v="158697"/>
          <ac:spMkLst>
            <pc:docMk/>
            <pc:sldMk cId="2985496673" sldId="2147483628"/>
            <ac:spMk id="317" creationId="{71D157D4-A7A7-96F6-D2D7-DA370F71ACD6}"/>
          </ac:spMkLst>
        </pc:spChg>
        <pc:spChg chg="add mod ord">
          <ac:chgData name="Jethro Hotbatahi Hasoloan" userId="6704a177-17bb-4244-9c06-d865e36c920b" providerId="ADAL" clId="{3E066727-BBB6-4D37-A6B5-32C7A00FA4F3}" dt="2026-10-23T11:02:50.015" v="189273"/>
          <ac:spMkLst>
            <pc:docMk/>
            <pc:sldMk cId="2985496673" sldId="2147483628"/>
            <ac:spMk id="321" creationId="{16842B6C-E4A4-2907-6DD9-EB1B18072060}"/>
          </ac:spMkLst>
        </pc:spChg>
        <pc:spChg chg="add mod ord">
          <ac:chgData name="Jethro Hotbatahi Hasoloan" userId="6704a177-17bb-4244-9c06-d865e36c920b" providerId="ADAL" clId="{3E066727-BBB6-4D37-A6B5-32C7A00FA4F3}" dt="2026-10-23T11:02:50.015" v="189275"/>
          <ac:spMkLst>
            <pc:docMk/>
            <pc:sldMk cId="2985496673" sldId="2147483628"/>
            <ac:spMk id="322" creationId="{CC273288-32CE-DACB-2654-8E112BC294B9}"/>
          </ac:spMkLst>
        </pc:spChg>
        <pc:spChg chg="add mod">
          <ac:chgData name="Jethro Hotbatahi Hasoloan" userId="6704a177-17bb-4244-9c06-d865e36c920b" providerId="ADAL" clId="{3E066727-BBB6-4D37-A6B5-32C7A00FA4F3}" dt="2026-10-23T11:02:50.015" v="189276"/>
          <ac:spMkLst>
            <pc:docMk/>
            <pc:sldMk cId="2985496673" sldId="2147483628"/>
            <ac:spMk id="323" creationId="{ADB6C6E2-74FA-6D46-4C7D-C100C26EFC7E}"/>
          </ac:spMkLst>
        </pc:spChg>
        <pc:spChg chg="add mod ord">
          <ac:chgData name="Jethro Hotbatahi Hasoloan" userId="6704a177-17bb-4244-9c06-d865e36c920b" providerId="ADAL" clId="{3E066727-BBB6-4D37-A6B5-32C7A00FA4F3}" dt="2026-10-23T11:02:50.015" v="189278"/>
          <ac:spMkLst>
            <pc:docMk/>
            <pc:sldMk cId="2985496673" sldId="2147483628"/>
            <ac:spMk id="324" creationId="{A902F658-F7F3-9610-D647-B2687DE64BB4}"/>
          </ac:spMkLst>
        </pc:spChg>
        <pc:spChg chg="add mod ord">
          <ac:chgData name="Jethro Hotbatahi Hasoloan" userId="6704a177-17bb-4244-9c06-d865e36c920b" providerId="ADAL" clId="{3E066727-BBB6-4D37-A6B5-32C7A00FA4F3}" dt="2026-10-23T11:02:50.015" v="189280"/>
          <ac:spMkLst>
            <pc:docMk/>
            <pc:sldMk cId="2985496673" sldId="2147483628"/>
            <ac:spMk id="325" creationId="{7E7CED58-49E7-E797-F421-1E668DD1B319}"/>
          </ac:spMkLst>
        </pc:spChg>
        <pc:spChg chg="add mod">
          <ac:chgData name="Jethro Hotbatahi Hasoloan" userId="6704a177-17bb-4244-9c06-d865e36c920b" providerId="ADAL" clId="{3E066727-BBB6-4D37-A6B5-32C7A00FA4F3}" dt="2026-10-23T11:02:50.015" v="189281"/>
          <ac:spMkLst>
            <pc:docMk/>
            <pc:sldMk cId="2985496673" sldId="2147483628"/>
            <ac:spMk id="326" creationId="{79454E2E-7042-AA73-9387-814FC2E8033D}"/>
          </ac:spMkLst>
        </pc:spChg>
        <pc:spChg chg="add del mod ord">
          <ac:chgData name="Jethro Hotbatahi Hasoloan" userId="6704a177-17bb-4244-9c06-d865e36c920b" providerId="ADAL" clId="{3E066727-BBB6-4D37-A6B5-32C7A00FA4F3}" dt="2026-10-23T10:51:14.859" v="167296"/>
          <ac:spMkLst>
            <pc:docMk/>
            <pc:sldMk cId="2985496673" sldId="2147483628"/>
            <ac:spMk id="330" creationId="{036CFF7D-EEAF-C405-6677-FAB0013CC417}"/>
          </ac:spMkLst>
        </pc:spChg>
        <pc:spChg chg="add del mod ord">
          <ac:chgData name="Jethro Hotbatahi Hasoloan" userId="6704a177-17bb-4244-9c06-d865e36c920b" providerId="ADAL" clId="{3E066727-BBB6-4D37-A6B5-32C7A00FA4F3}" dt="2026-10-23T10:51:17.587" v="167905"/>
          <ac:spMkLst>
            <pc:docMk/>
            <pc:sldMk cId="2985496673" sldId="2147483628"/>
            <ac:spMk id="331" creationId="{AA784FF5-51CB-E5FF-838F-B69AED3474E5}"/>
          </ac:spMkLst>
        </pc:spChg>
        <pc:spChg chg="add del mod ord">
          <ac:chgData name="Jethro Hotbatahi Hasoloan" userId="6704a177-17bb-4244-9c06-d865e36c920b" providerId="ADAL" clId="{3E066727-BBB6-4D37-A6B5-32C7A00FA4F3}" dt="2026-10-23T10:51:19.977" v="167942"/>
          <ac:spMkLst>
            <pc:docMk/>
            <pc:sldMk cId="2985496673" sldId="2147483628"/>
            <ac:spMk id="332" creationId="{B823E6C7-0803-54C4-BC8A-A25BBDF8C041}"/>
          </ac:spMkLst>
        </pc:spChg>
        <pc:spChg chg="add del mod">
          <ac:chgData name="Jethro Hotbatahi Hasoloan" userId="6704a177-17bb-4244-9c06-d865e36c920b" providerId="ADAL" clId="{3E066727-BBB6-4D37-A6B5-32C7A00FA4F3}" dt="2026-10-23T10:51:14.860" v="167299"/>
          <ac:spMkLst>
            <pc:docMk/>
            <pc:sldMk cId="2985496673" sldId="2147483628"/>
            <ac:spMk id="333" creationId="{2224C02B-F33C-A688-5953-8C72FC0BADE2}"/>
          </ac:spMkLst>
        </pc:spChg>
        <pc:spChg chg="del mod">
          <ac:chgData name="Jethro Hotbatahi Hasoloan" userId="6704a177-17bb-4244-9c06-d865e36c920b" providerId="ADAL" clId="{3E066727-BBB6-4D37-A6B5-32C7A00FA4F3}" dt="2026-10-23T10:51:17.593" v="167908"/>
          <ac:spMkLst>
            <pc:docMk/>
            <pc:sldMk cId="2985496673" sldId="2147483628"/>
            <ac:spMk id="334" creationId="{93E82FC9-A5AC-F1A0-4210-2C4028FB57F0}"/>
          </ac:spMkLst>
        </pc:spChg>
        <pc:spChg chg="del mod">
          <ac:chgData name="Jethro Hotbatahi Hasoloan" userId="6704a177-17bb-4244-9c06-d865e36c920b" providerId="ADAL" clId="{3E066727-BBB6-4D37-A6B5-32C7A00FA4F3}" dt="2026-10-23T10:51:19.977" v="167945"/>
          <ac:spMkLst>
            <pc:docMk/>
            <pc:sldMk cId="2985496673" sldId="2147483628"/>
            <ac:spMk id="335" creationId="{86C691D1-88FA-A754-B6F1-DAD5940A803C}"/>
          </ac:spMkLst>
        </pc:spChg>
        <pc:spChg chg="add del mod modVis">
          <ac:chgData name="Jethro Hotbatahi Hasoloan" userId="6704a177-17bb-4244-9c06-d865e36c920b" providerId="ADAL" clId="{3E066727-BBB6-4D37-A6B5-32C7A00FA4F3}" dt="2026-10-23T10:49:29.604" v="159793"/>
          <ac:spMkLst>
            <pc:docMk/>
            <pc:sldMk cId="2985496673" sldId="2147483628"/>
            <ac:spMk id="337" creationId="{37777E9B-65A7-90F6-28D0-973FAF3563F6}"/>
          </ac:spMkLst>
        </pc:spChg>
        <pc:spChg chg="add del mod ord">
          <ac:chgData name="Jethro Hotbatahi Hasoloan" userId="6704a177-17bb-4244-9c06-d865e36c920b" providerId="ADAL" clId="{3E066727-BBB6-4D37-A6B5-32C7A00FA4F3}" dt="2026-10-23T10:49:37.723" v="159833"/>
          <ac:spMkLst>
            <pc:docMk/>
            <pc:sldMk cId="2985496673" sldId="2147483628"/>
            <ac:spMk id="338" creationId="{9C86494D-87C2-050A-0464-6686CACA1527}"/>
          </ac:spMkLst>
        </pc:spChg>
        <pc:spChg chg="add del mod modVis">
          <ac:chgData name="Jethro Hotbatahi Hasoloan" userId="6704a177-17bb-4244-9c06-d865e36c920b" providerId="ADAL" clId="{3E066727-BBB6-4D37-A6B5-32C7A00FA4F3}" dt="2026-10-23T10:49:37.946" v="160180"/>
          <ac:spMkLst>
            <pc:docMk/>
            <pc:sldMk cId="2985496673" sldId="2147483628"/>
            <ac:spMk id="340" creationId="{5524D87C-1D00-142F-E2C6-D4B57020A040}"/>
          </ac:spMkLst>
        </pc:spChg>
        <pc:spChg chg="add del mod ord">
          <ac:chgData name="Jethro Hotbatahi Hasoloan" userId="6704a177-17bb-4244-9c06-d865e36c920b" providerId="ADAL" clId="{3E066727-BBB6-4D37-A6B5-32C7A00FA4F3}" dt="2026-10-23T10:49:39.504" v="160220"/>
          <ac:spMkLst>
            <pc:docMk/>
            <pc:sldMk cId="2985496673" sldId="2147483628"/>
            <ac:spMk id="341" creationId="{21177799-DE23-080A-6C91-7FFAA9FC9554}"/>
          </ac:spMkLst>
        </pc:spChg>
        <pc:spChg chg="add del mod modVis">
          <ac:chgData name="Jethro Hotbatahi Hasoloan" userId="6704a177-17bb-4244-9c06-d865e36c920b" providerId="ADAL" clId="{3E066727-BBB6-4D37-A6B5-32C7A00FA4F3}" dt="2026-10-23T10:49:39.692" v="160570"/>
          <ac:spMkLst>
            <pc:docMk/>
            <pc:sldMk cId="2985496673" sldId="2147483628"/>
            <ac:spMk id="343" creationId="{D7DF3FBB-01D6-060F-0382-17606AEDB1E9}"/>
          </ac:spMkLst>
        </pc:spChg>
        <pc:spChg chg="add del mod ord">
          <ac:chgData name="Jethro Hotbatahi Hasoloan" userId="6704a177-17bb-4244-9c06-d865e36c920b" providerId="ADAL" clId="{3E066727-BBB6-4D37-A6B5-32C7A00FA4F3}" dt="2026-10-23T10:49:42.915" v="160629"/>
          <ac:spMkLst>
            <pc:docMk/>
            <pc:sldMk cId="2985496673" sldId="2147483628"/>
            <ac:spMk id="344" creationId="{CA8543F7-7564-6565-60BD-24B7081E57EF}"/>
          </ac:spMkLst>
        </pc:spChg>
        <pc:spChg chg="add del mod modVis">
          <ac:chgData name="Jethro Hotbatahi Hasoloan" userId="6704a177-17bb-4244-9c06-d865e36c920b" providerId="ADAL" clId="{3E066727-BBB6-4D37-A6B5-32C7A00FA4F3}" dt="2026-10-23T10:49:43.077" v="160927"/>
          <ac:spMkLst>
            <pc:docMk/>
            <pc:sldMk cId="2985496673" sldId="2147483628"/>
            <ac:spMk id="346" creationId="{DCD7DF02-8622-E21E-D0D0-6484AE93A0A3}"/>
          </ac:spMkLst>
        </pc:spChg>
        <pc:spChg chg="add del mod ord">
          <ac:chgData name="Jethro Hotbatahi Hasoloan" userId="6704a177-17bb-4244-9c06-d865e36c920b" providerId="ADAL" clId="{3E066727-BBB6-4D37-A6B5-32C7A00FA4F3}" dt="2026-10-23T10:51:05.158" v="166844" actId="478"/>
          <ac:spMkLst>
            <pc:docMk/>
            <pc:sldMk cId="2985496673" sldId="2147483628"/>
            <ac:spMk id="348" creationId="{9D13AC28-96FC-F5E4-5019-D2CC7CE7B44E}"/>
          </ac:spMkLst>
        </pc:spChg>
        <pc:spChg chg="add del mod ord">
          <ac:chgData name="Jethro Hotbatahi Hasoloan" userId="6704a177-17bb-4244-9c06-d865e36c920b" providerId="ADAL" clId="{3E066727-BBB6-4D37-A6B5-32C7A00FA4F3}" dt="2026-10-23T10:51:05.158" v="166843" actId="478"/>
          <ac:spMkLst>
            <pc:docMk/>
            <pc:sldMk cId="2985496673" sldId="2147483628"/>
            <ac:spMk id="350" creationId="{633685F2-EFBA-83E8-ECC5-6E7FD1DEB632}"/>
          </ac:spMkLst>
        </pc:spChg>
        <pc:spChg chg="add del mod ord">
          <ac:chgData name="Jethro Hotbatahi Hasoloan" userId="6704a177-17bb-4244-9c06-d865e36c920b" providerId="ADAL" clId="{3E066727-BBB6-4D37-A6B5-32C7A00FA4F3}" dt="2026-10-23T10:50:01.146" v="162093"/>
          <ac:spMkLst>
            <pc:docMk/>
            <pc:sldMk cId="2985496673" sldId="2147483628"/>
            <ac:spMk id="352" creationId="{DE8209AE-C8E0-C5D1-7667-15FF6E18FE04}"/>
          </ac:spMkLst>
        </pc:spChg>
        <pc:spChg chg="add del mod ord">
          <ac:chgData name="Jethro Hotbatahi Hasoloan" userId="6704a177-17bb-4244-9c06-d865e36c920b" providerId="ADAL" clId="{3E066727-BBB6-4D37-A6B5-32C7A00FA4F3}" dt="2026-10-23T10:50:01.146" v="162095"/>
          <ac:spMkLst>
            <pc:docMk/>
            <pc:sldMk cId="2985496673" sldId="2147483628"/>
            <ac:spMk id="353" creationId="{ABAE446A-AF14-B18D-8CE1-DCDB76B5FD68}"/>
          </ac:spMkLst>
        </pc:spChg>
        <pc:spChg chg="add del mod modVis">
          <ac:chgData name="Jethro Hotbatahi Hasoloan" userId="6704a177-17bb-4244-9c06-d865e36c920b" providerId="ADAL" clId="{3E066727-BBB6-4D37-A6B5-32C7A00FA4F3}" dt="2026-10-23T10:50:01.337" v="162459"/>
          <ac:spMkLst>
            <pc:docMk/>
            <pc:sldMk cId="2985496673" sldId="2147483628"/>
            <ac:spMk id="357" creationId="{71AD4264-0D6C-D98B-D4BC-DD6FDDA1FAB7}"/>
          </ac:spMkLst>
        </pc:spChg>
        <pc:spChg chg="add del mod modVis">
          <ac:chgData name="Jethro Hotbatahi Hasoloan" userId="6704a177-17bb-4244-9c06-d865e36c920b" providerId="ADAL" clId="{3E066727-BBB6-4D37-A6B5-32C7A00FA4F3}" dt="2026-10-23T10:51:05.214" v="167069" actId="478"/>
          <ac:spMkLst>
            <pc:docMk/>
            <pc:sldMk cId="2985496673" sldId="2147483628"/>
            <ac:spMk id="361" creationId="{441EBE7A-C45F-E0A7-DF2D-9CC648BE5576}"/>
          </ac:spMkLst>
        </pc:spChg>
        <pc:spChg chg="add del mod ord">
          <ac:chgData name="Jethro Hotbatahi Hasoloan" userId="6704a177-17bb-4244-9c06-d865e36c920b" providerId="ADAL" clId="{3E066727-BBB6-4D37-A6B5-32C7A00FA4F3}" dt="2026-10-23T10:51:05.500" v="167091" actId="478"/>
          <ac:spMkLst>
            <pc:docMk/>
            <pc:sldMk cId="2985496673" sldId="2147483628"/>
            <ac:spMk id="362" creationId="{D075C98E-68A3-FBB6-435B-0CDFD83E8CD1}"/>
          </ac:spMkLst>
        </pc:spChg>
        <pc:spChg chg="add del mod ord">
          <ac:chgData name="Jethro Hotbatahi Hasoloan" userId="6704a177-17bb-4244-9c06-d865e36c920b" providerId="ADAL" clId="{3E066727-BBB6-4D37-A6B5-32C7A00FA4F3}" dt="2026-10-23T10:51:05.500" v="167092" actId="478"/>
          <ac:spMkLst>
            <pc:docMk/>
            <pc:sldMk cId="2985496673" sldId="2147483628"/>
            <ac:spMk id="363" creationId="{C14356BF-2002-738C-9061-0AD3662D36A4}"/>
          </ac:spMkLst>
        </pc:spChg>
        <pc:spChg chg="add del mod">
          <ac:chgData name="Jethro Hotbatahi Hasoloan" userId="6704a177-17bb-4244-9c06-d865e36c920b" providerId="ADAL" clId="{3E066727-BBB6-4D37-A6B5-32C7A00FA4F3}" dt="2026-10-23T10:50:44.167" v="164675" actId="20577"/>
          <ac:spMkLst>
            <pc:docMk/>
            <pc:sldMk cId="2985496673" sldId="2147483628"/>
            <ac:spMk id="372" creationId="{805B5409-F28B-A513-8BAE-67A53CE220AE}"/>
          </ac:spMkLst>
        </pc:spChg>
        <pc:spChg chg="add del mod modVis">
          <ac:chgData name="Jethro Hotbatahi Hasoloan" userId="6704a177-17bb-4244-9c06-d865e36c920b" providerId="ADAL" clId="{3E066727-BBB6-4D37-A6B5-32C7A00FA4F3}" dt="2026-10-23T10:50:44.151" v="164651" actId="962"/>
          <ac:spMkLst>
            <pc:docMk/>
            <pc:sldMk cId="2985496673" sldId="2147483628"/>
            <ac:spMk id="373" creationId="{5C363219-BE06-CE8C-46CB-E3EB8B594759}"/>
          </ac:spMkLst>
        </pc:spChg>
        <pc:spChg chg="add del mod modVis">
          <ac:chgData name="Jethro Hotbatahi Hasoloan" userId="6704a177-17bb-4244-9c06-d865e36c920b" providerId="ADAL" clId="{3E066727-BBB6-4D37-A6B5-32C7A00FA4F3}" dt="2026-10-23T10:50:55.269" v="166336"/>
          <ac:spMkLst>
            <pc:docMk/>
            <pc:sldMk cId="2985496673" sldId="2147483628"/>
            <ac:spMk id="377" creationId="{8220ED1D-C3A7-2B4C-3D74-E6B751893D4D}"/>
          </ac:spMkLst>
        </pc:spChg>
        <pc:spChg chg="add mod">
          <ac:chgData name="Jethro Hotbatahi Hasoloan" userId="6704a177-17bb-4244-9c06-d865e36c920b" providerId="ADAL" clId="{3E066727-BBB6-4D37-A6B5-32C7A00FA4F3}" dt="2026-10-23T10:50:55.030" v="165849" actId="20577"/>
          <ac:spMkLst>
            <pc:docMk/>
            <pc:sldMk cId="2985496673" sldId="2147483628"/>
            <ac:spMk id="378" creationId="{7C74226E-3505-8452-974C-29E89B2BBC55}"/>
          </ac:spMkLst>
        </pc:spChg>
        <pc:spChg chg="add mod">
          <ac:chgData name="Jethro Hotbatahi Hasoloan" userId="6704a177-17bb-4244-9c06-d865e36c920b" providerId="ADAL" clId="{3E066727-BBB6-4D37-A6B5-32C7A00FA4F3}" dt="2026-10-23T10:50:55.014" v="165828" actId="207"/>
          <ac:spMkLst>
            <pc:docMk/>
            <pc:sldMk cId="2985496673" sldId="2147483628"/>
            <ac:spMk id="379" creationId="{D49F87DC-B690-1120-6927-8FBA3C0ABACD}"/>
          </ac:spMkLst>
        </pc:spChg>
        <pc:spChg chg="add del mod modVis">
          <ac:chgData name="Jethro Hotbatahi Hasoloan" userId="6704a177-17bb-4244-9c06-d865e36c920b" providerId="ADAL" clId="{3E066727-BBB6-4D37-A6B5-32C7A00FA4F3}" dt="2026-10-23T10:51:16.206" v="167901"/>
          <ac:spMkLst>
            <pc:docMk/>
            <pc:sldMk cId="2985496673" sldId="2147483628"/>
            <ac:spMk id="381" creationId="{522C86CF-3028-8B62-3EFC-3F942D632D8E}"/>
          </ac:spMkLst>
        </pc:spChg>
        <pc:spChg chg="add mod ord">
          <ac:chgData name="Jethro Hotbatahi Hasoloan" userId="6704a177-17bb-4244-9c06-d865e36c920b" providerId="ADAL" clId="{3E066727-BBB6-4D37-A6B5-32C7A00FA4F3}" dt="2026-10-23T10:51:26.572" v="168548" actId="20577"/>
          <ac:spMkLst>
            <pc:docMk/>
            <pc:sldMk cId="2985496673" sldId="2147483628"/>
            <ac:spMk id="382" creationId="{A2A72F99-B60F-313B-B69B-5089B47C83EB}"/>
          </ac:spMkLst>
        </pc:spChg>
        <pc:spChg chg="add del mod modVis">
          <ac:chgData name="Jethro Hotbatahi Hasoloan" userId="6704a177-17bb-4244-9c06-d865e36c920b" providerId="ADAL" clId="{3E066727-BBB6-4D37-A6B5-32C7A00FA4F3}" dt="2026-10-23T10:51:26.555" v="168518" actId="962"/>
          <ac:spMkLst>
            <pc:docMk/>
            <pc:sldMk cId="2985496673" sldId="2147483628"/>
            <ac:spMk id="383" creationId="{3D26750F-511A-37BA-39FA-3537603D3E98}"/>
          </ac:spMkLst>
        </pc:spChg>
        <pc:spChg chg="add del mod modVis">
          <ac:chgData name="Jethro Hotbatahi Hasoloan" userId="6704a177-17bb-4244-9c06-d865e36c920b" providerId="ADAL" clId="{3E066727-BBB6-4D37-A6B5-32C7A00FA4F3}" dt="2026-10-23T10:51:31.662" v="169105"/>
          <ac:spMkLst>
            <pc:docMk/>
            <pc:sldMk cId="2985496673" sldId="2147483628"/>
            <ac:spMk id="387" creationId="{9256C753-1B38-4919-17F3-1DE4C98CA171}"/>
          </ac:spMkLst>
        </pc:spChg>
        <pc:spChg chg="add del mod modVis">
          <ac:chgData name="Jethro Hotbatahi Hasoloan" userId="6704a177-17bb-4244-9c06-d865e36c920b" providerId="ADAL" clId="{3E066727-BBB6-4D37-A6B5-32C7A00FA4F3}" dt="2026-10-23T10:52:08.279" v="169487"/>
          <ac:spMkLst>
            <pc:docMk/>
            <pc:sldMk cId="2985496673" sldId="2147483628"/>
            <ac:spMk id="388" creationId="{F7B6060B-1AFD-ECF8-963E-CC049BA92A01}"/>
          </ac:spMkLst>
        </pc:spChg>
        <pc:spChg chg="add del mod modVis">
          <ac:chgData name="Jethro Hotbatahi Hasoloan" userId="6704a177-17bb-4244-9c06-d865e36c920b" providerId="ADAL" clId="{3E066727-BBB6-4D37-A6B5-32C7A00FA4F3}" dt="2026-10-23T10:52:11.422" v="169905"/>
          <ac:spMkLst>
            <pc:docMk/>
            <pc:sldMk cId="2985496673" sldId="2147483628"/>
            <ac:spMk id="390" creationId="{9BB90D3C-D57A-4DFE-2623-B49A351825DE}"/>
          </ac:spMkLst>
        </pc:spChg>
        <pc:spChg chg="add mod ord">
          <ac:chgData name="Jethro Hotbatahi Hasoloan" userId="6704a177-17bb-4244-9c06-d865e36c920b" providerId="ADAL" clId="{3E066727-BBB6-4D37-A6B5-32C7A00FA4F3}" dt="2026-10-23T11:02:50.015" v="189211"/>
          <ac:spMkLst>
            <pc:docMk/>
            <pc:sldMk cId="2985496673" sldId="2147483628"/>
            <ac:spMk id="391" creationId="{0040982D-270A-7FA5-70EA-B871DBD4B6C9}"/>
          </ac:spMkLst>
        </pc:spChg>
        <pc:spChg chg="add del mod ord">
          <ac:chgData name="Jethro Hotbatahi Hasoloan" userId="6704a177-17bb-4244-9c06-d865e36c920b" providerId="ADAL" clId="{3E066727-BBB6-4D37-A6B5-32C7A00FA4F3}" dt="2026-10-23T10:52:19.822" v="170238"/>
          <ac:spMkLst>
            <pc:docMk/>
            <pc:sldMk cId="2985496673" sldId="2147483628"/>
            <ac:spMk id="392" creationId="{22442BE4-AE5D-228A-A46C-A4D72DDC9B05}"/>
          </ac:spMkLst>
        </pc:spChg>
        <pc:spChg chg="add del mod ord">
          <ac:chgData name="Jethro Hotbatahi Hasoloan" userId="6704a177-17bb-4244-9c06-d865e36c920b" providerId="ADAL" clId="{3E066727-BBB6-4D37-A6B5-32C7A00FA4F3}" dt="2026-10-23T10:52:31.813" v="170868"/>
          <ac:spMkLst>
            <pc:docMk/>
            <pc:sldMk cId="2985496673" sldId="2147483628"/>
            <ac:spMk id="394" creationId="{A5C01C04-0F16-EC7B-71C8-622F582FCFFC}"/>
          </ac:spMkLst>
        </pc:spChg>
        <pc:spChg chg="add del mod ord">
          <ac:chgData name="Jethro Hotbatahi Hasoloan" userId="6704a177-17bb-4244-9c06-d865e36c920b" providerId="ADAL" clId="{3E066727-BBB6-4D37-A6B5-32C7A00FA4F3}" dt="2026-10-23T10:52:23.534" v="170570"/>
          <ac:spMkLst>
            <pc:docMk/>
            <pc:sldMk cId="2985496673" sldId="2147483628"/>
            <ac:spMk id="396" creationId="{01FD79A3-9970-9900-E87E-2DDCF449B66A}"/>
          </ac:spMkLst>
        </pc:spChg>
        <pc:spChg chg="add del mod modVis">
          <ac:chgData name="Jethro Hotbatahi Hasoloan" userId="6704a177-17bb-4244-9c06-d865e36c920b" providerId="ADAL" clId="{3E066727-BBB6-4D37-A6B5-32C7A00FA4F3}" dt="2026-10-23T10:52:23.707" v="170828"/>
          <ac:spMkLst>
            <pc:docMk/>
            <pc:sldMk cId="2985496673" sldId="2147483628"/>
            <ac:spMk id="398" creationId="{009E50A6-D796-E45B-B6DE-76717E0BA8E1}"/>
          </ac:spMkLst>
        </pc:spChg>
        <pc:spChg chg="add del mod modVis">
          <ac:chgData name="Jethro Hotbatahi Hasoloan" userId="6704a177-17bb-4244-9c06-d865e36c920b" providerId="ADAL" clId="{3E066727-BBB6-4D37-A6B5-32C7A00FA4F3}" dt="2026-10-23T10:52:32.018" v="171196"/>
          <ac:spMkLst>
            <pc:docMk/>
            <pc:sldMk cId="2985496673" sldId="2147483628"/>
            <ac:spMk id="400" creationId="{BDC0DCD9-F197-AE53-A6D3-97AE430AC06C}"/>
          </ac:spMkLst>
        </pc:spChg>
        <pc:spChg chg="add mod ord">
          <ac:chgData name="Jethro Hotbatahi Hasoloan" userId="6704a177-17bb-4244-9c06-d865e36c920b" providerId="ADAL" clId="{3E066727-BBB6-4D37-A6B5-32C7A00FA4F3}" dt="2026-10-23T11:02:50.015" v="189215"/>
          <ac:spMkLst>
            <pc:docMk/>
            <pc:sldMk cId="2985496673" sldId="2147483628"/>
            <ac:spMk id="401" creationId="{79DCEC55-2D34-FD30-FC1A-E45DFFE4E00B}"/>
          </ac:spMkLst>
        </pc:spChg>
        <pc:spChg chg="add del mod modVis">
          <ac:chgData name="Jethro Hotbatahi Hasoloan" userId="6704a177-17bb-4244-9c06-d865e36c920b" providerId="ADAL" clId="{3E066727-BBB6-4D37-A6B5-32C7A00FA4F3}" dt="2026-10-23T10:52:34.044" v="171738"/>
          <ac:spMkLst>
            <pc:docMk/>
            <pc:sldMk cId="2985496673" sldId="2147483628"/>
            <ac:spMk id="404" creationId="{F51CBB3F-2FAF-4813-9987-A5E1CF1DBAED}"/>
          </ac:spMkLst>
        </pc:spChg>
        <pc:spChg chg="add del mod ord">
          <ac:chgData name="Jethro Hotbatahi Hasoloan" userId="6704a177-17bb-4244-9c06-d865e36c920b" providerId="ADAL" clId="{3E066727-BBB6-4D37-A6B5-32C7A00FA4F3}" dt="2026-10-23T10:54:08.803" v="173602"/>
          <ac:spMkLst>
            <pc:docMk/>
            <pc:sldMk cId="2985496673" sldId="2147483628"/>
            <ac:spMk id="405" creationId="{F78E5DF5-B7FB-3068-6B56-755547A78704}"/>
          </ac:spMkLst>
        </pc:spChg>
        <pc:spChg chg="add mod ord">
          <ac:chgData name="Jethro Hotbatahi Hasoloan" userId="6704a177-17bb-4244-9c06-d865e36c920b" providerId="ADAL" clId="{3E066727-BBB6-4D37-A6B5-32C7A00FA4F3}" dt="2026-10-23T11:02:50.015" v="189219"/>
          <ac:spMkLst>
            <pc:docMk/>
            <pc:sldMk cId="2985496673" sldId="2147483628"/>
            <ac:spMk id="406" creationId="{B862D58D-84A8-F4F7-F630-4D1E252D1FB0}"/>
          </ac:spMkLst>
        </pc:spChg>
        <pc:spChg chg="add mod ord">
          <ac:chgData name="Jethro Hotbatahi Hasoloan" userId="6704a177-17bb-4244-9c06-d865e36c920b" providerId="ADAL" clId="{3E066727-BBB6-4D37-A6B5-32C7A00FA4F3}" dt="2026-10-23T11:02:50.015" v="189223"/>
          <ac:spMkLst>
            <pc:docMk/>
            <pc:sldMk cId="2985496673" sldId="2147483628"/>
            <ac:spMk id="407" creationId="{B83C64D9-1D18-9006-1459-007F2ADF3E9D}"/>
          </ac:spMkLst>
        </pc:spChg>
        <pc:spChg chg="add mod ord">
          <ac:chgData name="Jethro Hotbatahi Hasoloan" userId="6704a177-17bb-4244-9c06-d865e36c920b" providerId="ADAL" clId="{3E066727-BBB6-4D37-A6B5-32C7A00FA4F3}" dt="2026-10-23T10:53:00.046" v="172802" actId="20577"/>
          <ac:spMkLst>
            <pc:docMk/>
            <pc:sldMk cId="2985496673" sldId="2147483628"/>
            <ac:spMk id="414" creationId="{6117E01F-8D7A-385B-BF2C-DDABE6784428}"/>
          </ac:spMkLst>
        </pc:spChg>
        <pc:spChg chg="add del mod modVis">
          <ac:chgData name="Jethro Hotbatahi Hasoloan" userId="6704a177-17bb-4244-9c06-d865e36c920b" providerId="ADAL" clId="{3E066727-BBB6-4D37-A6B5-32C7A00FA4F3}" dt="2026-10-23T10:53:05.397" v="173577"/>
          <ac:spMkLst>
            <pc:docMk/>
            <pc:sldMk cId="2985496673" sldId="2147483628"/>
            <ac:spMk id="416" creationId="{97F6A249-665D-9ACD-CA83-2BAC88F7A924}"/>
          </ac:spMkLst>
        </pc:spChg>
        <pc:spChg chg="add del mod modVis">
          <ac:chgData name="Jethro Hotbatahi Hasoloan" userId="6704a177-17bb-4244-9c06-d865e36c920b" providerId="ADAL" clId="{3E066727-BBB6-4D37-A6B5-32C7A00FA4F3}" dt="2026-10-23T10:56:31.588" v="174672"/>
          <ac:spMkLst>
            <pc:docMk/>
            <pc:sldMk cId="2985496673" sldId="2147483628"/>
            <ac:spMk id="420" creationId="{E3F56B47-4F6C-19B5-313F-B3B3F90C91CB}"/>
          </ac:spMkLst>
        </pc:spChg>
        <pc:spChg chg="add del mod ord">
          <ac:chgData name="Jethro Hotbatahi Hasoloan" userId="6704a177-17bb-4244-9c06-d865e36c920b" providerId="ADAL" clId="{3E066727-BBB6-4D37-A6B5-32C7A00FA4F3}" dt="2026-10-23T10:56:50.456" v="176246"/>
          <ac:spMkLst>
            <pc:docMk/>
            <pc:sldMk cId="2985496673" sldId="2147483628"/>
            <ac:spMk id="421" creationId="{6FEAACA7-D122-83C9-3B38-E0157ADDFEBC}"/>
          </ac:spMkLst>
        </pc:spChg>
        <pc:spChg chg="add del mod ord">
          <ac:chgData name="Jethro Hotbatahi Hasoloan" userId="6704a177-17bb-4244-9c06-d865e36c920b" providerId="ADAL" clId="{3E066727-BBB6-4D37-A6B5-32C7A00FA4F3}" dt="2026-10-23T10:56:50.456" v="176248"/>
          <ac:spMkLst>
            <pc:docMk/>
            <pc:sldMk cId="2985496673" sldId="2147483628"/>
            <ac:spMk id="422" creationId="{C16E68AA-C9DA-8F33-D148-371B4A5BF3C9}"/>
          </ac:spMkLst>
        </pc:spChg>
        <pc:spChg chg="add del mod modVis">
          <ac:chgData name="Jethro Hotbatahi Hasoloan" userId="6704a177-17bb-4244-9c06-d865e36c920b" providerId="ADAL" clId="{3E066727-BBB6-4D37-A6B5-32C7A00FA4F3}" dt="2026-10-23T10:56:34.254" v="175059"/>
          <ac:spMkLst>
            <pc:docMk/>
            <pc:sldMk cId="2985496673" sldId="2147483628"/>
            <ac:spMk id="428" creationId="{9B7CFB99-F800-12FA-1C18-7546759EA7B8}"/>
          </ac:spMkLst>
        </pc:spChg>
        <pc:spChg chg="add del mod ord">
          <ac:chgData name="Jethro Hotbatahi Hasoloan" userId="6704a177-17bb-4244-9c06-d865e36c920b" providerId="ADAL" clId="{3E066727-BBB6-4D37-A6B5-32C7A00FA4F3}" dt="2026-10-23T10:56:48.713" v="175929"/>
          <ac:spMkLst>
            <pc:docMk/>
            <pc:sldMk cId="2985496673" sldId="2147483628"/>
            <ac:spMk id="429" creationId="{CD9EE9C7-CB0C-604D-E850-B32EC314C922}"/>
          </ac:spMkLst>
        </pc:spChg>
        <pc:spChg chg="add del mod ord">
          <ac:chgData name="Jethro Hotbatahi Hasoloan" userId="6704a177-17bb-4244-9c06-d865e36c920b" providerId="ADAL" clId="{3E066727-BBB6-4D37-A6B5-32C7A00FA4F3}" dt="2026-10-23T10:56:42.382" v="175343"/>
          <ac:spMkLst>
            <pc:docMk/>
            <pc:sldMk cId="2985496673" sldId="2147483628"/>
            <ac:spMk id="430" creationId="{FCDF3682-C456-320F-99C1-5C8BC5FC2E8B}"/>
          </ac:spMkLst>
        </pc:spChg>
        <pc:spChg chg="add del mod ord">
          <ac:chgData name="Jethro Hotbatahi Hasoloan" userId="6704a177-17bb-4244-9c06-d865e36c920b" providerId="ADAL" clId="{3E066727-BBB6-4D37-A6B5-32C7A00FA4F3}" dt="2026-10-23T10:56:46.871" v="175663"/>
          <ac:spMkLst>
            <pc:docMk/>
            <pc:sldMk cId="2985496673" sldId="2147483628"/>
            <ac:spMk id="433" creationId="{04942DEA-6D83-1BAA-0074-9A76468B67F0}"/>
          </ac:spMkLst>
        </pc:spChg>
        <pc:spChg chg="add del mod modVis">
          <ac:chgData name="Jethro Hotbatahi Hasoloan" userId="6704a177-17bb-4244-9c06-d865e36c920b" providerId="ADAL" clId="{3E066727-BBB6-4D37-A6B5-32C7A00FA4F3}" dt="2026-10-23T10:56:46.989" v="175907"/>
          <ac:spMkLst>
            <pc:docMk/>
            <pc:sldMk cId="2985496673" sldId="2147483628"/>
            <ac:spMk id="435" creationId="{DCA1B037-E2EC-4ABB-D8F6-6DE263A29D85}"/>
          </ac:spMkLst>
        </pc:spChg>
        <pc:spChg chg="add del mod modVis">
          <ac:chgData name="Jethro Hotbatahi Hasoloan" userId="6704a177-17bb-4244-9c06-d865e36c920b" providerId="ADAL" clId="{3E066727-BBB6-4D37-A6B5-32C7A00FA4F3}" dt="2026-10-23T10:56:48.890" v="176224"/>
          <ac:spMkLst>
            <pc:docMk/>
            <pc:sldMk cId="2985496673" sldId="2147483628"/>
            <ac:spMk id="437" creationId="{9A1ED9DA-09F1-4C91-5056-B3EB17383CA4}"/>
          </ac:spMkLst>
        </pc:spChg>
        <pc:spChg chg="add del mod ord">
          <ac:chgData name="Jethro Hotbatahi Hasoloan" userId="6704a177-17bb-4244-9c06-d865e36c920b" providerId="ADAL" clId="{3E066727-BBB6-4D37-A6B5-32C7A00FA4F3}" dt="2026-10-23T10:56:50.456" v="176244"/>
          <ac:spMkLst>
            <pc:docMk/>
            <pc:sldMk cId="2985496673" sldId="2147483628"/>
            <ac:spMk id="438" creationId="{94543C5B-925A-FECE-A7D1-5870A13F496F}"/>
          </ac:spMkLst>
        </pc:spChg>
        <pc:spChg chg="add del mod ord">
          <ac:chgData name="Jethro Hotbatahi Hasoloan" userId="6704a177-17bb-4244-9c06-d865e36c920b" providerId="ADAL" clId="{3E066727-BBB6-4D37-A6B5-32C7A00FA4F3}" dt="2026-10-23T10:56:56.896" v="176808"/>
          <ac:spMkLst>
            <pc:docMk/>
            <pc:sldMk cId="2985496673" sldId="2147483628"/>
            <ac:spMk id="441" creationId="{54F341C8-ADD5-16C6-4C50-2DC905E9AF28}"/>
          </ac:spMkLst>
        </pc:spChg>
        <pc:spChg chg="add del mod modVis">
          <ac:chgData name="Jethro Hotbatahi Hasoloan" userId="6704a177-17bb-4244-9c06-d865e36c920b" providerId="ADAL" clId="{3E066727-BBB6-4D37-A6B5-32C7A00FA4F3}" dt="2026-10-23T10:56:57.135" v="177038"/>
          <ac:spMkLst>
            <pc:docMk/>
            <pc:sldMk cId="2985496673" sldId="2147483628"/>
            <ac:spMk id="443" creationId="{FB9995F9-C623-BFE8-37CE-2458766AEB3E}"/>
          </ac:spMkLst>
        </pc:spChg>
        <pc:spChg chg="add del mod">
          <ac:chgData name="Jethro Hotbatahi Hasoloan" userId="6704a177-17bb-4244-9c06-d865e36c920b" providerId="ADAL" clId="{3E066727-BBB6-4D37-A6B5-32C7A00FA4F3}" dt="2026-10-23T10:57:31.815" v="178662"/>
          <ac:spMkLst>
            <pc:docMk/>
            <pc:sldMk cId="2985496673" sldId="2147483628"/>
            <ac:spMk id="451" creationId="{2CCE9DF4-3A83-E581-212D-C3671A9A8316}"/>
          </ac:spMkLst>
        </pc:spChg>
        <pc:spChg chg="add del mod modVis">
          <ac:chgData name="Jethro Hotbatahi Hasoloan" userId="6704a177-17bb-4244-9c06-d865e36c920b" providerId="ADAL" clId="{3E066727-BBB6-4D37-A6B5-32C7A00FA4F3}" dt="2026-10-23T10:57:26.828" v="178659"/>
          <ac:spMkLst>
            <pc:docMk/>
            <pc:sldMk cId="2985496673" sldId="2147483628"/>
            <ac:spMk id="452" creationId="{A248211C-96AE-69B0-1713-23E4BFE5D79A}"/>
          </ac:spMkLst>
        </pc:spChg>
        <pc:spChg chg="add del mod modVis">
          <ac:chgData name="Jethro Hotbatahi Hasoloan" userId="6704a177-17bb-4244-9c06-d865e36c920b" providerId="ADAL" clId="{3E066727-BBB6-4D37-A6B5-32C7A00FA4F3}" dt="2026-10-23T10:57:51.468" v="179544"/>
          <ac:spMkLst>
            <pc:docMk/>
            <pc:sldMk cId="2985496673" sldId="2147483628"/>
            <ac:spMk id="455" creationId="{23D2C5A5-1D76-D424-A88A-ED491B3DD9DE}"/>
          </ac:spMkLst>
        </pc:spChg>
        <pc:spChg chg="add del mod ord">
          <ac:chgData name="Jethro Hotbatahi Hasoloan" userId="6704a177-17bb-4244-9c06-d865e36c920b" providerId="ADAL" clId="{3E066727-BBB6-4D37-A6B5-32C7A00FA4F3}" dt="2026-10-23T10:58:46.596" v="180985"/>
          <ac:spMkLst>
            <pc:docMk/>
            <pc:sldMk cId="2985496673" sldId="2147483628"/>
            <ac:spMk id="456" creationId="{ACBC939A-0A5D-60FE-F3F8-51BEB11D90BA}"/>
          </ac:spMkLst>
        </pc:spChg>
        <pc:spChg chg="add del mod ord">
          <ac:chgData name="Jethro Hotbatahi Hasoloan" userId="6704a177-17bb-4244-9c06-d865e36c920b" providerId="ADAL" clId="{3E066727-BBB6-4D37-A6B5-32C7A00FA4F3}" dt="2026-10-23T10:58:46.597" v="180987"/>
          <ac:spMkLst>
            <pc:docMk/>
            <pc:sldMk cId="2985496673" sldId="2147483628"/>
            <ac:spMk id="457" creationId="{E4A677BA-C075-D9B9-3D51-2104D7A70617}"/>
          </ac:spMkLst>
        </pc:spChg>
        <pc:spChg chg="add del mod ord">
          <ac:chgData name="Jethro Hotbatahi Hasoloan" userId="6704a177-17bb-4244-9c06-d865e36c920b" providerId="ADAL" clId="{3E066727-BBB6-4D37-A6B5-32C7A00FA4F3}" dt="2026-10-23T10:58:46.597" v="180989"/>
          <ac:spMkLst>
            <pc:docMk/>
            <pc:sldMk cId="2985496673" sldId="2147483628"/>
            <ac:spMk id="458" creationId="{5FB4F651-CC93-D1E7-C802-73EED82E181E}"/>
          </ac:spMkLst>
        </pc:spChg>
        <pc:spChg chg="add del mod ord">
          <ac:chgData name="Jethro Hotbatahi Hasoloan" userId="6704a177-17bb-4244-9c06-d865e36c920b" providerId="ADAL" clId="{3E066727-BBB6-4D37-A6B5-32C7A00FA4F3}" dt="2026-10-23T10:58:46.597" v="180991"/>
          <ac:spMkLst>
            <pc:docMk/>
            <pc:sldMk cId="2985496673" sldId="2147483628"/>
            <ac:spMk id="459" creationId="{EA015C61-4DFC-73B9-9899-C330019CDF63}"/>
          </ac:spMkLst>
        </pc:spChg>
        <pc:spChg chg="add del mod ord">
          <ac:chgData name="Jethro Hotbatahi Hasoloan" userId="6704a177-17bb-4244-9c06-d865e36c920b" providerId="ADAL" clId="{3E066727-BBB6-4D37-A6B5-32C7A00FA4F3}" dt="2026-10-23T10:58:37.489" v="180719"/>
          <ac:spMkLst>
            <pc:docMk/>
            <pc:sldMk cId="2985496673" sldId="2147483628"/>
            <ac:spMk id="469" creationId="{8309D7D7-8F1C-49AB-FD1F-44893D6342D1}"/>
          </ac:spMkLst>
        </pc:spChg>
        <pc:spChg chg="add del mod ord">
          <ac:chgData name="Jethro Hotbatahi Hasoloan" userId="6704a177-17bb-4244-9c06-d865e36c920b" providerId="ADAL" clId="{3E066727-BBB6-4D37-A6B5-32C7A00FA4F3}" dt="2026-10-23T10:57:58.288" v="180117"/>
          <ac:spMkLst>
            <pc:docMk/>
            <pc:sldMk cId="2985496673" sldId="2147483628"/>
            <ac:spMk id="470" creationId="{18B6AE94-C56C-CAC9-4AF9-072EA0841C1B}"/>
          </ac:spMkLst>
        </pc:spChg>
        <pc:spChg chg="add del mod ord">
          <ac:chgData name="Jethro Hotbatahi Hasoloan" userId="6704a177-17bb-4244-9c06-d865e36c920b" providerId="ADAL" clId="{3E066727-BBB6-4D37-A6B5-32C7A00FA4F3}" dt="2026-10-23T10:58:07.338" v="180451"/>
          <ac:spMkLst>
            <pc:docMk/>
            <pc:sldMk cId="2985496673" sldId="2147483628"/>
            <ac:spMk id="473" creationId="{097D830E-9B3C-BAB4-616C-0BC149803E08}"/>
          </ac:spMkLst>
        </pc:spChg>
        <pc:spChg chg="add del mod modVis">
          <ac:chgData name="Jethro Hotbatahi Hasoloan" userId="6704a177-17bb-4244-9c06-d865e36c920b" providerId="ADAL" clId="{3E066727-BBB6-4D37-A6B5-32C7A00FA4F3}" dt="2026-10-23T10:57:58.628" v="180411"/>
          <ac:spMkLst>
            <pc:docMk/>
            <pc:sldMk cId="2985496673" sldId="2147483628"/>
            <ac:spMk id="474" creationId="{40638227-C7D0-EF36-68A0-21C934C78D5F}"/>
          </ac:spMkLst>
        </pc:spChg>
        <pc:spChg chg="add del mod modVis">
          <ac:chgData name="Jethro Hotbatahi Hasoloan" userId="6704a177-17bb-4244-9c06-d865e36c920b" providerId="ADAL" clId="{3E066727-BBB6-4D37-A6B5-32C7A00FA4F3}" dt="2026-10-23T10:58:07.456" v="180679"/>
          <ac:spMkLst>
            <pc:docMk/>
            <pc:sldMk cId="2985496673" sldId="2147483628"/>
            <ac:spMk id="476" creationId="{E0E9D4E8-CDD6-134F-5905-35E820415A02}"/>
          </ac:spMkLst>
        </pc:spChg>
        <pc:spChg chg="add del mod modVis">
          <ac:chgData name="Jethro Hotbatahi Hasoloan" userId="6704a177-17bb-4244-9c06-d865e36c920b" providerId="ADAL" clId="{3E066727-BBB6-4D37-A6B5-32C7A00FA4F3}" dt="2026-10-23T10:58:37.613" v="180927"/>
          <ac:spMkLst>
            <pc:docMk/>
            <pc:sldMk cId="2985496673" sldId="2147483628"/>
            <ac:spMk id="478" creationId="{9524D138-9900-2157-7B7A-10AF5579EDA0}"/>
          </ac:spMkLst>
        </pc:spChg>
        <pc:spChg chg="add mod ord">
          <ac:chgData name="Jethro Hotbatahi Hasoloan" userId="6704a177-17bb-4244-9c06-d865e36c920b" providerId="ADAL" clId="{3E066727-BBB6-4D37-A6B5-32C7A00FA4F3}" dt="2026-10-23T10:58:57.318" v="182244" actId="20577"/>
          <ac:spMkLst>
            <pc:docMk/>
            <pc:sldMk cId="2985496673" sldId="2147483628"/>
            <ac:spMk id="481" creationId="{BB8CC146-B1BE-B1A7-FED3-8FAB6D241CF5}"/>
          </ac:spMkLst>
        </pc:spChg>
        <pc:spChg chg="add mod ord">
          <ac:chgData name="Jethro Hotbatahi Hasoloan" userId="6704a177-17bb-4244-9c06-d865e36c920b" providerId="ADAL" clId="{3E066727-BBB6-4D37-A6B5-32C7A00FA4F3}" dt="2026-10-23T10:58:57.302" v="182220" actId="20577"/>
          <ac:spMkLst>
            <pc:docMk/>
            <pc:sldMk cId="2985496673" sldId="2147483628"/>
            <ac:spMk id="482" creationId="{88010CF5-B8CA-E50F-2A21-6237CAE92326}"/>
          </ac:spMkLst>
        </pc:spChg>
        <pc:spChg chg="add mod ord">
          <ac:chgData name="Jethro Hotbatahi Hasoloan" userId="6704a177-17bb-4244-9c06-d865e36c920b" providerId="ADAL" clId="{3E066727-BBB6-4D37-A6B5-32C7A00FA4F3}" dt="2026-10-23T10:58:57.286" v="182196" actId="20577"/>
          <ac:spMkLst>
            <pc:docMk/>
            <pc:sldMk cId="2985496673" sldId="2147483628"/>
            <ac:spMk id="483" creationId="{D6A62ACE-1A4C-0A54-E065-DF2CD10D6021}"/>
          </ac:spMkLst>
        </pc:spChg>
        <pc:spChg chg="add mod ord">
          <ac:chgData name="Jethro Hotbatahi Hasoloan" userId="6704a177-17bb-4244-9c06-d865e36c920b" providerId="ADAL" clId="{3E066727-BBB6-4D37-A6B5-32C7A00FA4F3}" dt="2026-10-23T10:58:57.272" v="182172" actId="20577"/>
          <ac:spMkLst>
            <pc:docMk/>
            <pc:sldMk cId="2985496673" sldId="2147483628"/>
            <ac:spMk id="484" creationId="{B3BBB2F6-373D-8BC4-8A01-EACB1E480669}"/>
          </ac:spMkLst>
        </pc:spChg>
        <pc:spChg chg="add mod ord">
          <ac:chgData name="Jethro Hotbatahi Hasoloan" userId="6704a177-17bb-4244-9c06-d865e36c920b" providerId="ADAL" clId="{3E066727-BBB6-4D37-A6B5-32C7A00FA4F3}" dt="2026-10-23T10:58:57.325" v="182245"/>
          <ac:spMkLst>
            <pc:docMk/>
            <pc:sldMk cId="2985496673" sldId="2147483628"/>
            <ac:spMk id="485" creationId="{801AF26C-8033-25D2-1328-2A3D66965136}"/>
          </ac:spMkLst>
        </pc:spChg>
        <pc:spChg chg="add mod">
          <ac:chgData name="Jethro Hotbatahi Hasoloan" userId="6704a177-17bb-4244-9c06-d865e36c920b" providerId="ADAL" clId="{3E066727-BBB6-4D37-A6B5-32C7A00FA4F3}" dt="2026-10-23T10:58:57.239" v="182126" actId="20577"/>
          <ac:spMkLst>
            <pc:docMk/>
            <pc:sldMk cId="2985496673" sldId="2147483628"/>
            <ac:spMk id="486" creationId="{F9F325C3-BFFB-01CE-6A38-1749807889B2}"/>
          </ac:spMkLst>
        </pc:spChg>
        <pc:spChg chg="add del mod modVis">
          <ac:chgData name="Jethro Hotbatahi Hasoloan" userId="6704a177-17bb-4244-9c06-d865e36c920b" providerId="ADAL" clId="{3E066727-BBB6-4D37-A6B5-32C7A00FA4F3}" dt="2026-10-23T10:58:57.225" v="182105" actId="962"/>
          <ac:spMkLst>
            <pc:docMk/>
            <pc:sldMk cId="2985496673" sldId="2147483628"/>
            <ac:spMk id="487" creationId="{994B5F5C-4BDE-3424-8073-0EA9D98DB345}"/>
          </ac:spMkLst>
        </pc:spChg>
        <pc:spChg chg="add del mod modVis">
          <ac:chgData name="Jethro Hotbatahi Hasoloan" userId="6704a177-17bb-4244-9c06-d865e36c920b" providerId="ADAL" clId="{3E066727-BBB6-4D37-A6B5-32C7A00FA4F3}" dt="2026-10-23T10:59:00.459" v="182928"/>
          <ac:spMkLst>
            <pc:docMk/>
            <pc:sldMk cId="2985496673" sldId="2147483628"/>
            <ac:spMk id="498" creationId="{148048C3-7E20-26D8-6627-041522F8B63B}"/>
          </ac:spMkLst>
        </pc:spChg>
        <pc:spChg chg="add del mod">
          <ac:chgData name="Jethro Hotbatahi Hasoloan" userId="6704a177-17bb-4244-9c06-d865e36c920b" providerId="ADAL" clId="{3E066727-BBB6-4D37-A6B5-32C7A00FA4F3}" dt="2026-10-23T10:59:01.167" v="182931"/>
          <ac:spMkLst>
            <pc:docMk/>
            <pc:sldMk cId="2985496673" sldId="2147483628"/>
            <ac:spMk id="499" creationId="{4F3E489B-933D-C98C-729A-8D352C0F5A68}"/>
          </ac:spMkLst>
        </pc:spChg>
        <pc:spChg chg="add del mod modVis">
          <ac:chgData name="Jethro Hotbatahi Hasoloan" userId="6704a177-17bb-4244-9c06-d865e36c920b" providerId="ADAL" clId="{3E066727-BBB6-4D37-A6B5-32C7A00FA4F3}" dt="2026-10-23T10:59:51.873" v="184622"/>
          <ac:spMkLst>
            <pc:docMk/>
            <pc:sldMk cId="2985496673" sldId="2147483628"/>
            <ac:spMk id="508" creationId="{72250F62-CB2F-D52F-8DA8-7E22B5720446}"/>
          </ac:spMkLst>
        </pc:spChg>
        <pc:spChg chg="add del mod ord">
          <ac:chgData name="Jethro Hotbatahi Hasoloan" userId="6704a177-17bb-4244-9c06-d865e36c920b" providerId="ADAL" clId="{3E066727-BBB6-4D37-A6B5-32C7A00FA4F3}" dt="2026-10-23T11:00:02.866" v="185123"/>
          <ac:spMkLst>
            <pc:docMk/>
            <pc:sldMk cId="2985496673" sldId="2147483628"/>
            <ac:spMk id="510" creationId="{C43C4D88-AB7A-A7D9-6B84-81E98C54B40B}"/>
          </ac:spMkLst>
        </pc:spChg>
        <pc:spChg chg="add del mod ord">
          <ac:chgData name="Jethro Hotbatahi Hasoloan" userId="6704a177-17bb-4244-9c06-d865e36c920b" providerId="ADAL" clId="{3E066727-BBB6-4D37-A6B5-32C7A00FA4F3}" dt="2026-10-23T11:00:14.975" v="186102"/>
          <ac:spMkLst>
            <pc:docMk/>
            <pc:sldMk cId="2985496673" sldId="2147483628"/>
            <ac:spMk id="512" creationId="{DA966F26-7270-FBB5-4466-C76F94EF9F49}"/>
          </ac:spMkLst>
        </pc:spChg>
        <pc:spChg chg="add del mod ord">
          <ac:chgData name="Jethro Hotbatahi Hasoloan" userId="6704a177-17bb-4244-9c06-d865e36c920b" providerId="ADAL" clId="{3E066727-BBB6-4D37-A6B5-32C7A00FA4F3}" dt="2026-10-23T11:00:19.725" v="186390"/>
          <ac:spMkLst>
            <pc:docMk/>
            <pc:sldMk cId="2985496673" sldId="2147483628"/>
            <ac:spMk id="514" creationId="{2F542AB1-3FF1-31E6-413A-FE3CDA43672B}"/>
          </ac:spMkLst>
        </pc:spChg>
        <pc:spChg chg="add del mod ord">
          <ac:chgData name="Jethro Hotbatahi Hasoloan" userId="6704a177-17bb-4244-9c06-d865e36c920b" providerId="ADAL" clId="{3E066727-BBB6-4D37-A6B5-32C7A00FA4F3}" dt="2026-10-23T11:00:19.725" v="186392"/>
          <ac:spMkLst>
            <pc:docMk/>
            <pc:sldMk cId="2985496673" sldId="2147483628"/>
            <ac:spMk id="516" creationId="{C60D992E-61EC-8E86-B3E0-5DF008FB9B2D}"/>
          </ac:spMkLst>
        </pc:spChg>
        <pc:spChg chg="add del mod ord">
          <ac:chgData name="Jethro Hotbatahi Hasoloan" userId="6704a177-17bb-4244-9c06-d865e36c920b" providerId="ADAL" clId="{3E066727-BBB6-4D37-A6B5-32C7A00FA4F3}" dt="2026-10-23T11:00:19.725" v="186396"/>
          <ac:spMkLst>
            <pc:docMk/>
            <pc:sldMk cId="2985496673" sldId="2147483628"/>
            <ac:spMk id="518" creationId="{C9464F66-1638-EECD-9977-0F62C3E77A6B}"/>
          </ac:spMkLst>
        </pc:spChg>
        <pc:spChg chg="add del mod ord">
          <ac:chgData name="Jethro Hotbatahi Hasoloan" userId="6704a177-17bb-4244-9c06-d865e36c920b" providerId="ADAL" clId="{3E066727-BBB6-4D37-A6B5-32C7A00FA4F3}" dt="2026-10-23T11:00:19.725" v="186394"/>
          <ac:spMkLst>
            <pc:docMk/>
            <pc:sldMk cId="2985496673" sldId="2147483628"/>
            <ac:spMk id="521" creationId="{D0D37618-3C33-0D42-4C40-0903834E35D2}"/>
          </ac:spMkLst>
        </pc:spChg>
        <pc:spChg chg="add mod ord">
          <ac:chgData name="Jethro Hotbatahi Hasoloan" userId="6704a177-17bb-4244-9c06-d865e36c920b" providerId="ADAL" clId="{3E066727-BBB6-4D37-A6B5-32C7A00FA4F3}" dt="2026-10-23T11:02:50.015" v="189237"/>
          <ac:spMkLst>
            <pc:docMk/>
            <pc:sldMk cId="2985496673" sldId="2147483628"/>
            <ac:spMk id="523" creationId="{2A4AD947-2B98-8303-48E1-D29BB182DBDD}"/>
          </ac:spMkLst>
        </pc:spChg>
        <pc:spChg chg="add del mod ord">
          <ac:chgData name="Jethro Hotbatahi Hasoloan" userId="6704a177-17bb-4244-9c06-d865e36c920b" providerId="ADAL" clId="{3E066727-BBB6-4D37-A6B5-32C7A00FA4F3}" dt="2026-10-23T11:02:49.870" v="189103"/>
          <ac:spMkLst>
            <pc:docMk/>
            <pc:sldMk cId="2985496673" sldId="2147483628"/>
            <ac:spMk id="535" creationId="{487F00DB-57FB-66B9-78B1-731EF5C28E0B}"/>
          </ac:spMkLst>
        </pc:spChg>
        <pc:spChg chg="add del mod modVis">
          <ac:chgData name="Jethro Hotbatahi Hasoloan" userId="6704a177-17bb-4244-9c06-d865e36c920b" providerId="ADAL" clId="{3E066727-BBB6-4D37-A6B5-32C7A00FA4F3}" dt="2026-10-23T11:01:46.907" v="188786"/>
          <ac:spMkLst>
            <pc:docMk/>
            <pc:sldMk cId="2985496673" sldId="2147483628"/>
            <ac:spMk id="536" creationId="{5774DD0E-801B-48E0-8DB6-4C42FDEB326D}"/>
          </ac:spMkLst>
        </pc:spChg>
        <pc:spChg chg="add del mod ord">
          <ac:chgData name="Jethro Hotbatahi Hasoloan" userId="6704a177-17bb-4244-9c06-d865e36c920b" providerId="ADAL" clId="{3E066727-BBB6-4D37-A6B5-32C7A00FA4F3}" dt="2026-10-23T11:02:47.574" v="189097"/>
          <ac:spMkLst>
            <pc:docMk/>
            <pc:sldMk cId="2985496673" sldId="2147483628"/>
            <ac:spMk id="539" creationId="{CE844213-CE66-4F0D-5A06-72FF7EE12158}"/>
          </ac:spMkLst>
        </pc:spChg>
        <pc:spChg chg="add del mod modVis">
          <ac:chgData name="Jethro Hotbatahi Hasoloan" userId="6704a177-17bb-4244-9c06-d865e36c920b" providerId="ADAL" clId="{3E066727-BBB6-4D37-A6B5-32C7A00FA4F3}" dt="2026-10-23T11:02:02.559" v="189061"/>
          <ac:spMkLst>
            <pc:docMk/>
            <pc:sldMk cId="2985496673" sldId="2147483628"/>
            <ac:spMk id="540" creationId="{ECD0286A-C732-835F-8840-C3CB8357DB9E}"/>
          </ac:spMkLst>
        </pc:spChg>
        <pc:grpChg chg="mod ord">
          <ac:chgData name="Jethro Hotbatahi Hasoloan" userId="6704a177-17bb-4244-9c06-d865e36c920b" providerId="ADAL" clId="{3E066727-BBB6-4D37-A6B5-32C7A00FA4F3}" dt="2026-10-23T11:02:49.999" v="189140"/>
          <ac:grpSpMkLst>
            <pc:docMk/>
            <pc:sldMk cId="2985496673" sldId="2147483628"/>
            <ac:grpSpMk id="77" creationId="{C516421C-7FA4-BF75-8985-6EB19EF752E4}"/>
          </ac:grpSpMkLst>
        </pc:grpChg>
        <pc:grpChg chg="mod ord">
          <ac:chgData name="Jethro Hotbatahi Hasoloan" userId="6704a177-17bb-4244-9c06-d865e36c920b" providerId="ADAL" clId="{3E066727-BBB6-4D37-A6B5-32C7A00FA4F3}" dt="2026-10-23T11:02:50.015" v="189251"/>
          <ac:grpSpMkLst>
            <pc:docMk/>
            <pc:sldMk cId="2985496673" sldId="2147483628"/>
            <ac:grpSpMk id="157" creationId="{46FA38C6-1453-A982-5FC8-F672261D6804}"/>
          </ac:grpSpMkLst>
        </pc:grpChg>
        <pc:graphicFrameChg chg="del mod ord">
          <ac:chgData name="Jethro Hotbatahi Hasoloan" userId="6704a177-17bb-4244-9c06-d865e36c920b" providerId="ADAL" clId="{3E066727-BBB6-4D37-A6B5-32C7A00FA4F3}" dt="2026-10-23T10:41:35.620" v="140085"/>
          <ac:graphicFrameMkLst>
            <pc:docMk/>
            <pc:sldMk cId="2985496673" sldId="2147483628"/>
            <ac:graphicFrameMk id="7" creationId="{FFF6BC87-A64C-5F72-8A52-E46752FC9D33}"/>
          </ac:graphicFrameMkLst>
        </pc:graphicFrameChg>
        <pc:graphicFrameChg chg="del mod ord">
          <ac:chgData name="Jethro Hotbatahi Hasoloan" userId="6704a177-17bb-4244-9c06-d865e36c920b" providerId="ADAL" clId="{3E066727-BBB6-4D37-A6B5-32C7A00FA4F3}" dt="2026-10-23T10:57:04.952" v="177310"/>
          <ac:graphicFrameMkLst>
            <pc:docMk/>
            <pc:sldMk cId="2985496673" sldId="2147483628"/>
            <ac:graphicFrameMk id="28" creationId="{70B8AA54-E1C1-6597-CB15-E6E477CA8B42}"/>
          </ac:graphicFrameMkLst>
        </pc:graphicFrameChg>
        <pc:graphicFrameChg chg="del mod ord">
          <ac:chgData name="Jethro Hotbatahi Hasoloan" userId="6704a177-17bb-4244-9c06-d865e36c920b" providerId="ADAL" clId="{3E066727-BBB6-4D37-A6B5-32C7A00FA4F3}" dt="2026-10-23T10:44:08.050" v="148478"/>
          <ac:graphicFrameMkLst>
            <pc:docMk/>
            <pc:sldMk cId="2985496673" sldId="2147483628"/>
            <ac:graphicFrameMk id="42" creationId="{477EC155-9913-AD38-6765-4C1FCB559A1F}"/>
          </ac:graphicFrameMkLst>
        </pc:graphicFrameChg>
        <pc:graphicFrameChg chg="del mod ord">
          <ac:chgData name="Jethro Hotbatahi Hasoloan" userId="6704a177-17bb-4244-9c06-d865e36c920b" providerId="ADAL" clId="{3E066727-BBB6-4D37-A6B5-32C7A00FA4F3}" dt="2026-10-23T10:52:45.546" v="172086"/>
          <ac:graphicFrameMkLst>
            <pc:docMk/>
            <pc:sldMk cId="2985496673" sldId="2147483628"/>
            <ac:graphicFrameMk id="51" creationId="{0640E946-AC62-DD11-058A-EF9E4EBD3BE8}"/>
          </ac:graphicFrameMkLst>
        </pc:graphicFrameChg>
        <pc:graphicFrameChg chg="del mod ord">
          <ac:chgData name="Jethro Hotbatahi Hasoloan" userId="6704a177-17bb-4244-9c06-d865e36c920b" providerId="ADAL" clId="{3E066727-BBB6-4D37-A6B5-32C7A00FA4F3}" dt="2026-10-23T11:00:27.014" v="186810"/>
          <ac:graphicFrameMkLst>
            <pc:docMk/>
            <pc:sldMk cId="2985496673" sldId="2147483628"/>
            <ac:graphicFrameMk id="65" creationId="{78418EC7-DA99-D8ED-CE36-6AC8B6E9FE5C}"/>
          </ac:graphicFrameMkLst>
        </pc:graphicFrameChg>
        <pc:graphicFrameChg chg="del mod ord">
          <ac:chgData name="Jethro Hotbatahi Hasoloan" userId="6704a177-17bb-4244-9c06-d865e36c920b" providerId="ADAL" clId="{3E066727-BBB6-4D37-A6B5-32C7A00FA4F3}" dt="2026-10-23T10:59:07.197" v="183351"/>
          <ac:graphicFrameMkLst>
            <pc:docMk/>
            <pc:sldMk cId="2985496673" sldId="2147483628"/>
            <ac:graphicFrameMk id="71" creationId="{54B9F6A2-D0CF-2F94-7229-3F4CE72E211C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0:40:38.676" v="135803"/>
          <ac:graphicFrameMkLst>
            <pc:docMk/>
            <pc:sldMk cId="2985496673" sldId="2147483628"/>
            <ac:graphicFrameMk id="82" creationId="{47968003-5E2A-576E-9572-BDB21F31B61E}"/>
          </ac:graphicFrameMkLst>
        </pc:graphicFrameChg>
        <pc:graphicFrameChg chg="add mod ord modVis">
          <ac:chgData name="Jethro Hotbatahi Hasoloan" userId="6704a177-17bb-4244-9c06-d865e36c920b" providerId="ADAL" clId="{3E066727-BBB6-4D37-A6B5-32C7A00FA4F3}" dt="2026-10-23T11:02:50.015" v="189283"/>
          <ac:graphicFrameMkLst>
            <pc:docMk/>
            <pc:sldMk cId="2985496673" sldId="2147483628"/>
            <ac:graphicFrameMk id="83" creationId="{7178F363-DF04-A426-C2AB-997B0E1C8247}"/>
          </ac:graphicFrameMkLst>
        </pc:graphicFrameChg>
        <pc:graphicFrameChg chg="del">
          <ac:chgData name="Jethro Hotbatahi Hasoloan" userId="6704a177-17bb-4244-9c06-d865e36c920b" providerId="ADAL" clId="{3E066727-BBB6-4D37-A6B5-32C7A00FA4F3}" dt="2026-10-22T04:19:04.925" v="77991"/>
          <ac:graphicFrameMkLst>
            <pc:docMk/>
            <pc:sldMk cId="2985496673" sldId="2147483628"/>
            <ac:graphicFrameMk id="87" creationId="{0601F232-2662-E166-D963-D5DC66532B78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0:40:41.021" v="136224"/>
          <ac:graphicFrameMkLst>
            <pc:docMk/>
            <pc:sldMk cId="2985496673" sldId="2147483628"/>
            <ac:graphicFrameMk id="87" creationId="{10FA382F-A66C-7167-AB8A-6C533110D8BD}"/>
          </ac:graphicFrameMkLst>
        </pc:graphicFrameChg>
        <pc:graphicFrameChg chg="del">
          <ac:chgData name="Jethro Hotbatahi Hasoloan" userId="6704a177-17bb-4244-9c06-d865e36c920b" providerId="ADAL" clId="{3E066727-BBB6-4D37-A6B5-32C7A00FA4F3}" dt="2026-10-22T04:19:05.086" v="77998"/>
          <ac:graphicFrameMkLst>
            <pc:docMk/>
            <pc:sldMk cId="2985496673" sldId="2147483628"/>
            <ac:graphicFrameMk id="108" creationId="{90BD17A2-87F4-9AE0-5BE5-B4818F9A75A0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0:40:50.638" v="136704"/>
          <ac:graphicFrameMkLst>
            <pc:docMk/>
            <pc:sldMk cId="2985496673" sldId="2147483628"/>
            <ac:graphicFrameMk id="122" creationId="{232182A7-7967-1B53-CEA0-7579F7341F89}"/>
          </ac:graphicFrameMkLst>
        </pc:graphicFrameChg>
        <pc:graphicFrameChg chg="del">
          <ac:chgData name="Jethro Hotbatahi Hasoloan" userId="6704a177-17bb-4244-9c06-d865e36c920b" providerId="ADAL" clId="{3E066727-BBB6-4D37-A6B5-32C7A00FA4F3}" dt="2026-10-22T04:19:05.224" v="78005"/>
          <ac:graphicFrameMkLst>
            <pc:docMk/>
            <pc:sldMk cId="2985496673" sldId="2147483628"/>
            <ac:graphicFrameMk id="122" creationId="{99FEB67B-5464-38D1-E583-F0899F334793}"/>
          </ac:graphicFrameMkLst>
        </pc:graphicFrameChg>
        <pc:graphicFrameChg chg="del">
          <ac:chgData name="Jethro Hotbatahi Hasoloan" userId="6704a177-17bb-4244-9c06-d865e36c920b" providerId="ADAL" clId="{3E066727-BBB6-4D37-A6B5-32C7A00FA4F3}" dt="2026-10-22T04:19:05.355" v="78012"/>
          <ac:graphicFrameMkLst>
            <pc:docMk/>
            <pc:sldMk cId="2985496673" sldId="2147483628"/>
            <ac:graphicFrameMk id="131" creationId="{32D29C73-4A9A-8B31-66AA-70A1F1811FED}"/>
          </ac:graphicFrameMkLst>
        </pc:graphicFrameChg>
        <pc:graphicFrameChg chg="del">
          <ac:chgData name="Jethro Hotbatahi Hasoloan" userId="6704a177-17bb-4244-9c06-d865e36c920b" providerId="ADAL" clId="{3E066727-BBB6-4D37-A6B5-32C7A00FA4F3}" dt="2026-10-22T04:19:05.483" v="78019"/>
          <ac:graphicFrameMkLst>
            <pc:docMk/>
            <pc:sldMk cId="2985496673" sldId="2147483628"/>
            <ac:graphicFrameMk id="145" creationId="{C3C781E1-6296-3EDF-A652-A9D2A1EB96DF}"/>
          </ac:graphicFrameMkLst>
        </pc:graphicFrameChg>
        <pc:graphicFrameChg chg="del">
          <ac:chgData name="Jethro Hotbatahi Hasoloan" userId="6704a177-17bb-4244-9c06-d865e36c920b" providerId="ADAL" clId="{3E066727-BBB6-4D37-A6B5-32C7A00FA4F3}" dt="2026-10-22T04:19:05.595" v="78026"/>
          <ac:graphicFrameMkLst>
            <pc:docMk/>
            <pc:sldMk cId="2985496673" sldId="2147483628"/>
            <ac:graphicFrameMk id="151" creationId="{BDCF9F3C-9BEB-950E-85F4-6CD76291EDE4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0:40:35.173" v="135396"/>
          <ac:graphicFrameMkLst>
            <pc:docMk/>
            <pc:sldMk cId="2985496673" sldId="2147483628"/>
            <ac:graphicFrameMk id="162" creationId="{04094C8B-D19F-9536-29E3-648AC23E89F6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0:56:31.464" v="174444"/>
          <ac:graphicFrameMkLst>
            <pc:docMk/>
            <pc:sldMk cId="2985496673" sldId="2147483628"/>
            <ac:graphicFrameMk id="163" creationId="{9EFF5453-3B8F-8808-D8EB-B59B0B4F2B4B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0:43:03.134" v="142972"/>
          <ac:graphicFrameMkLst>
            <pc:docMk/>
            <pc:sldMk cId="2985496673" sldId="2147483628"/>
            <ac:graphicFrameMk id="164" creationId="{5721D238-FFAD-6362-8313-E7E6653244C9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0:52:08.119" v="169251"/>
          <ac:graphicFrameMkLst>
            <pc:docMk/>
            <pc:sldMk cId="2985496673" sldId="2147483628"/>
            <ac:graphicFrameMk id="165" creationId="{C7DB2124-8A01-6695-06B1-E02E6E4EF457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0:59:51.733" v="184444"/>
          <ac:graphicFrameMkLst>
            <pc:docMk/>
            <pc:sldMk cId="2985496673" sldId="2147483628"/>
            <ac:graphicFrameMk id="166" creationId="{3E832C80-8B85-4DD0-7688-313B43B792E0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0:57:26.700" v="178466"/>
          <ac:graphicFrameMkLst>
            <pc:docMk/>
            <pc:sldMk cId="2985496673" sldId="2147483628"/>
            <ac:graphicFrameMk id="167" creationId="{5FA26A76-2397-6377-D295-EC40C985AB2F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0:40:55.626" v="137172"/>
          <ac:graphicFrameMkLst>
            <pc:docMk/>
            <pc:sldMk cId="2985496673" sldId="2147483628"/>
            <ac:graphicFrameMk id="168" creationId="{3CA9CB3A-1F64-2071-99C6-8F992161FAE5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0:41:02.411" v="137566"/>
          <ac:graphicFrameMkLst>
            <pc:docMk/>
            <pc:sldMk cId="2985496673" sldId="2147483628"/>
            <ac:graphicFrameMk id="171" creationId="{BC00EC4A-11CE-287F-4D59-8062D6829497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0:41:05.876" v="137956"/>
          <ac:graphicFrameMkLst>
            <pc:docMk/>
            <pc:sldMk cId="2985496673" sldId="2147483628"/>
            <ac:graphicFrameMk id="173" creationId="{E472988A-BE4B-8D6A-7860-711697CE3678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0:41:11.476" v="138380"/>
          <ac:graphicFrameMkLst>
            <pc:docMk/>
            <pc:sldMk cId="2985496673" sldId="2147483628"/>
            <ac:graphicFrameMk id="174" creationId="{EA3E880D-40DA-BF7C-BA8A-DAB2FD3C0F84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0:41:15.201" v="138769"/>
          <ac:graphicFrameMkLst>
            <pc:docMk/>
            <pc:sldMk cId="2985496673" sldId="2147483628"/>
            <ac:graphicFrameMk id="176" creationId="{6DA8DE08-EAFC-C783-1615-356E9989DC61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0:41:25.959" v="139132"/>
          <ac:graphicFrameMkLst>
            <pc:docMk/>
            <pc:sldMk cId="2985496673" sldId="2147483628"/>
            <ac:graphicFrameMk id="178" creationId="{A1E2D228-0289-68F9-B407-0C8E0BF44479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0:41:28.985" v="139423"/>
          <ac:graphicFrameMkLst>
            <pc:docMk/>
            <pc:sldMk cId="2985496673" sldId="2147483628"/>
            <ac:graphicFrameMk id="179" creationId="{46F465BE-19D6-E661-59E5-70D483D22A67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0:41:33.288" v="139742"/>
          <ac:graphicFrameMkLst>
            <pc:docMk/>
            <pc:sldMk cId="2985496673" sldId="2147483628"/>
            <ac:graphicFrameMk id="180" creationId="{E07D7620-73A6-7CE5-6D29-A24747B4B6D6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0:41:53.310" v="140736"/>
          <ac:graphicFrameMkLst>
            <pc:docMk/>
            <pc:sldMk cId="2985496673" sldId="2147483628"/>
            <ac:graphicFrameMk id="181" creationId="{4679E601-993E-00E8-87DD-A82B6011FC01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0:41:38.594" v="140378"/>
          <ac:graphicFrameMkLst>
            <pc:docMk/>
            <pc:sldMk cId="2985496673" sldId="2147483628"/>
            <ac:graphicFrameMk id="183" creationId="{C1B79E22-CE34-5F9A-36EC-2DE814B1756C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0:41:40.518" v="140702"/>
          <ac:graphicFrameMkLst>
            <pc:docMk/>
            <pc:sldMk cId="2985496673" sldId="2147483628"/>
            <ac:graphicFrameMk id="184" creationId="{48732ADD-499C-A0A3-4F34-ADFB33B24028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0:41:59.938" v="141006"/>
          <ac:graphicFrameMkLst>
            <pc:docMk/>
            <pc:sldMk cId="2985496673" sldId="2147483628"/>
            <ac:graphicFrameMk id="185" creationId="{C302F2B7-07AF-C6EA-8B49-15ABDFDD6438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0:42:09.250" v="141276"/>
          <ac:graphicFrameMkLst>
            <pc:docMk/>
            <pc:sldMk cId="2985496673" sldId="2147483628"/>
            <ac:graphicFrameMk id="186" creationId="{3831417F-F362-2A89-4472-C327846D792C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0:42:14.265" v="141546"/>
          <ac:graphicFrameMkLst>
            <pc:docMk/>
            <pc:sldMk cId="2985496673" sldId="2147483628"/>
            <ac:graphicFrameMk id="187" creationId="{4D374676-C5D7-F890-ED27-3C1F517ED01D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0:42:22.412" v="141816"/>
          <ac:graphicFrameMkLst>
            <pc:docMk/>
            <pc:sldMk cId="2985496673" sldId="2147483628"/>
            <ac:graphicFrameMk id="188" creationId="{1C09C768-FDE2-CF0E-16C9-B1E065272884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0:44:09.347" v="148556"/>
          <ac:graphicFrameMkLst>
            <pc:docMk/>
            <pc:sldMk cId="2985496673" sldId="2147483628"/>
            <ac:graphicFrameMk id="189" creationId="{4AC7737B-A7CE-AA95-204E-4FA3499374E1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0:43:06.970" v="143252"/>
          <ac:graphicFrameMkLst>
            <pc:docMk/>
            <pc:sldMk cId="2985496673" sldId="2147483628"/>
            <ac:graphicFrameMk id="199" creationId="{734C8A16-DFA8-EF68-9F4E-A1801EEF3560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0:43:10.021" v="143506"/>
          <ac:graphicFrameMkLst>
            <pc:docMk/>
            <pc:sldMk cId="2985496673" sldId="2147483628"/>
            <ac:graphicFrameMk id="200" creationId="{F817946A-7E43-3A17-92E1-4285CC009867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0:43:16.025" v="143796"/>
          <ac:graphicFrameMkLst>
            <pc:docMk/>
            <pc:sldMk cId="2985496673" sldId="2147483628"/>
            <ac:graphicFrameMk id="201" creationId="{FD1D90B3-D05E-5A19-83E1-50221C4A7D2C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0:43:21.103" v="144122"/>
          <ac:graphicFrameMkLst>
            <pc:docMk/>
            <pc:sldMk cId="2985496673" sldId="2147483628"/>
            <ac:graphicFrameMk id="203" creationId="{9B164950-A7E8-B990-01E7-492B0FEDD008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0:43:23.352" v="144374"/>
          <ac:graphicFrameMkLst>
            <pc:docMk/>
            <pc:sldMk cId="2985496673" sldId="2147483628"/>
            <ac:graphicFrameMk id="206" creationId="{865358BE-CBD6-ABD6-2B69-C5CE2EA60B0F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0:43:28.338" v="144738"/>
          <ac:graphicFrameMkLst>
            <pc:docMk/>
            <pc:sldMk cId="2985496673" sldId="2147483628"/>
            <ac:graphicFrameMk id="207" creationId="{E67D3110-8EC2-079D-8139-44D1DB219334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0:43:31.363" v="145046"/>
          <ac:graphicFrameMkLst>
            <pc:docMk/>
            <pc:sldMk cId="2985496673" sldId="2147483628"/>
            <ac:graphicFrameMk id="213" creationId="{5390E01C-C2D4-8852-F33C-4D51F98865DF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0:44:05.902" v="147901"/>
          <ac:graphicFrameMkLst>
            <pc:docMk/>
            <pc:sldMk cId="2985496673" sldId="2147483628"/>
            <ac:graphicFrameMk id="217" creationId="{D763DDCE-E5D5-0735-51C4-BDE698BB98E9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0:43:57.637" v="147849" actId="1076"/>
          <ac:graphicFrameMkLst>
            <pc:docMk/>
            <pc:sldMk cId="2985496673" sldId="2147483628"/>
            <ac:graphicFrameMk id="218" creationId="{1EAB46D6-187E-10FD-ED79-05EA877B5BE4}"/>
          </ac:graphicFrameMkLst>
        </pc:graphicFrameChg>
        <pc:graphicFrameChg chg="add mod ord">
          <ac:chgData name="Jethro Hotbatahi Hasoloan" userId="6704a177-17bb-4244-9c06-d865e36c920b" providerId="ADAL" clId="{3E066727-BBB6-4D37-A6B5-32C7A00FA4F3}" dt="2026-10-23T10:43:45.570" v="146093" actId="1076"/>
          <ac:graphicFrameMkLst>
            <pc:docMk/>
            <pc:sldMk cId="2985496673" sldId="2147483628"/>
            <ac:graphicFrameMk id="222" creationId="{C7209971-D8F5-2DE2-8A41-3BF5A94D102E}"/>
          </ac:graphicFrameMkLst>
        </pc:graphicFrameChg>
        <pc:graphicFrameChg chg="add mod ord">
          <ac:chgData name="Jethro Hotbatahi Hasoloan" userId="6704a177-17bb-4244-9c06-d865e36c920b" providerId="ADAL" clId="{3E066727-BBB6-4D37-A6B5-32C7A00FA4F3}" dt="2026-10-23T10:43:56.313" v="147172" actId="1076"/>
          <ac:graphicFrameMkLst>
            <pc:docMk/>
            <pc:sldMk cId="2985496673" sldId="2147483628"/>
            <ac:graphicFrameMk id="224" creationId="{01FF90C9-7F49-6CC9-74E2-7914B6D5A985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0:44:12.189" v="148778"/>
          <ac:graphicFrameMkLst>
            <pc:docMk/>
            <pc:sldMk cId="2985496673" sldId="2147483628"/>
            <ac:graphicFrameMk id="227" creationId="{C5378970-E456-6ABB-B635-3414A719AD55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0:48:52.931" v="158477"/>
          <ac:graphicFrameMkLst>
            <pc:docMk/>
            <pc:sldMk cId="2985496673" sldId="2147483628"/>
            <ac:graphicFrameMk id="228" creationId="{E305BF07-A181-08D2-1981-3BEC93709641}"/>
          </ac:graphicFrameMkLst>
        </pc:graphicFrameChg>
        <pc:graphicFrameChg chg="del">
          <ac:chgData name="Jethro Hotbatahi Hasoloan" userId="6704a177-17bb-4244-9c06-d865e36c920b" providerId="ADAL" clId="{3E066727-BBB6-4D37-A6B5-32C7A00FA4F3}" dt="2026-10-23T10:44:16.229" v="149297"/>
          <ac:graphicFrameMkLst>
            <pc:docMk/>
            <pc:sldMk cId="2985496673" sldId="2147483628"/>
            <ac:graphicFrameMk id="229" creationId="{C39C9FB8-1A35-4E05-AE5E-C4B43F080BD9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0:44:21.738" v="149634"/>
          <ac:graphicFrameMkLst>
            <pc:docMk/>
            <pc:sldMk cId="2985496673" sldId="2147483628"/>
            <ac:graphicFrameMk id="249" creationId="{D11CEF42-0D08-8884-1A8F-6F840AC39690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0:44:25.733" v="149967"/>
          <ac:graphicFrameMkLst>
            <pc:docMk/>
            <pc:sldMk cId="2985496673" sldId="2147483628"/>
            <ac:graphicFrameMk id="250" creationId="{7241FC1E-7F48-B0D5-97C7-F593FBF3E890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0:44:36.201" v="150211"/>
          <ac:graphicFrameMkLst>
            <pc:docMk/>
            <pc:sldMk cId="2985496673" sldId="2147483628"/>
            <ac:graphicFrameMk id="251" creationId="{EB70F13D-AD20-C0E7-1815-9ADACF64A9D6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0:44:37.915" v="150437"/>
          <ac:graphicFrameMkLst>
            <pc:docMk/>
            <pc:sldMk cId="2985496673" sldId="2147483628"/>
            <ac:graphicFrameMk id="252" creationId="{DE8A8932-7D4D-5590-E6C5-9247DA2C721C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0:44:47.892" v="150824"/>
          <ac:graphicFrameMkLst>
            <pc:docMk/>
            <pc:sldMk cId="2985496673" sldId="2147483628"/>
            <ac:graphicFrameMk id="253" creationId="{45413784-4294-BCB6-3EBC-B6528F9812B3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0:44:56.202" v="151131"/>
          <ac:graphicFrameMkLst>
            <pc:docMk/>
            <pc:sldMk cId="2985496673" sldId="2147483628"/>
            <ac:graphicFrameMk id="261" creationId="{C0E7112C-CF44-1F88-93FB-3083D48BAF4F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0:44:57.494" v="151391"/>
          <ac:graphicFrameMkLst>
            <pc:docMk/>
            <pc:sldMk cId="2985496673" sldId="2147483628"/>
            <ac:graphicFrameMk id="266" creationId="{028D7CDC-A6EE-604C-1EBB-9EF764CB63D8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0:45:00.264" v="151628"/>
          <ac:graphicFrameMkLst>
            <pc:docMk/>
            <pc:sldMk cId="2985496673" sldId="2147483628"/>
            <ac:graphicFrameMk id="267" creationId="{BC44F8D9-840F-34AD-7B82-CFE6D9FF1EC9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0:45:06.203" v="151880"/>
          <ac:graphicFrameMkLst>
            <pc:docMk/>
            <pc:sldMk cId="2985496673" sldId="2147483628"/>
            <ac:graphicFrameMk id="268" creationId="{A7C00BC9-5C7D-982C-6E57-AD5AFF3EF769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0:45:07.956" v="152117"/>
          <ac:graphicFrameMkLst>
            <pc:docMk/>
            <pc:sldMk cId="2985496673" sldId="2147483628"/>
            <ac:graphicFrameMk id="269" creationId="{E7489C53-2333-2A5D-3B59-1D4BE24EAC85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0:45:12.915" v="152354"/>
          <ac:graphicFrameMkLst>
            <pc:docMk/>
            <pc:sldMk cId="2985496673" sldId="2147483628"/>
            <ac:graphicFrameMk id="270" creationId="{32EA185D-8074-9F66-288B-BEDAF33C41FC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0:45:15.533" v="152591"/>
          <ac:graphicFrameMkLst>
            <pc:docMk/>
            <pc:sldMk cId="2985496673" sldId="2147483628"/>
            <ac:graphicFrameMk id="271" creationId="{F0909637-A641-B153-AF96-9619FA5856EB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0:46:39.928" v="154169"/>
          <ac:graphicFrameMkLst>
            <pc:docMk/>
            <pc:sldMk cId="2985496673" sldId="2147483628"/>
            <ac:graphicFrameMk id="272" creationId="{C2ED710A-FD59-7B75-A81E-BD99CF1150BF}"/>
          </ac:graphicFrameMkLst>
        </pc:graphicFrameChg>
        <pc:graphicFrameChg chg="add mod ord">
          <ac:chgData name="Jethro Hotbatahi Hasoloan" userId="6704a177-17bb-4244-9c06-d865e36c920b" providerId="ADAL" clId="{3E066727-BBB6-4D37-A6B5-32C7A00FA4F3}" dt="2026-10-23T10:45:59.184" v="153485" actId="1076"/>
          <ac:graphicFrameMkLst>
            <pc:docMk/>
            <pc:sldMk cId="2985496673" sldId="2147483628"/>
            <ac:graphicFrameMk id="280" creationId="{5BE48C5B-573D-4DE3-0013-6A3545C4562B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0:46:41.778" v="154421"/>
          <ac:graphicFrameMkLst>
            <pc:docMk/>
            <pc:sldMk cId="2985496673" sldId="2147483628"/>
            <ac:graphicFrameMk id="282" creationId="{4386649B-3A08-6BC9-4673-D50C38595141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0:47:29.433" v="155054"/>
          <ac:graphicFrameMkLst>
            <pc:docMk/>
            <pc:sldMk cId="2985496673" sldId="2147483628"/>
            <ac:graphicFrameMk id="283" creationId="{8AED2740-04F8-5C4B-E07D-1788A70A0D5C}"/>
          </ac:graphicFrameMkLst>
        </pc:graphicFrameChg>
        <pc:graphicFrameChg chg="add mod ord">
          <ac:chgData name="Jethro Hotbatahi Hasoloan" userId="6704a177-17bb-4244-9c06-d865e36c920b" providerId="ADAL" clId="{3E066727-BBB6-4D37-A6B5-32C7A00FA4F3}" dt="2026-10-23T10:47:26.636" v="155014" actId="1076"/>
          <ac:graphicFrameMkLst>
            <pc:docMk/>
            <pc:sldMk cId="2985496673" sldId="2147483628"/>
            <ac:graphicFrameMk id="284" creationId="{DB382116-1677-9574-E100-FF3306D4EC3E}"/>
          </ac:graphicFrameMkLst>
        </pc:graphicFrameChg>
        <pc:graphicFrameChg chg="del">
          <ac:chgData name="Jethro Hotbatahi Hasoloan" userId="6704a177-17bb-4244-9c06-d865e36c920b" providerId="ADAL" clId="{3E066727-BBB6-4D37-A6B5-32C7A00FA4F3}" dt="2026-10-23T10:47:36.535" v="155862"/>
          <ac:graphicFrameMkLst>
            <pc:docMk/>
            <pc:sldMk cId="2985496673" sldId="2147483628"/>
            <ac:graphicFrameMk id="286" creationId="{A39C67D7-279C-F79E-7303-071613804DF2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0:47:39.474" v="156218"/>
          <ac:graphicFrameMkLst>
            <pc:docMk/>
            <pc:sldMk cId="2985496673" sldId="2147483628"/>
            <ac:graphicFrameMk id="306" creationId="{761DCA05-46A2-0D2C-DA66-13EE68332655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0:47:58.806" v="156498"/>
          <ac:graphicFrameMkLst>
            <pc:docMk/>
            <pc:sldMk cId="2985496673" sldId="2147483628"/>
            <ac:graphicFrameMk id="307" creationId="{3B273584-4410-BD8C-25B3-F3FD36AB74B3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0:48:00.392" v="156732"/>
          <ac:graphicFrameMkLst>
            <pc:docMk/>
            <pc:sldMk cId="2985496673" sldId="2147483628"/>
            <ac:graphicFrameMk id="309" creationId="{CDCF0A93-2B75-AE0D-B9EF-6AA87D8300C0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0:48:48.365" v="157943"/>
          <ac:graphicFrameMkLst>
            <pc:docMk/>
            <pc:sldMk cId="2985496673" sldId="2147483628"/>
            <ac:graphicFrameMk id="310" creationId="{FEAD2DBA-9E93-7AE0-E816-E3821754F498}"/>
          </ac:graphicFrameMkLst>
        </pc:graphicFrameChg>
        <pc:graphicFrameChg chg="add mod ord">
          <ac:chgData name="Jethro Hotbatahi Hasoloan" userId="6704a177-17bb-4244-9c06-d865e36c920b" providerId="ADAL" clId="{3E066727-BBB6-4D37-A6B5-32C7A00FA4F3}" dt="2026-10-23T10:48:19.962" v="157322" actId="1076"/>
          <ac:graphicFrameMkLst>
            <pc:docMk/>
            <pc:sldMk cId="2985496673" sldId="2147483628"/>
            <ac:graphicFrameMk id="312" creationId="{E4B5990C-E203-D0ED-191F-178510382AF7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0:48:49.491" v="158177"/>
          <ac:graphicFrameMkLst>
            <pc:docMk/>
            <pc:sldMk cId="2985496673" sldId="2147483628"/>
            <ac:graphicFrameMk id="315" creationId="{43344452-F85D-D2BA-CF56-A4CBFF8D3F46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0:48:51.372" v="158419"/>
          <ac:graphicFrameMkLst>
            <pc:docMk/>
            <pc:sldMk cId="2985496673" sldId="2147483628"/>
            <ac:graphicFrameMk id="316" creationId="{1C76E6DB-C756-A3CA-0713-D3CE95CF645C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0:48:54.426" v="158699"/>
          <ac:graphicFrameMkLst>
            <pc:docMk/>
            <pc:sldMk cId="2985496673" sldId="2147483628"/>
            <ac:graphicFrameMk id="318" creationId="{E2AD1033-BD76-6570-3AFE-228288B4E4D9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01:46.827" v="188605"/>
          <ac:graphicFrameMkLst>
            <pc:docMk/>
            <pc:sldMk cId="2985496673" sldId="2147483628"/>
            <ac:graphicFrameMk id="319" creationId="{67DC99C8-3469-C4E4-AAA2-F620FBAC756B}"/>
          </ac:graphicFrameMkLst>
        </pc:graphicFrameChg>
        <pc:graphicFrameChg chg="del">
          <ac:chgData name="Jethro Hotbatahi Hasoloan" userId="6704a177-17bb-4244-9c06-d865e36c920b" providerId="ADAL" clId="{3E066727-BBB6-4D37-A6B5-32C7A00FA4F3}" dt="2026-10-23T10:49:01.338" v="159086"/>
          <ac:graphicFrameMkLst>
            <pc:docMk/>
            <pc:sldMk cId="2985496673" sldId="2147483628"/>
            <ac:graphicFrameMk id="320" creationId="{6A1F32CB-5E1E-0361-6D50-5CFCCDD77AF7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0:49:29.462" v="159504"/>
          <ac:graphicFrameMkLst>
            <pc:docMk/>
            <pc:sldMk cId="2985496673" sldId="2147483628"/>
            <ac:graphicFrameMk id="336" creationId="{2B5D6AF1-6EB3-804B-A731-1E69B7AA9F78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0:49:37.794" v="159891"/>
          <ac:graphicFrameMkLst>
            <pc:docMk/>
            <pc:sldMk cId="2985496673" sldId="2147483628"/>
            <ac:graphicFrameMk id="339" creationId="{D6CFD58B-6184-86EB-5931-F981531A2DE5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0:49:39.553" v="160281"/>
          <ac:graphicFrameMkLst>
            <pc:docMk/>
            <pc:sldMk cId="2985496673" sldId="2147483628"/>
            <ac:graphicFrameMk id="342" creationId="{52801649-C53F-D6CC-0434-9898FAA4360E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0:49:42.915" v="160640"/>
          <ac:graphicFrameMkLst>
            <pc:docMk/>
            <pc:sldMk cId="2985496673" sldId="2147483628"/>
            <ac:graphicFrameMk id="345" creationId="{82C2B355-7C0E-8B04-9458-2983A5FEFE0E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0:49:52.457" v="161004"/>
          <ac:graphicFrameMkLst>
            <pc:docMk/>
            <pc:sldMk cId="2985496673" sldId="2147483628"/>
            <ac:graphicFrameMk id="347" creationId="{67217EFE-77B9-D375-8740-7C8C8635A9C1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0:49:54.260" v="161349"/>
          <ac:graphicFrameMkLst>
            <pc:docMk/>
            <pc:sldMk cId="2985496673" sldId="2147483628"/>
            <ac:graphicFrameMk id="349" creationId="{BD14069D-80AE-40A3-8462-6C6B133A3059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0:49:57.672" v="161774"/>
          <ac:graphicFrameMkLst>
            <pc:docMk/>
            <pc:sldMk cId="2985496673" sldId="2147483628"/>
            <ac:graphicFrameMk id="351" creationId="{E5305326-540F-4A7F-26EF-545152FF4031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0:50:01.164" v="162134"/>
          <ac:graphicFrameMkLst>
            <pc:docMk/>
            <pc:sldMk cId="2985496673" sldId="2147483628"/>
            <ac:graphicFrameMk id="356" creationId="{D358FDE8-D099-27C8-28D2-593D34339164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0:51:05.182" v="166918" actId="478"/>
          <ac:graphicFrameMkLst>
            <pc:docMk/>
            <pc:sldMk cId="2985496673" sldId="2147483628"/>
            <ac:graphicFrameMk id="360" creationId="{36E6B39E-A2FA-7FC9-E647-811DF64134DC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0:51:05.531" v="167137" actId="478"/>
          <ac:graphicFrameMkLst>
            <pc:docMk/>
            <pc:sldMk cId="2985496673" sldId="2147483628"/>
            <ac:graphicFrameMk id="366" creationId="{87C7F514-731A-B57E-B0F1-65F55ABB7058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02:50.015" v="189255"/>
          <ac:graphicFrameMkLst>
            <pc:docMk/>
            <pc:sldMk cId="2985496673" sldId="2147483628"/>
            <ac:graphicFrameMk id="371" creationId="{8C383F89-66A3-9E78-6F24-FE12BCC44B27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0:50:44.151" v="164636" actId="1076"/>
          <ac:graphicFrameMkLst>
            <pc:docMk/>
            <pc:sldMk cId="2985496673" sldId="2147483628"/>
            <ac:graphicFrameMk id="374" creationId="{2D55F24E-8DA4-11EA-BCB1-BC4EBE210113}"/>
          </ac:graphicFrameMkLst>
        </pc:graphicFrameChg>
        <pc:graphicFrameChg chg="add mod ord">
          <ac:chgData name="Jethro Hotbatahi Hasoloan" userId="6704a177-17bb-4244-9c06-d865e36c920b" providerId="ADAL" clId="{3E066727-BBB6-4D37-A6B5-32C7A00FA4F3}" dt="2026-10-23T10:50:44.119" v="164511" actId="1076"/>
          <ac:graphicFrameMkLst>
            <pc:docMk/>
            <pc:sldMk cId="2985496673" sldId="2147483628"/>
            <ac:graphicFrameMk id="375" creationId="{78C6B31E-6C28-CC98-B3D6-1CC830CE47EB}"/>
          </ac:graphicFrameMkLst>
        </pc:graphicFrameChg>
        <pc:graphicFrameChg chg="add mod ord">
          <ac:chgData name="Jethro Hotbatahi Hasoloan" userId="6704a177-17bb-4244-9c06-d865e36c920b" providerId="ADAL" clId="{3E066727-BBB6-4D37-A6B5-32C7A00FA4F3}" dt="2026-10-23T10:50:32.247" v="164371" actId="1076"/>
          <ac:graphicFrameMkLst>
            <pc:docMk/>
            <pc:sldMk cId="2985496673" sldId="2147483628"/>
            <ac:graphicFrameMk id="376" creationId="{4393DFA5-3A75-A209-6C17-4D37E8A68873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0:52:11.294" v="169667"/>
          <ac:graphicFrameMkLst>
            <pc:docMk/>
            <pc:sldMk cId="2985496673" sldId="2147483628"/>
            <ac:graphicFrameMk id="389" creationId="{A6678156-C5F4-AB23-155A-192E94B7B772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0:52:13.143" v="169980"/>
          <ac:graphicFrameMkLst>
            <pc:docMk/>
            <pc:sldMk cId="2985496673" sldId="2147483628"/>
            <ac:graphicFrameMk id="393" creationId="{00DA9139-D5DB-BDB2-97AF-3C61E3A2F672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0:52:19.888" v="170294"/>
          <ac:graphicFrameMkLst>
            <pc:docMk/>
            <pc:sldMk cId="2985496673" sldId="2147483628"/>
            <ac:graphicFrameMk id="395" creationId="{269E18B9-61BE-B85B-5A23-276DFA28BDCF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0:52:23.550" v="170590"/>
          <ac:graphicFrameMkLst>
            <pc:docMk/>
            <pc:sldMk cId="2985496673" sldId="2147483628"/>
            <ac:graphicFrameMk id="397" creationId="{0D8D1ED6-35D6-5776-5913-EAA48730552F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0:52:31.891" v="170956"/>
          <ac:graphicFrameMkLst>
            <pc:docMk/>
            <pc:sldMk cId="2985496673" sldId="2147483628"/>
            <ac:graphicFrameMk id="399" creationId="{90D779B7-8342-C81E-A2B2-EEEDB04D7644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0:52:33.905" v="171486"/>
          <ac:graphicFrameMkLst>
            <pc:docMk/>
            <pc:sldMk cId="2985496673" sldId="2147483628"/>
            <ac:graphicFrameMk id="403" creationId="{AD810F64-EE35-10B4-FC89-8750448682CF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0:52:42.616" v="171806"/>
          <ac:graphicFrameMkLst>
            <pc:docMk/>
            <pc:sldMk cId="2985496673" sldId="2147483628"/>
            <ac:graphicFrameMk id="411" creationId="{B5E68D4E-65DD-39B7-CD6C-3E9CF7E92838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0:52:52.703" v="172160"/>
          <ac:graphicFrameMkLst>
            <pc:docMk/>
            <pc:sldMk cId="2985496673" sldId="2147483628"/>
            <ac:graphicFrameMk id="412" creationId="{3CFE3A7C-CBEC-8A2F-DD5D-FB82F9BFB796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0:53:05.251" v="173353"/>
          <ac:graphicFrameMkLst>
            <pc:docMk/>
            <pc:sldMk cId="2985496673" sldId="2147483628"/>
            <ac:graphicFrameMk id="413" creationId="{80897C8F-39F2-E496-A362-4C6898A7256E}"/>
          </ac:graphicFrameMkLst>
        </pc:graphicFrameChg>
        <pc:graphicFrameChg chg="add mod ord">
          <ac:chgData name="Jethro Hotbatahi Hasoloan" userId="6704a177-17bb-4244-9c06-d865e36c920b" providerId="ADAL" clId="{3E066727-BBB6-4D37-A6B5-32C7A00FA4F3}" dt="2026-10-23T10:53:00.017" v="172776" actId="1076"/>
          <ac:graphicFrameMkLst>
            <pc:docMk/>
            <pc:sldMk cId="2985496673" sldId="2147483628"/>
            <ac:graphicFrameMk id="415" creationId="{6A3B934C-7255-DC19-DC4B-CF4F383A57E0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0:54:08.803" v="173630"/>
          <ac:graphicFrameMkLst>
            <pc:docMk/>
            <pc:sldMk cId="2985496673" sldId="2147483628"/>
            <ac:graphicFrameMk id="417" creationId="{81E3C1D1-9144-51ED-17FA-460F140C49F1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0:54:17.064" v="173878"/>
          <ac:graphicFrameMkLst>
            <pc:docMk/>
            <pc:sldMk cId="2985496673" sldId="2147483628"/>
            <ac:graphicFrameMk id="418" creationId="{8E4C8385-7E41-A7EE-141E-A8F9578F6F8A}"/>
          </ac:graphicFrameMkLst>
        </pc:graphicFrameChg>
        <pc:graphicFrameChg chg="add mod ord">
          <ac:chgData name="Jethro Hotbatahi Hasoloan" userId="6704a177-17bb-4244-9c06-d865e36c920b" providerId="ADAL" clId="{3E066727-BBB6-4D37-A6B5-32C7A00FA4F3}" dt="2026-10-23T11:02:49.999" v="189199"/>
          <ac:graphicFrameMkLst>
            <pc:docMk/>
            <pc:sldMk cId="2985496673" sldId="2147483628"/>
            <ac:graphicFrameMk id="419" creationId="{C2E8DB50-C1C7-B769-FC95-4D567D0FBC93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0:56:34.146" v="174827"/>
          <ac:graphicFrameMkLst>
            <pc:docMk/>
            <pc:sldMk cId="2985496673" sldId="2147483628"/>
            <ac:graphicFrameMk id="427" creationId="{932B8430-50F7-B377-8004-EABE5990BE03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0:56:36.698" v="175093"/>
          <ac:graphicFrameMkLst>
            <pc:docMk/>
            <pc:sldMk cId="2985496673" sldId="2147483628"/>
            <ac:graphicFrameMk id="431" creationId="{938B53ED-1724-8DF1-E9DD-1E4A1EEBC8E1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0:56:42.469" v="175403"/>
          <ac:graphicFrameMkLst>
            <pc:docMk/>
            <pc:sldMk cId="2985496673" sldId="2147483628"/>
            <ac:graphicFrameMk id="432" creationId="{3911C96A-6026-BA8A-342F-6F55A11F63D3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0:56:46.877" v="175685"/>
          <ac:graphicFrameMkLst>
            <pc:docMk/>
            <pc:sldMk cId="2985496673" sldId="2147483628"/>
            <ac:graphicFrameMk id="434" creationId="{84CA1C0F-48E4-91EB-8CDE-9894B5086B32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0:56:48.777" v="176002"/>
          <ac:graphicFrameMkLst>
            <pc:docMk/>
            <pc:sldMk cId="2985496673" sldId="2147483628"/>
            <ac:graphicFrameMk id="436" creationId="{43B0B23D-DA7E-07B3-6133-17528568E8F1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0:56:50.456" v="176268"/>
          <ac:graphicFrameMkLst>
            <pc:docMk/>
            <pc:sldMk cId="2985496673" sldId="2147483628"/>
            <ac:graphicFrameMk id="439" creationId="{ADA462BB-B578-0D59-42E0-881E9F2CA905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0:56:53.306" v="176552"/>
          <ac:graphicFrameMkLst>
            <pc:docMk/>
            <pc:sldMk cId="2985496673" sldId="2147483628"/>
            <ac:graphicFrameMk id="440" creationId="{EA5C60D8-29EA-FF7D-CCFD-475697B6FA18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0:56:56.903" v="176822"/>
          <ac:graphicFrameMkLst>
            <pc:docMk/>
            <pc:sldMk cId="2985496673" sldId="2147483628"/>
            <ac:graphicFrameMk id="442" creationId="{9EC67667-88B4-0DCC-723F-268C0889C262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0:57:02.002" v="177074"/>
          <ac:graphicFrameMkLst>
            <pc:docMk/>
            <pc:sldMk cId="2985496673" sldId="2147483628"/>
            <ac:graphicFrameMk id="444" creationId="{F6217816-3B89-EBA7-4EB9-5F7C0B66ABAA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0:57:09.657" v="177348"/>
          <ac:graphicFrameMkLst>
            <pc:docMk/>
            <pc:sldMk cId="2985496673" sldId="2147483628"/>
            <ac:graphicFrameMk id="445" creationId="{03142ACF-531A-B496-B288-3605D67DBD47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0:57:13.481" v="177562"/>
          <ac:graphicFrameMkLst>
            <pc:docMk/>
            <pc:sldMk cId="2985496673" sldId="2147483628"/>
            <ac:graphicFrameMk id="446" creationId="{7ABF1CD1-75BF-BD8D-5874-C91DEFCEACFA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0:57:17.542" v="177768"/>
          <ac:graphicFrameMkLst>
            <pc:docMk/>
            <pc:sldMk cId="2985496673" sldId="2147483628"/>
            <ac:graphicFrameMk id="447" creationId="{67585543-DA4E-73D3-82E5-B2D2FB81AF7B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0:57:22.768" v="177996"/>
          <ac:graphicFrameMkLst>
            <pc:docMk/>
            <pc:sldMk cId="2985496673" sldId="2147483628"/>
            <ac:graphicFrameMk id="448" creationId="{F64F8180-3605-1712-09A9-5B9DBA13CFE2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0:57:25.413" v="178202"/>
          <ac:graphicFrameMkLst>
            <pc:docMk/>
            <pc:sldMk cId="2985496673" sldId="2147483628"/>
            <ac:graphicFrameMk id="449" creationId="{2661040D-FFA3-CDFC-B736-DF0B00C494DC}"/>
          </ac:graphicFrameMkLst>
        </pc:graphicFrameChg>
        <pc:graphicFrameChg chg="add mod ord">
          <ac:chgData name="Jethro Hotbatahi Hasoloan" userId="6704a177-17bb-4244-9c06-d865e36c920b" providerId="ADAL" clId="{3E066727-BBB6-4D37-A6B5-32C7A00FA4F3}" dt="2026-10-23T11:02:49.999" v="189177"/>
          <ac:graphicFrameMkLst>
            <pc:docMk/>
            <pc:sldMk cId="2985496673" sldId="2147483628"/>
            <ac:graphicFrameMk id="450" creationId="{0DD80BFB-F7B0-6C3B-B94D-4B2F92F3EB95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0:57:31.815" v="178664"/>
          <ac:graphicFrameMkLst>
            <pc:docMk/>
            <pc:sldMk cId="2985496673" sldId="2147483628"/>
            <ac:graphicFrameMk id="453" creationId="{515D6B03-A92E-7CBA-112E-F573F31DEB88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0:57:51.252" v="179328"/>
          <ac:graphicFrameMkLst>
            <pc:docMk/>
            <pc:sldMk cId="2985496673" sldId="2147483628"/>
            <ac:graphicFrameMk id="454" creationId="{29B35B5F-E496-FABF-5674-D80D372362D1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0:57:54.648" v="179655"/>
          <ac:graphicFrameMkLst>
            <pc:docMk/>
            <pc:sldMk cId="2985496673" sldId="2147483628"/>
            <ac:graphicFrameMk id="468" creationId="{A14EED25-759E-2CC6-8C7D-18BCCCDC281D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0:57:55.558" v="179877"/>
          <ac:graphicFrameMkLst>
            <pc:docMk/>
            <pc:sldMk cId="2985496673" sldId="2147483628"/>
            <ac:graphicFrameMk id="471" creationId="{3FB7E176-7EA5-1DBC-F64A-55923BC9F813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0:57:58.428" v="180203"/>
          <ac:graphicFrameMkLst>
            <pc:docMk/>
            <pc:sldMk cId="2985496673" sldId="2147483628"/>
            <ac:graphicFrameMk id="472" creationId="{06D742DA-CBB1-CB4B-E1CA-2E8324E0C7AF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0:58:07.348" v="180477"/>
          <ac:graphicFrameMkLst>
            <pc:docMk/>
            <pc:sldMk cId="2985496673" sldId="2147483628"/>
            <ac:graphicFrameMk id="475" creationId="{46666654-288A-FC5A-3FDD-AD1E50E9CC00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0:58:37.501" v="180727"/>
          <ac:graphicFrameMkLst>
            <pc:docMk/>
            <pc:sldMk cId="2985496673" sldId="2147483628"/>
            <ac:graphicFrameMk id="477" creationId="{638FDA01-D634-166C-1447-3E2973D2C497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0:58:46.597" v="180993"/>
          <ac:graphicFrameMkLst>
            <pc:docMk/>
            <pc:sldMk cId="2985496673" sldId="2147483628"/>
            <ac:graphicFrameMk id="479" creationId="{25973901-58FE-74FC-3B5D-0ED634210FCD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0:59:00.331" v="182735"/>
          <ac:graphicFrameMkLst>
            <pc:docMk/>
            <pc:sldMk cId="2985496673" sldId="2147483628"/>
            <ac:graphicFrameMk id="480" creationId="{50F6C545-5C19-6CFD-708F-958BC890E752}"/>
          </ac:graphicFrameMkLst>
        </pc:graphicFrameChg>
        <pc:graphicFrameChg chg="add mod ord">
          <ac:chgData name="Jethro Hotbatahi Hasoloan" userId="6704a177-17bb-4244-9c06-d865e36c920b" providerId="ADAL" clId="{3E066727-BBB6-4D37-A6B5-32C7A00FA4F3}" dt="2026-10-23T10:58:57.161" v="181999" actId="1076"/>
          <ac:graphicFrameMkLst>
            <pc:docMk/>
            <pc:sldMk cId="2985496673" sldId="2147483628"/>
            <ac:graphicFrameMk id="497" creationId="{17D285B7-D6D8-4DDD-76D5-CD5A0E54CD97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0:59:01.167" v="182933"/>
          <ac:graphicFrameMkLst>
            <pc:docMk/>
            <pc:sldMk cId="2985496673" sldId="2147483628"/>
            <ac:graphicFrameMk id="500" creationId="{547A73B2-7C14-64F4-F3FE-BD0815937BAA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0:59:05.307" v="183147"/>
          <ac:graphicFrameMkLst>
            <pc:docMk/>
            <pc:sldMk cId="2985496673" sldId="2147483628"/>
            <ac:graphicFrameMk id="501" creationId="{5A3E67C0-EFD9-CE9D-DEA7-D37CD65447BF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0:59:12.013" v="183375"/>
          <ac:graphicFrameMkLst>
            <pc:docMk/>
            <pc:sldMk cId="2985496673" sldId="2147483628"/>
            <ac:graphicFrameMk id="502" creationId="{C1404E41-BEB6-2C03-EC70-70D5F7EE460C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0:59:16.684" v="183567"/>
          <ac:graphicFrameMkLst>
            <pc:docMk/>
            <pc:sldMk cId="2985496673" sldId="2147483628"/>
            <ac:graphicFrameMk id="503" creationId="{C7AF52AE-3728-7CC7-0F6E-9F409FC98D01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0:59:18.832" v="183759"/>
          <ac:graphicFrameMkLst>
            <pc:docMk/>
            <pc:sldMk cId="2985496673" sldId="2147483628"/>
            <ac:graphicFrameMk id="504" creationId="{14ED3064-32DA-EC89-78AA-2E4E830FE490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0:59:21.736" v="183951"/>
          <ac:graphicFrameMkLst>
            <pc:docMk/>
            <pc:sldMk cId="2985496673" sldId="2147483628"/>
            <ac:graphicFrameMk id="505" creationId="{95C233AA-4398-65D8-896C-7D78259E4475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0:59:23.729" v="184143"/>
          <ac:graphicFrameMkLst>
            <pc:docMk/>
            <pc:sldMk cId="2985496673" sldId="2147483628"/>
            <ac:graphicFrameMk id="506" creationId="{EE6DC91D-CCFC-F4E1-F7EA-6EE897412571}"/>
          </ac:graphicFrameMkLst>
        </pc:graphicFrameChg>
        <pc:graphicFrameChg chg="add mod ord">
          <ac:chgData name="Jethro Hotbatahi Hasoloan" userId="6704a177-17bb-4244-9c06-d865e36c920b" providerId="ADAL" clId="{3E066727-BBB6-4D37-A6B5-32C7A00FA4F3}" dt="2026-10-23T11:02:50.015" v="189239"/>
          <ac:graphicFrameMkLst>
            <pc:docMk/>
            <pc:sldMk cId="2985496673" sldId="2147483628"/>
            <ac:graphicFrameMk id="507" creationId="{62171877-F427-37DD-1E43-553CAA7D7482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0:59:56.942" v="184685"/>
          <ac:graphicFrameMkLst>
            <pc:docMk/>
            <pc:sldMk cId="2985496673" sldId="2147483628"/>
            <ac:graphicFrameMk id="509" creationId="{E3F6AAF1-8236-F9F2-F7E7-FE08B250468B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00:00.520" v="184921"/>
          <ac:graphicFrameMkLst>
            <pc:docMk/>
            <pc:sldMk cId="2985496673" sldId="2147483628"/>
            <ac:graphicFrameMk id="511" creationId="{DEDAF477-D835-9D71-7A25-6118F255D5CE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00:02.935" v="185178"/>
          <ac:graphicFrameMkLst>
            <pc:docMk/>
            <pc:sldMk cId="2985496673" sldId="2147483628"/>
            <ac:graphicFrameMk id="513" creationId="{4987A280-7989-14D2-DB24-58BD694CBAE1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00:05.983" v="185439"/>
          <ac:graphicFrameMkLst>
            <pc:docMk/>
            <pc:sldMk cId="2985496673" sldId="2147483628"/>
            <ac:graphicFrameMk id="515" creationId="{ED088FD2-DF79-F178-ED23-39A8FD950F34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00:08.255" v="185702"/>
          <ac:graphicFrameMkLst>
            <pc:docMk/>
            <pc:sldMk cId="2985496673" sldId="2147483628"/>
            <ac:graphicFrameMk id="517" creationId="{604F3FDA-3947-6D41-43CB-6DF69E8E7181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00:09.891" v="185914"/>
          <ac:graphicFrameMkLst>
            <pc:docMk/>
            <pc:sldMk cId="2985496673" sldId="2147483628"/>
            <ac:graphicFrameMk id="519" creationId="{2E09CF17-140D-0640-0E45-ED1176F3CADB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00:15.038" v="186158"/>
          <ac:graphicFrameMkLst>
            <pc:docMk/>
            <pc:sldMk cId="2985496673" sldId="2147483628"/>
            <ac:graphicFrameMk id="520" creationId="{291E08D0-EB4A-8C1C-E3C3-117C3F0C53F5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00:19.735" v="186416"/>
          <ac:graphicFrameMkLst>
            <pc:docMk/>
            <pc:sldMk cId="2985496673" sldId="2147483628"/>
            <ac:graphicFrameMk id="522" creationId="{54C1B441-6589-FEBF-72DF-9FF108F5455A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00:24.897" v="186618"/>
          <ac:graphicFrameMkLst>
            <pc:docMk/>
            <pc:sldMk cId="2985496673" sldId="2147483628"/>
            <ac:graphicFrameMk id="524" creationId="{4647816F-E90C-A4C7-1044-26A3328D82C7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00:32.064" v="186834"/>
          <ac:graphicFrameMkLst>
            <pc:docMk/>
            <pc:sldMk cId="2985496673" sldId="2147483628"/>
            <ac:graphicFrameMk id="525" creationId="{2125E155-BDA3-4135-A0F5-F25F92854B2F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01:03.759" v="187028"/>
          <ac:graphicFrameMkLst>
            <pc:docMk/>
            <pc:sldMk cId="2985496673" sldId="2147483628"/>
            <ac:graphicFrameMk id="526" creationId="{F2ECAE7D-C598-DAA1-1CF4-4B27470D849A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01:05.875" v="187218"/>
          <ac:graphicFrameMkLst>
            <pc:docMk/>
            <pc:sldMk cId="2985496673" sldId="2147483628"/>
            <ac:graphicFrameMk id="527" creationId="{8C5DCC89-393C-0DD3-C00B-D5D1F9EC71B5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01:11.399" v="187398"/>
          <ac:graphicFrameMkLst>
            <pc:docMk/>
            <pc:sldMk cId="2985496673" sldId="2147483628"/>
            <ac:graphicFrameMk id="528" creationId="{9029C263-B0EF-B558-715B-E16C0825922F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01:12.995" v="187578"/>
          <ac:graphicFrameMkLst>
            <pc:docMk/>
            <pc:sldMk cId="2985496673" sldId="2147483628"/>
            <ac:graphicFrameMk id="529" creationId="{44AEDCB7-D397-87F1-4D54-7EE09F525984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01:14.910" v="187758"/>
          <ac:graphicFrameMkLst>
            <pc:docMk/>
            <pc:sldMk cId="2985496673" sldId="2147483628"/>
            <ac:graphicFrameMk id="530" creationId="{5576ED09-8810-EDCA-BA54-4F219BD995B0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01:15.855" v="187938"/>
          <ac:graphicFrameMkLst>
            <pc:docMk/>
            <pc:sldMk cId="2985496673" sldId="2147483628"/>
            <ac:graphicFrameMk id="531" creationId="{F3A40257-D2D2-612A-6827-FE6FE1F2ABFB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01:17.452" v="188128"/>
          <ac:graphicFrameMkLst>
            <pc:docMk/>
            <pc:sldMk cId="2985496673" sldId="2147483628"/>
            <ac:graphicFrameMk id="532" creationId="{FEB09897-5F31-FBCA-4F42-CFF110A9DC70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01:19.623" v="188308"/>
          <ac:graphicFrameMkLst>
            <pc:docMk/>
            <pc:sldMk cId="2985496673" sldId="2147483628"/>
            <ac:graphicFrameMk id="533" creationId="{B2C95305-EBA7-B7DB-7495-E6C56F0292FF}"/>
          </ac:graphicFrameMkLst>
        </pc:graphicFrameChg>
        <pc:graphicFrameChg chg="add mod ord">
          <ac:chgData name="Jethro Hotbatahi Hasoloan" userId="6704a177-17bb-4244-9c06-d865e36c920b" providerId="ADAL" clId="{3E066727-BBB6-4D37-A6B5-32C7A00FA4F3}" dt="2026-10-23T11:02:50.015" v="189227"/>
          <ac:graphicFrameMkLst>
            <pc:docMk/>
            <pc:sldMk cId="2985496673" sldId="2147483628"/>
            <ac:graphicFrameMk id="534" creationId="{19C00C8F-499A-1CFC-7E98-2408B7FDA88B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02:49.934" v="189115"/>
          <ac:graphicFrameMkLst>
            <pc:docMk/>
            <pc:sldMk cId="2985496673" sldId="2147483628"/>
            <ac:graphicFrameMk id="538" creationId="{E5A08DA8-47E9-FAF2-57A9-D7355D3C2D43}"/>
          </ac:graphicFrameMkLst>
        </pc:graphicFrameChg>
        <pc:graphicFrameChg chg="add mod ord">
          <ac:chgData name="Jethro Hotbatahi Hasoloan" userId="6704a177-17bb-4244-9c06-d865e36c920b" providerId="ADAL" clId="{3E066727-BBB6-4D37-A6B5-32C7A00FA4F3}" dt="2026-10-23T11:02:49.999" v="189148"/>
          <ac:graphicFrameMkLst>
            <pc:docMk/>
            <pc:sldMk cId="2985496673" sldId="2147483628"/>
            <ac:graphicFrameMk id="542" creationId="{1781DA29-BA39-34E4-7383-1E87520B76C6}"/>
          </ac:graphicFrameMkLst>
        </pc:graphicFrameChg>
        <pc:cxnChg chg="del mod ord">
          <ac:chgData name="Jethro Hotbatahi Hasoloan" userId="6704a177-17bb-4244-9c06-d865e36c920b" providerId="ADAL" clId="{3E066727-BBB6-4D37-A6B5-32C7A00FA4F3}" dt="2026-10-23T10:41:40.509" v="140669"/>
          <ac:cxnSpMkLst>
            <pc:docMk/>
            <pc:sldMk cId="2985496673" sldId="2147483628"/>
            <ac:cxnSpMk id="8" creationId="{252395FC-5614-85BB-B96E-DB83965AA771}"/>
          </ac:cxnSpMkLst>
        </pc:cxnChg>
        <pc:cxnChg chg="del mod ord">
          <ac:chgData name="Jethro Hotbatahi Hasoloan" userId="6704a177-17bb-4244-9c06-d865e36c920b" providerId="ADAL" clId="{3E066727-BBB6-4D37-A6B5-32C7A00FA4F3}" dt="2026-10-23T10:41:40.518" v="140699"/>
          <ac:cxnSpMkLst>
            <pc:docMk/>
            <pc:sldMk cId="2985496673" sldId="2147483628"/>
            <ac:cxnSpMk id="18" creationId="{8A2FEBBE-7803-B2DD-9A25-5642E7B2A337}"/>
          </ac:cxnSpMkLst>
        </pc:cxnChg>
        <pc:cxnChg chg="del mod ord">
          <ac:chgData name="Jethro Hotbatahi Hasoloan" userId="6704a177-17bb-4244-9c06-d865e36c920b" providerId="ADAL" clId="{3E066727-BBB6-4D37-A6B5-32C7A00FA4F3}" dt="2026-10-23T10:41:40.518" v="140694"/>
          <ac:cxnSpMkLst>
            <pc:docMk/>
            <pc:sldMk cId="2985496673" sldId="2147483628"/>
            <ac:cxnSpMk id="19" creationId="{E041E89C-25FA-06ED-AB36-5A24EFC6FDD8}"/>
          </ac:cxnSpMkLst>
        </pc:cxnChg>
        <pc:cxnChg chg="del mod ord">
          <ac:chgData name="Jethro Hotbatahi Hasoloan" userId="6704a177-17bb-4244-9c06-d865e36c920b" providerId="ADAL" clId="{3E066727-BBB6-4D37-A6B5-32C7A00FA4F3}" dt="2026-10-23T10:41:40.518" v="140689"/>
          <ac:cxnSpMkLst>
            <pc:docMk/>
            <pc:sldMk cId="2985496673" sldId="2147483628"/>
            <ac:cxnSpMk id="20" creationId="{6A1CA402-850C-A9D6-2905-BB7CF4445793}"/>
          </ac:cxnSpMkLst>
        </pc:cxnChg>
        <pc:cxnChg chg="del mod ord">
          <ac:chgData name="Jethro Hotbatahi Hasoloan" userId="6704a177-17bb-4244-9c06-d865e36c920b" providerId="ADAL" clId="{3E066727-BBB6-4D37-A6B5-32C7A00FA4F3}" dt="2026-10-23T10:57:04.952" v="177292"/>
          <ac:cxnSpMkLst>
            <pc:docMk/>
            <pc:sldMk cId="2985496673" sldId="2147483628"/>
            <ac:cxnSpMk id="29" creationId="{AB261842-CD37-8F29-568E-798A031B8257}"/>
          </ac:cxnSpMkLst>
        </pc:cxnChg>
        <pc:cxnChg chg="del mod ord">
          <ac:chgData name="Jethro Hotbatahi Hasoloan" userId="6704a177-17bb-4244-9c06-d865e36c920b" providerId="ADAL" clId="{3E066727-BBB6-4D37-A6B5-32C7A00FA4F3}" dt="2026-10-23T10:44:08.034" v="148464"/>
          <ac:cxnSpMkLst>
            <pc:docMk/>
            <pc:sldMk cId="2985496673" sldId="2147483628"/>
            <ac:cxnSpMk id="43" creationId="{38722339-936C-DA58-5C08-3B342D597A2A}"/>
          </ac:cxnSpMkLst>
        </pc:cxnChg>
        <pc:cxnChg chg="del mod ord">
          <ac:chgData name="Jethro Hotbatahi Hasoloan" userId="6704a177-17bb-4244-9c06-d865e36c920b" providerId="ADAL" clId="{3E066727-BBB6-4D37-A6B5-32C7A00FA4F3}" dt="2026-10-23T10:52:45.543" v="172060"/>
          <ac:cxnSpMkLst>
            <pc:docMk/>
            <pc:sldMk cId="2985496673" sldId="2147483628"/>
            <ac:cxnSpMk id="52" creationId="{FE46C915-D330-3361-1C34-5B6BC6590BAB}"/>
          </ac:cxnSpMkLst>
        </pc:cxnChg>
        <pc:cxnChg chg="del mod ord">
          <ac:chgData name="Jethro Hotbatahi Hasoloan" userId="6704a177-17bb-4244-9c06-d865e36c920b" providerId="ADAL" clId="{3E066727-BBB6-4D37-A6B5-32C7A00FA4F3}" dt="2026-10-23T10:52:45.546" v="172078"/>
          <ac:cxnSpMkLst>
            <pc:docMk/>
            <pc:sldMk cId="2985496673" sldId="2147483628"/>
            <ac:cxnSpMk id="53" creationId="{245CDCD4-FF5F-4680-573C-C07507804618}"/>
          </ac:cxnSpMkLst>
        </pc:cxnChg>
        <pc:cxnChg chg="del mod ord">
          <ac:chgData name="Jethro Hotbatahi Hasoloan" userId="6704a177-17bb-4244-9c06-d865e36c920b" providerId="ADAL" clId="{3E066727-BBB6-4D37-A6B5-32C7A00FA4F3}" dt="2026-10-23T10:52:45.546" v="172074"/>
          <ac:cxnSpMkLst>
            <pc:docMk/>
            <pc:sldMk cId="2985496673" sldId="2147483628"/>
            <ac:cxnSpMk id="54" creationId="{07BC9232-C0DB-5B83-7C8B-005696A6116E}"/>
          </ac:cxnSpMkLst>
        </pc:cxnChg>
        <pc:cxnChg chg="del mod ord">
          <ac:chgData name="Jethro Hotbatahi Hasoloan" userId="6704a177-17bb-4244-9c06-d865e36c920b" providerId="ADAL" clId="{3E066727-BBB6-4D37-A6B5-32C7A00FA4F3}" dt="2026-10-23T10:52:45.546" v="172070"/>
          <ac:cxnSpMkLst>
            <pc:docMk/>
            <pc:sldMk cId="2985496673" sldId="2147483628"/>
            <ac:cxnSpMk id="55" creationId="{2F7FE49B-98AF-F5DD-0AE6-D8E2B080167E}"/>
          </ac:cxnSpMkLst>
        </pc:cxnChg>
        <pc:cxnChg chg="del mod ord">
          <ac:chgData name="Jethro Hotbatahi Hasoloan" userId="6704a177-17bb-4244-9c06-d865e36c920b" providerId="ADAL" clId="{3E066727-BBB6-4D37-A6B5-32C7A00FA4F3}" dt="2026-10-23T10:52:45.546" v="172066"/>
          <ac:cxnSpMkLst>
            <pc:docMk/>
            <pc:sldMk cId="2985496673" sldId="2147483628"/>
            <ac:cxnSpMk id="56" creationId="{47D31351-F540-54C9-5018-4407FBBD22CF}"/>
          </ac:cxnSpMkLst>
        </pc:cxnChg>
        <pc:cxnChg chg="del mod ord">
          <ac:chgData name="Jethro Hotbatahi Hasoloan" userId="6704a177-17bb-4244-9c06-d865e36c920b" providerId="ADAL" clId="{3E066727-BBB6-4D37-A6B5-32C7A00FA4F3}" dt="2026-10-23T10:42:22.253" v="141802"/>
          <ac:cxnSpMkLst>
            <pc:docMk/>
            <pc:sldMk cId="2985496673" sldId="2147483628"/>
            <ac:cxnSpMk id="88" creationId="{4F9649BE-6B6F-E21B-9BBA-BEAE22A56BEE}"/>
          </ac:cxnSpMkLst>
        </pc:cxnChg>
        <pc:cxnChg chg="mod ord">
          <ac:chgData name="Jethro Hotbatahi Hasoloan" userId="6704a177-17bb-4244-9c06-d865e36c920b" providerId="ADAL" clId="{3E066727-BBB6-4D37-A6B5-32C7A00FA4F3}" dt="2026-10-23T11:02:49.999" v="189160"/>
          <ac:cxnSpMkLst>
            <pc:docMk/>
            <pc:sldMk cId="2985496673" sldId="2147483628"/>
            <ac:cxnSpMk id="98" creationId="{96ED98FA-797C-0F86-BC61-38CC0AF7BCF5}"/>
          </ac:cxnSpMkLst>
        </pc:cxnChg>
        <pc:cxnChg chg="mod ord">
          <ac:chgData name="Jethro Hotbatahi Hasoloan" userId="6704a177-17bb-4244-9c06-d865e36c920b" providerId="ADAL" clId="{3E066727-BBB6-4D37-A6B5-32C7A00FA4F3}" dt="2026-10-23T11:02:49.999" v="189162"/>
          <ac:cxnSpMkLst>
            <pc:docMk/>
            <pc:sldMk cId="2985496673" sldId="2147483628"/>
            <ac:cxnSpMk id="99" creationId="{4245AC01-9F11-1F72-C758-5E04FD6BE538}"/>
          </ac:cxnSpMkLst>
        </pc:cxnChg>
        <pc:cxnChg chg="mod ord">
          <ac:chgData name="Jethro Hotbatahi Hasoloan" userId="6704a177-17bb-4244-9c06-d865e36c920b" providerId="ADAL" clId="{3E066727-BBB6-4D37-A6B5-32C7A00FA4F3}" dt="2026-10-23T11:02:49.999" v="189164"/>
          <ac:cxnSpMkLst>
            <pc:docMk/>
            <pc:sldMk cId="2985496673" sldId="2147483628"/>
            <ac:cxnSpMk id="100" creationId="{90F55735-B758-AED1-5661-ECC1D9830BDB}"/>
          </ac:cxnSpMkLst>
        </pc:cxnChg>
        <pc:cxnChg chg="del mod ord">
          <ac:chgData name="Jethro Hotbatahi Hasoloan" userId="6704a177-17bb-4244-9c06-d865e36c920b" providerId="ADAL" clId="{3E066727-BBB6-4D37-A6B5-32C7A00FA4F3}" dt="2026-10-23T10:57:13.372" v="177546"/>
          <ac:cxnSpMkLst>
            <pc:docMk/>
            <pc:sldMk cId="2985496673" sldId="2147483628"/>
            <ac:cxnSpMk id="109" creationId="{C55D1FEA-8D6E-DCC0-62C6-FA8B5629806D}"/>
          </ac:cxnSpMkLst>
        </pc:cxnChg>
        <pc:cxnChg chg="del mod ord">
          <ac:chgData name="Jethro Hotbatahi Hasoloan" userId="6704a177-17bb-4244-9c06-d865e36c920b" providerId="ADAL" clId="{3E066727-BBB6-4D37-A6B5-32C7A00FA4F3}" dt="2026-10-23T10:42:25.633" v="142068"/>
          <ac:cxnSpMkLst>
            <pc:docMk/>
            <pc:sldMk cId="2985496673" sldId="2147483628"/>
            <ac:cxnSpMk id="123" creationId="{B3D011FD-42E9-568D-105D-8CF99B57844E}"/>
          </ac:cxnSpMkLst>
        </pc:cxnChg>
        <pc:cxnChg chg="del mod ord">
          <ac:chgData name="Jethro Hotbatahi Hasoloan" userId="6704a177-17bb-4244-9c06-d865e36c920b" providerId="ADAL" clId="{3E066727-BBB6-4D37-A6B5-32C7A00FA4F3}" dt="2026-10-23T10:53:13.822" v="173581"/>
          <ac:cxnSpMkLst>
            <pc:docMk/>
            <pc:sldMk cId="2985496673" sldId="2147483628"/>
            <ac:cxnSpMk id="132" creationId="{490B956D-F856-9FC7-8355-237DF90A5368}"/>
          </ac:cxnSpMkLst>
        </pc:cxnChg>
        <pc:cxnChg chg="del mod ord">
          <ac:chgData name="Jethro Hotbatahi Hasoloan" userId="6704a177-17bb-4244-9c06-d865e36c920b" providerId="ADAL" clId="{3E066727-BBB6-4D37-A6B5-32C7A00FA4F3}" dt="2026-10-23T10:52:08.108" v="169228"/>
          <ac:cxnSpMkLst>
            <pc:docMk/>
            <pc:sldMk cId="2985496673" sldId="2147483628"/>
            <ac:cxnSpMk id="133" creationId="{100AA43E-F6F8-85ED-9C9D-6E4583E9B40E}"/>
          </ac:cxnSpMkLst>
        </pc:cxnChg>
        <pc:cxnChg chg="del mod ord">
          <ac:chgData name="Jethro Hotbatahi Hasoloan" userId="6704a177-17bb-4244-9c06-d865e36c920b" providerId="ADAL" clId="{3E066727-BBB6-4D37-A6B5-32C7A00FA4F3}" dt="2026-10-23T10:52:08.108" v="169232"/>
          <ac:cxnSpMkLst>
            <pc:docMk/>
            <pc:sldMk cId="2985496673" sldId="2147483628"/>
            <ac:cxnSpMk id="134" creationId="{DCCBE5B6-B051-CF17-227A-1FEFB53A7ABB}"/>
          </ac:cxnSpMkLst>
        </pc:cxnChg>
        <pc:cxnChg chg="del mod ord">
          <ac:chgData name="Jethro Hotbatahi Hasoloan" userId="6704a177-17bb-4244-9c06-d865e36c920b" providerId="ADAL" clId="{3E066727-BBB6-4D37-A6B5-32C7A00FA4F3}" dt="2026-10-23T10:52:08.108" v="169236"/>
          <ac:cxnSpMkLst>
            <pc:docMk/>
            <pc:sldMk cId="2985496673" sldId="2147483628"/>
            <ac:cxnSpMk id="135" creationId="{99956175-CEC6-196D-60AC-86F59C9A6CB7}"/>
          </ac:cxnSpMkLst>
        </pc:cxnChg>
        <pc:cxnChg chg="del mod ord">
          <ac:chgData name="Jethro Hotbatahi Hasoloan" userId="6704a177-17bb-4244-9c06-d865e36c920b" providerId="ADAL" clId="{3E066727-BBB6-4D37-A6B5-32C7A00FA4F3}" dt="2026-10-23T10:52:08.108" v="169240"/>
          <ac:cxnSpMkLst>
            <pc:docMk/>
            <pc:sldMk cId="2985496673" sldId="2147483628"/>
            <ac:cxnSpMk id="136" creationId="{877788F3-D9EA-D0B4-753F-E804D1CDB99A}"/>
          </ac:cxnSpMkLst>
        </pc:cxnChg>
        <pc:cxnChg chg="mod">
          <ac:chgData name="Jethro Hotbatahi Hasoloan" userId="6704a177-17bb-4244-9c06-d865e36c920b" providerId="ADAL" clId="{3E066727-BBB6-4D37-A6B5-32C7A00FA4F3}" dt="2026-10-22T04:19:04.130" v="77983"/>
          <ac:cxnSpMkLst>
            <pc:docMk/>
            <pc:sldMk cId="2985496673" sldId="2147483628"/>
            <ac:cxnSpMk id="158" creationId="{39DD6994-3D5F-F316-35E2-249DE9608C07}"/>
          </ac:cxnSpMkLst>
        </pc:cxnChg>
        <pc:cxnChg chg="add del mod ord">
          <ac:chgData name="Jethro Hotbatahi Hasoloan" userId="6704a177-17bb-4244-9c06-d865e36c920b" providerId="ADAL" clId="{3E066727-BBB6-4D37-A6B5-32C7A00FA4F3}" dt="2026-10-23T10:42:36.209" v="142407"/>
          <ac:cxnSpMkLst>
            <pc:docMk/>
            <pc:sldMk cId="2985496673" sldId="2147483628"/>
            <ac:cxnSpMk id="191" creationId="{90E3CAAA-FF27-4000-39FA-D6700B887AB9}"/>
          </ac:cxnSpMkLst>
        </pc:cxnChg>
        <pc:cxnChg chg="add del mod ord">
          <ac:chgData name="Jethro Hotbatahi Hasoloan" userId="6704a177-17bb-4244-9c06-d865e36c920b" providerId="ADAL" clId="{3E066727-BBB6-4D37-A6B5-32C7A00FA4F3}" dt="2026-10-23T10:42:47.496" v="142740"/>
          <ac:cxnSpMkLst>
            <pc:docMk/>
            <pc:sldMk cId="2985496673" sldId="2147483628"/>
            <ac:cxnSpMk id="193" creationId="{8DD3F444-A2DC-C63A-8827-AAAF87B29F5F}"/>
          </ac:cxnSpMkLst>
        </pc:cxnChg>
        <pc:cxnChg chg="add del mod ord">
          <ac:chgData name="Jethro Hotbatahi Hasoloan" userId="6704a177-17bb-4244-9c06-d865e36c920b" providerId="ADAL" clId="{3E066727-BBB6-4D37-A6B5-32C7A00FA4F3}" dt="2026-10-23T10:43:06.970" v="143250"/>
          <ac:cxnSpMkLst>
            <pc:docMk/>
            <pc:sldMk cId="2985496673" sldId="2147483628"/>
            <ac:cxnSpMk id="196" creationId="{A6321C19-8837-AD7E-B06A-1C2A49D40EBC}"/>
          </ac:cxnSpMkLst>
        </pc:cxnChg>
        <pc:cxnChg chg="add del mod ord">
          <ac:chgData name="Jethro Hotbatahi Hasoloan" userId="6704a177-17bb-4244-9c06-d865e36c920b" providerId="ADAL" clId="{3E066727-BBB6-4D37-A6B5-32C7A00FA4F3}" dt="2026-10-23T10:43:10.021" v="143504"/>
          <ac:cxnSpMkLst>
            <pc:docMk/>
            <pc:sldMk cId="2985496673" sldId="2147483628"/>
            <ac:cxnSpMk id="197" creationId="{1824334C-0B3D-A3F3-55C3-CC15BB7867F4}"/>
          </ac:cxnSpMkLst>
        </pc:cxnChg>
        <pc:cxnChg chg="add del mod ord">
          <ac:chgData name="Jethro Hotbatahi Hasoloan" userId="6704a177-17bb-4244-9c06-d865e36c920b" providerId="ADAL" clId="{3E066727-BBB6-4D37-A6B5-32C7A00FA4F3}" dt="2026-10-23T10:44:05.902" v="147897"/>
          <ac:cxnSpMkLst>
            <pc:docMk/>
            <pc:sldMk cId="2985496673" sldId="2147483628"/>
            <ac:cxnSpMk id="198" creationId="{AFF876B7-B11F-97B7-43F1-D081CDE9FC83}"/>
          </ac:cxnSpMkLst>
        </pc:cxnChg>
        <pc:cxnChg chg="add del mod ord">
          <ac:chgData name="Jethro Hotbatahi Hasoloan" userId="6704a177-17bb-4244-9c06-d865e36c920b" providerId="ADAL" clId="{3E066727-BBB6-4D37-A6B5-32C7A00FA4F3}" dt="2026-10-23T10:44:05.897" v="147886"/>
          <ac:cxnSpMkLst>
            <pc:docMk/>
            <pc:sldMk cId="2985496673" sldId="2147483628"/>
            <ac:cxnSpMk id="205" creationId="{B688635B-3E8F-0469-5F80-17CDB1DE2556}"/>
          </ac:cxnSpMkLst>
        </pc:cxnChg>
        <pc:cxnChg chg="add del mod ord">
          <ac:chgData name="Jethro Hotbatahi Hasoloan" userId="6704a177-17bb-4244-9c06-d865e36c920b" providerId="ADAL" clId="{3E066727-BBB6-4D37-A6B5-32C7A00FA4F3}" dt="2026-10-23T10:44:05.901" v="147894"/>
          <ac:cxnSpMkLst>
            <pc:docMk/>
            <pc:sldMk cId="2985496673" sldId="2147483628"/>
            <ac:cxnSpMk id="209" creationId="{6E4DD2C7-D887-2416-E13C-4A50C2BF315C}"/>
          </ac:cxnSpMkLst>
        </pc:cxnChg>
        <pc:cxnChg chg="add del mod ord">
          <ac:chgData name="Jethro Hotbatahi Hasoloan" userId="6704a177-17bb-4244-9c06-d865e36c920b" providerId="ADAL" clId="{3E066727-BBB6-4D37-A6B5-32C7A00FA4F3}" dt="2026-10-23T10:44:05.899" v="147892"/>
          <ac:cxnSpMkLst>
            <pc:docMk/>
            <pc:sldMk cId="2985496673" sldId="2147483628"/>
            <ac:cxnSpMk id="210" creationId="{ACCF97B7-C7A6-7048-72B8-222D9787F876}"/>
          </ac:cxnSpMkLst>
        </pc:cxnChg>
        <pc:cxnChg chg="add del mod ord">
          <ac:chgData name="Jethro Hotbatahi Hasoloan" userId="6704a177-17bb-4244-9c06-d865e36c920b" providerId="ADAL" clId="{3E066727-BBB6-4D37-A6B5-32C7A00FA4F3}" dt="2026-10-23T10:44:05.899" v="147888"/>
          <ac:cxnSpMkLst>
            <pc:docMk/>
            <pc:sldMk cId="2985496673" sldId="2147483628"/>
            <ac:cxnSpMk id="211" creationId="{E6327AE3-1FF1-3EA2-9DDA-489A8CD659F3}"/>
          </ac:cxnSpMkLst>
        </pc:cxnChg>
        <pc:cxnChg chg="add del mod ord">
          <ac:chgData name="Jethro Hotbatahi Hasoloan" userId="6704a177-17bb-4244-9c06-d865e36c920b" providerId="ADAL" clId="{3E066727-BBB6-4D37-A6B5-32C7A00FA4F3}" dt="2026-10-23T10:44:05.897" v="147882"/>
          <ac:cxnSpMkLst>
            <pc:docMk/>
            <pc:sldMk cId="2985496673" sldId="2147483628"/>
            <ac:cxnSpMk id="212" creationId="{3887D50E-B18A-8A32-CF24-BE562230972E}"/>
          </ac:cxnSpMkLst>
        </pc:cxnChg>
        <pc:cxnChg chg="add del mod ord">
          <ac:chgData name="Jethro Hotbatahi Hasoloan" userId="6704a177-17bb-4244-9c06-d865e36c920b" providerId="ADAL" clId="{3E066727-BBB6-4D37-A6B5-32C7A00FA4F3}" dt="2026-10-23T10:44:05.897" v="147880"/>
          <ac:cxnSpMkLst>
            <pc:docMk/>
            <pc:sldMk cId="2985496673" sldId="2147483628"/>
            <ac:cxnSpMk id="215" creationId="{239BA4AD-897C-2934-5A2C-D9E4CA0DCDF6}"/>
          </ac:cxnSpMkLst>
        </pc:cxnChg>
        <pc:cxnChg chg="add del mod ord">
          <ac:chgData name="Jethro Hotbatahi Hasoloan" userId="6704a177-17bb-4244-9c06-d865e36c920b" providerId="ADAL" clId="{3E066727-BBB6-4D37-A6B5-32C7A00FA4F3}" dt="2026-10-23T10:44:05.887" v="147877"/>
          <ac:cxnSpMkLst>
            <pc:docMk/>
            <pc:sldMk cId="2985496673" sldId="2147483628"/>
            <ac:cxnSpMk id="216" creationId="{D67BE73B-E0EA-CE11-C7B1-BADCA97BC1C0}"/>
          </ac:cxnSpMkLst>
        </pc:cxnChg>
        <pc:cxnChg chg="add mod ord">
          <ac:chgData name="Jethro Hotbatahi Hasoloan" userId="6704a177-17bb-4244-9c06-d865e36c920b" providerId="ADAL" clId="{3E066727-BBB6-4D37-A6B5-32C7A00FA4F3}" dt="2026-10-23T10:43:45.613" v="146132" actId="13822"/>
          <ac:cxnSpMkLst>
            <pc:docMk/>
            <pc:sldMk cId="2985496673" sldId="2147483628"/>
            <ac:cxnSpMk id="219" creationId="{638C4337-D256-7F46-3B3B-FE061A127BBC}"/>
          </ac:cxnSpMkLst>
        </pc:cxnChg>
        <pc:cxnChg chg="add mod ord">
          <ac:chgData name="Jethro Hotbatahi Hasoloan" userId="6704a177-17bb-4244-9c06-d865e36c920b" providerId="ADAL" clId="{3E066727-BBB6-4D37-A6B5-32C7A00FA4F3}" dt="2026-10-23T10:43:45.605" v="146122" actId="13822"/>
          <ac:cxnSpMkLst>
            <pc:docMk/>
            <pc:sldMk cId="2985496673" sldId="2147483628"/>
            <ac:cxnSpMk id="220" creationId="{E3A775B5-C567-6BB3-2FB5-1C2A36357FD3}"/>
          </ac:cxnSpMkLst>
        </pc:cxnChg>
        <pc:cxnChg chg="add mod ord">
          <ac:chgData name="Jethro Hotbatahi Hasoloan" userId="6704a177-17bb-4244-9c06-d865e36c920b" providerId="ADAL" clId="{3E066727-BBB6-4D37-A6B5-32C7A00FA4F3}" dt="2026-10-23T10:43:45.597" v="146113" actId="13822"/>
          <ac:cxnSpMkLst>
            <pc:docMk/>
            <pc:sldMk cId="2985496673" sldId="2147483628"/>
            <ac:cxnSpMk id="221" creationId="{FB25095A-ABE5-34A4-07D2-C10C8463EE6C}"/>
          </ac:cxnSpMkLst>
        </pc:cxnChg>
        <pc:cxnChg chg="del mod ord">
          <ac:chgData name="Jethro Hotbatahi Hasoloan" userId="6704a177-17bb-4244-9c06-d865e36c920b" providerId="ADAL" clId="{3E066727-BBB6-4D37-A6B5-32C7A00FA4F3}" dt="2026-10-23T10:44:25.514" v="149954"/>
          <ac:cxnSpMkLst>
            <pc:docMk/>
            <pc:sldMk cId="2985496673" sldId="2147483628"/>
            <ac:cxnSpMk id="236" creationId="{C922DD70-19E9-9E8F-49B2-E4FA2ACD1A69}"/>
          </ac:cxnSpMkLst>
        </pc:cxnChg>
        <pc:cxnChg chg="del mod ord">
          <ac:chgData name="Jethro Hotbatahi Hasoloan" userId="6704a177-17bb-4244-9c06-d865e36c920b" providerId="ADAL" clId="{3E066727-BBB6-4D37-A6B5-32C7A00FA4F3}" dt="2026-10-23T10:44:25.514" v="149949"/>
          <ac:cxnSpMkLst>
            <pc:docMk/>
            <pc:sldMk cId="2985496673" sldId="2147483628"/>
            <ac:cxnSpMk id="237" creationId="{46DFDB1B-F68A-B500-530C-1E2726ECDB50}"/>
          </ac:cxnSpMkLst>
        </pc:cxnChg>
        <pc:cxnChg chg="del mod ord">
          <ac:chgData name="Jethro Hotbatahi Hasoloan" userId="6704a177-17bb-4244-9c06-d865e36c920b" providerId="ADAL" clId="{3E066727-BBB6-4D37-A6B5-32C7A00FA4F3}" dt="2026-10-23T10:44:25.512" v="149944"/>
          <ac:cxnSpMkLst>
            <pc:docMk/>
            <pc:sldMk cId="2985496673" sldId="2147483628"/>
            <ac:cxnSpMk id="238" creationId="{372D19AA-C3EE-3B58-0CC7-16DEBE248970}"/>
          </ac:cxnSpMkLst>
        </pc:cxnChg>
        <pc:cxnChg chg="add del mod ord">
          <ac:chgData name="Jethro Hotbatahi Hasoloan" userId="6704a177-17bb-4244-9c06-d865e36c920b" providerId="ADAL" clId="{3E066727-BBB6-4D37-A6B5-32C7A00FA4F3}" dt="2026-10-23T10:44:25.732" v="149957"/>
          <ac:cxnSpMkLst>
            <pc:docMk/>
            <pc:sldMk cId="2985496673" sldId="2147483628"/>
            <ac:cxnSpMk id="247" creationId="{344C9F01-9F9D-69E3-16B7-4C2422B62409}"/>
          </ac:cxnSpMkLst>
        </pc:cxnChg>
        <pc:cxnChg chg="add del mod ord">
          <ac:chgData name="Jethro Hotbatahi Hasoloan" userId="6704a177-17bb-4244-9c06-d865e36c920b" providerId="ADAL" clId="{3E066727-BBB6-4D37-A6B5-32C7A00FA4F3}" dt="2026-10-23T10:44:25.733" v="149959"/>
          <ac:cxnSpMkLst>
            <pc:docMk/>
            <pc:sldMk cId="2985496673" sldId="2147483628"/>
            <ac:cxnSpMk id="248" creationId="{5D2466B3-B58A-1412-E28B-80B77C9CF7B7}"/>
          </ac:cxnSpMkLst>
        </pc:cxnChg>
        <pc:cxnChg chg="add del mod ord">
          <ac:chgData name="Jethro Hotbatahi Hasoloan" userId="6704a177-17bb-4244-9c06-d865e36c920b" providerId="ADAL" clId="{3E066727-BBB6-4D37-A6B5-32C7A00FA4F3}" dt="2026-10-23T10:46:46.962" v="154660"/>
          <ac:cxnSpMkLst>
            <pc:docMk/>
            <pc:sldMk cId="2985496673" sldId="2147483628"/>
            <ac:cxnSpMk id="257" creationId="{3553D7D6-D8E1-86E3-C57F-A3F88143C80B}"/>
          </ac:cxnSpMkLst>
        </pc:cxnChg>
        <pc:cxnChg chg="add del mod ord">
          <ac:chgData name="Jethro Hotbatahi Hasoloan" userId="6704a177-17bb-4244-9c06-d865e36c920b" providerId="ADAL" clId="{3E066727-BBB6-4D37-A6B5-32C7A00FA4F3}" dt="2026-10-23T10:46:46.962" v="154658"/>
          <ac:cxnSpMkLst>
            <pc:docMk/>
            <pc:sldMk cId="2985496673" sldId="2147483628"/>
            <ac:cxnSpMk id="258" creationId="{6B0E29EA-A29A-1DE6-B5B1-5CB6CFEC6ACF}"/>
          </ac:cxnSpMkLst>
        </pc:cxnChg>
        <pc:cxnChg chg="add del mod ord">
          <ac:chgData name="Jethro Hotbatahi Hasoloan" userId="6704a177-17bb-4244-9c06-d865e36c920b" providerId="ADAL" clId="{3E066727-BBB6-4D37-A6B5-32C7A00FA4F3}" dt="2026-10-23T10:47:29.433" v="155051"/>
          <ac:cxnSpMkLst>
            <pc:docMk/>
            <pc:sldMk cId="2985496673" sldId="2147483628"/>
            <ac:cxnSpMk id="259" creationId="{165D2911-9A5C-3EEC-A4C8-B122ED0C4114}"/>
          </ac:cxnSpMkLst>
        </pc:cxnChg>
        <pc:cxnChg chg="add del mod ord">
          <ac:chgData name="Jethro Hotbatahi Hasoloan" userId="6704a177-17bb-4244-9c06-d865e36c920b" providerId="ADAL" clId="{3E066727-BBB6-4D37-A6B5-32C7A00FA4F3}" dt="2026-10-23T10:47:29.433" v="155049"/>
          <ac:cxnSpMkLst>
            <pc:docMk/>
            <pc:sldMk cId="2985496673" sldId="2147483628"/>
            <ac:cxnSpMk id="260" creationId="{32F14E4E-A272-78E4-6A89-D5439F01A9AF}"/>
          </ac:cxnSpMkLst>
        </pc:cxnChg>
        <pc:cxnChg chg="add del mod ord">
          <ac:chgData name="Jethro Hotbatahi Hasoloan" userId="6704a177-17bb-4244-9c06-d865e36c920b" providerId="ADAL" clId="{3E066727-BBB6-4D37-A6B5-32C7A00FA4F3}" dt="2026-10-23T10:47:29.433" v="155046"/>
          <ac:cxnSpMkLst>
            <pc:docMk/>
            <pc:sldMk cId="2985496673" sldId="2147483628"/>
            <ac:cxnSpMk id="264" creationId="{8F997BA7-385A-9CF8-DBC2-5E149792388C}"/>
          </ac:cxnSpMkLst>
        </pc:cxnChg>
        <pc:cxnChg chg="add del mod ord">
          <ac:chgData name="Jethro Hotbatahi Hasoloan" userId="6704a177-17bb-4244-9c06-d865e36c920b" providerId="ADAL" clId="{3E066727-BBB6-4D37-A6B5-32C7A00FA4F3}" dt="2026-10-23T10:47:29.433" v="155044"/>
          <ac:cxnSpMkLst>
            <pc:docMk/>
            <pc:sldMk cId="2985496673" sldId="2147483628"/>
            <ac:cxnSpMk id="265" creationId="{7A14379C-4DBA-D013-CE2A-7A6B1B6C1543}"/>
          </ac:cxnSpMkLst>
        </pc:cxnChg>
        <pc:cxnChg chg="del mod ord">
          <ac:chgData name="Jethro Hotbatahi Hasoloan" userId="6704a177-17bb-4244-9c06-d865e36c920b" providerId="ADAL" clId="{3E066727-BBB6-4D37-A6B5-32C7A00FA4F3}" dt="2026-10-23T10:47:39.373" v="156201"/>
          <ac:cxnSpMkLst>
            <pc:docMk/>
            <pc:sldMk cId="2985496673" sldId="2147483628"/>
            <ac:cxnSpMk id="293" creationId="{8C168864-E3F1-4DBA-E4AF-B93C877E5F41}"/>
          </ac:cxnSpMkLst>
        </pc:cxnChg>
        <pc:cxnChg chg="del mod ord">
          <ac:chgData name="Jethro Hotbatahi Hasoloan" userId="6704a177-17bb-4244-9c06-d865e36c920b" providerId="ADAL" clId="{3E066727-BBB6-4D37-A6B5-32C7A00FA4F3}" dt="2026-10-23T10:47:39.371" v="156196"/>
          <ac:cxnSpMkLst>
            <pc:docMk/>
            <pc:sldMk cId="2985496673" sldId="2147483628"/>
            <ac:cxnSpMk id="294" creationId="{42F3AA04-561A-8D39-CE32-012D4AFB2383}"/>
          </ac:cxnSpMkLst>
        </pc:cxnChg>
        <pc:cxnChg chg="del mod ord">
          <ac:chgData name="Jethro Hotbatahi Hasoloan" userId="6704a177-17bb-4244-9c06-d865e36c920b" providerId="ADAL" clId="{3E066727-BBB6-4D37-A6B5-32C7A00FA4F3}" dt="2026-10-23T10:47:39.369" v="156191"/>
          <ac:cxnSpMkLst>
            <pc:docMk/>
            <pc:sldMk cId="2985496673" sldId="2147483628"/>
            <ac:cxnSpMk id="295" creationId="{CB790218-96C8-6423-FFD1-8EC47EFF29FA}"/>
          </ac:cxnSpMkLst>
        </pc:cxnChg>
        <pc:cxnChg chg="add del mod ord">
          <ac:chgData name="Jethro Hotbatahi Hasoloan" userId="6704a177-17bb-4244-9c06-d865e36c920b" providerId="ADAL" clId="{3E066727-BBB6-4D37-A6B5-32C7A00FA4F3}" dt="2026-10-23T10:47:39.470" v="156208"/>
          <ac:cxnSpMkLst>
            <pc:docMk/>
            <pc:sldMk cId="2985496673" sldId="2147483628"/>
            <ac:cxnSpMk id="304" creationId="{C9267BEF-D760-9004-72BC-796168BCA43D}"/>
          </ac:cxnSpMkLst>
        </pc:cxnChg>
        <pc:cxnChg chg="add del mod ord">
          <ac:chgData name="Jethro Hotbatahi Hasoloan" userId="6704a177-17bb-4244-9c06-d865e36c920b" providerId="ADAL" clId="{3E066727-BBB6-4D37-A6B5-32C7A00FA4F3}" dt="2026-10-23T10:47:39.470" v="156210"/>
          <ac:cxnSpMkLst>
            <pc:docMk/>
            <pc:sldMk cId="2985496673" sldId="2147483628"/>
            <ac:cxnSpMk id="305" creationId="{0905BE69-7ACA-AB0A-2532-4B95D5898377}"/>
          </ac:cxnSpMkLst>
        </pc:cxnChg>
        <pc:cxnChg chg="del mod ord">
          <ac:chgData name="Jethro Hotbatahi Hasoloan" userId="6704a177-17bb-4244-9c06-d865e36c920b" providerId="ADAL" clId="{3E066727-BBB6-4D37-A6B5-32C7A00FA4F3}" dt="2026-10-23T10:51:14.860" v="167298"/>
          <ac:cxnSpMkLst>
            <pc:docMk/>
            <pc:sldMk cId="2985496673" sldId="2147483628"/>
            <ac:cxnSpMk id="327" creationId="{8E7000CD-78E9-5708-DAEB-DE82BE8637A9}"/>
          </ac:cxnSpMkLst>
        </pc:cxnChg>
        <pc:cxnChg chg="del mod ord">
          <ac:chgData name="Jethro Hotbatahi Hasoloan" userId="6704a177-17bb-4244-9c06-d865e36c920b" providerId="ADAL" clId="{3E066727-BBB6-4D37-A6B5-32C7A00FA4F3}" dt="2026-10-23T10:51:17.593" v="167907"/>
          <ac:cxnSpMkLst>
            <pc:docMk/>
            <pc:sldMk cId="2985496673" sldId="2147483628"/>
            <ac:cxnSpMk id="328" creationId="{5B4F3E5D-74B2-C159-1A22-AA0278CFAB76}"/>
          </ac:cxnSpMkLst>
        </pc:cxnChg>
        <pc:cxnChg chg="del mod ord">
          <ac:chgData name="Jethro Hotbatahi Hasoloan" userId="6704a177-17bb-4244-9c06-d865e36c920b" providerId="ADAL" clId="{3E066727-BBB6-4D37-A6B5-32C7A00FA4F3}" dt="2026-10-23T10:51:19.977" v="167944"/>
          <ac:cxnSpMkLst>
            <pc:docMk/>
            <pc:sldMk cId="2985496673" sldId="2147483628"/>
            <ac:cxnSpMk id="329" creationId="{251C2F3C-D063-4C48-3C1D-60B7577A6668}"/>
          </ac:cxnSpMkLst>
        </pc:cxnChg>
        <pc:cxnChg chg="add del mod ord">
          <ac:chgData name="Jethro Hotbatahi Hasoloan" userId="6704a177-17bb-4244-9c06-d865e36c920b" providerId="ADAL" clId="{3E066727-BBB6-4D37-A6B5-32C7A00FA4F3}" dt="2026-10-23T10:50:01.146" v="162100"/>
          <ac:cxnSpMkLst>
            <pc:docMk/>
            <pc:sldMk cId="2985496673" sldId="2147483628"/>
            <ac:cxnSpMk id="354" creationId="{4F2A6DCD-10D4-4DD3-29D5-AEACA61C93AD}"/>
          </ac:cxnSpMkLst>
        </pc:cxnChg>
        <pc:cxnChg chg="add del mod ord">
          <ac:chgData name="Jethro Hotbatahi Hasoloan" userId="6704a177-17bb-4244-9c06-d865e36c920b" providerId="ADAL" clId="{3E066727-BBB6-4D37-A6B5-32C7A00FA4F3}" dt="2026-10-23T10:50:01.146" v="162118"/>
          <ac:cxnSpMkLst>
            <pc:docMk/>
            <pc:sldMk cId="2985496673" sldId="2147483628"/>
            <ac:cxnSpMk id="355" creationId="{7BCF6E96-8D82-ED5C-FA82-82952162814A}"/>
          </ac:cxnSpMkLst>
        </pc:cxnChg>
        <pc:cxnChg chg="add mod ord">
          <ac:chgData name="Jethro Hotbatahi Hasoloan" userId="6704a177-17bb-4244-9c06-d865e36c920b" providerId="ADAL" clId="{3E066727-BBB6-4D37-A6B5-32C7A00FA4F3}" dt="2026-10-23T11:02:50.015" v="189263"/>
          <ac:cxnSpMkLst>
            <pc:docMk/>
            <pc:sldMk cId="2985496673" sldId="2147483628"/>
            <ac:cxnSpMk id="358" creationId="{C955AEE1-9261-8342-93BB-5DEE8520B95F}"/>
          </ac:cxnSpMkLst>
        </pc:cxnChg>
        <pc:cxnChg chg="add mod ord">
          <ac:chgData name="Jethro Hotbatahi Hasoloan" userId="6704a177-17bb-4244-9c06-d865e36c920b" providerId="ADAL" clId="{3E066727-BBB6-4D37-A6B5-32C7A00FA4F3}" dt="2026-10-23T11:02:50.015" v="189271"/>
          <ac:cxnSpMkLst>
            <pc:docMk/>
            <pc:sldMk cId="2985496673" sldId="2147483628"/>
            <ac:cxnSpMk id="359" creationId="{67A13932-A7C0-9F57-7F67-FC59A488A5B7}"/>
          </ac:cxnSpMkLst>
        </pc:cxnChg>
        <pc:cxnChg chg="add mod ord">
          <ac:chgData name="Jethro Hotbatahi Hasoloan" userId="6704a177-17bb-4244-9c06-d865e36c920b" providerId="ADAL" clId="{3E066727-BBB6-4D37-A6B5-32C7A00FA4F3}" dt="2026-10-23T11:02:50.015" v="189257"/>
          <ac:cxnSpMkLst>
            <pc:docMk/>
            <pc:sldMk cId="2985496673" sldId="2147483628"/>
            <ac:cxnSpMk id="364" creationId="{E64ED154-D0F0-5418-06BB-B5347B0D8A1B}"/>
          </ac:cxnSpMkLst>
        </pc:cxnChg>
        <pc:cxnChg chg="add mod ord">
          <ac:chgData name="Jethro Hotbatahi Hasoloan" userId="6704a177-17bb-4244-9c06-d865e36c920b" providerId="ADAL" clId="{3E066727-BBB6-4D37-A6B5-32C7A00FA4F3}" dt="2026-10-23T11:02:50.015" v="189259"/>
          <ac:cxnSpMkLst>
            <pc:docMk/>
            <pc:sldMk cId="2985496673" sldId="2147483628"/>
            <ac:cxnSpMk id="365" creationId="{BF59463D-725F-5715-F213-2D5EEC267809}"/>
          </ac:cxnSpMkLst>
        </pc:cxnChg>
        <pc:cxnChg chg="add mod ord">
          <ac:chgData name="Jethro Hotbatahi Hasoloan" userId="6704a177-17bb-4244-9c06-d865e36c920b" providerId="ADAL" clId="{3E066727-BBB6-4D37-A6B5-32C7A00FA4F3}" dt="2026-10-23T11:02:50.015" v="189261"/>
          <ac:cxnSpMkLst>
            <pc:docMk/>
            <pc:sldMk cId="2985496673" sldId="2147483628"/>
            <ac:cxnSpMk id="367" creationId="{2E3189BC-6CEA-3310-62E9-1C246BBE60ED}"/>
          </ac:cxnSpMkLst>
        </pc:cxnChg>
        <pc:cxnChg chg="add mod ord">
          <ac:chgData name="Jethro Hotbatahi Hasoloan" userId="6704a177-17bb-4244-9c06-d865e36c920b" providerId="ADAL" clId="{3E066727-BBB6-4D37-A6B5-32C7A00FA4F3}" dt="2026-10-23T11:02:50.015" v="189265"/>
          <ac:cxnSpMkLst>
            <pc:docMk/>
            <pc:sldMk cId="2985496673" sldId="2147483628"/>
            <ac:cxnSpMk id="368" creationId="{519FEDFD-8147-F91F-80CB-65EC394DBBB9}"/>
          </ac:cxnSpMkLst>
        </pc:cxnChg>
        <pc:cxnChg chg="add mod ord">
          <ac:chgData name="Jethro Hotbatahi Hasoloan" userId="6704a177-17bb-4244-9c06-d865e36c920b" providerId="ADAL" clId="{3E066727-BBB6-4D37-A6B5-32C7A00FA4F3}" dt="2026-10-23T11:02:50.015" v="189267"/>
          <ac:cxnSpMkLst>
            <pc:docMk/>
            <pc:sldMk cId="2985496673" sldId="2147483628"/>
            <ac:cxnSpMk id="369" creationId="{18A80EEB-BF65-796A-C300-797275F99547}"/>
          </ac:cxnSpMkLst>
        </pc:cxnChg>
        <pc:cxnChg chg="add mod ord">
          <ac:chgData name="Jethro Hotbatahi Hasoloan" userId="6704a177-17bb-4244-9c06-d865e36c920b" providerId="ADAL" clId="{3E066727-BBB6-4D37-A6B5-32C7A00FA4F3}" dt="2026-10-23T11:02:50.015" v="189269"/>
          <ac:cxnSpMkLst>
            <pc:docMk/>
            <pc:sldMk cId="2985496673" sldId="2147483628"/>
            <ac:cxnSpMk id="370" creationId="{F1D2545F-60E4-5415-C0C6-9FAF4AF53A48}"/>
          </ac:cxnSpMkLst>
        </pc:cxnChg>
        <pc:cxnChg chg="add mod ord">
          <ac:chgData name="Jethro Hotbatahi Hasoloan" userId="6704a177-17bb-4244-9c06-d865e36c920b" providerId="ADAL" clId="{3E066727-BBB6-4D37-A6B5-32C7A00FA4F3}" dt="2026-10-23T10:50:55.014" v="165820" actId="13822"/>
          <ac:cxnSpMkLst>
            <pc:docMk/>
            <pc:sldMk cId="2985496673" sldId="2147483628"/>
            <ac:cxnSpMk id="380" creationId="{FEA47255-D3AD-540E-2A97-DD8662E7ED94}"/>
          </ac:cxnSpMkLst>
        </pc:cxnChg>
        <pc:cxnChg chg="add mod ord">
          <ac:chgData name="Jethro Hotbatahi Hasoloan" userId="6704a177-17bb-4244-9c06-d865e36c920b" providerId="ADAL" clId="{3E066727-BBB6-4D37-A6B5-32C7A00FA4F3}" dt="2026-10-23T10:51:26.555" v="168486" actId="13822"/>
          <ac:cxnSpMkLst>
            <pc:docMk/>
            <pc:sldMk cId="2985496673" sldId="2147483628"/>
            <ac:cxnSpMk id="384" creationId="{A7B0B1E5-5ED2-2831-0DE2-AC7A8231154F}"/>
          </ac:cxnSpMkLst>
        </pc:cxnChg>
        <pc:cxnChg chg="add mod ord">
          <ac:chgData name="Jethro Hotbatahi Hasoloan" userId="6704a177-17bb-4244-9c06-d865e36c920b" providerId="ADAL" clId="{3E066727-BBB6-4D37-A6B5-32C7A00FA4F3}" dt="2026-10-23T10:51:26.541" v="168476" actId="13822"/>
          <ac:cxnSpMkLst>
            <pc:docMk/>
            <pc:sldMk cId="2985496673" sldId="2147483628"/>
            <ac:cxnSpMk id="385" creationId="{21EFCE6C-5B08-ABD3-F460-5E455758EA20}"/>
          </ac:cxnSpMkLst>
        </pc:cxnChg>
        <pc:cxnChg chg="add mod ord">
          <ac:chgData name="Jethro Hotbatahi Hasoloan" userId="6704a177-17bb-4244-9c06-d865e36c920b" providerId="ADAL" clId="{3E066727-BBB6-4D37-A6B5-32C7A00FA4F3}" dt="2026-10-23T10:51:26.541" v="168466" actId="13822"/>
          <ac:cxnSpMkLst>
            <pc:docMk/>
            <pc:sldMk cId="2985496673" sldId="2147483628"/>
            <ac:cxnSpMk id="386" creationId="{685DD3C8-6FF2-1480-B1AA-BC94730F5634}"/>
          </ac:cxnSpMkLst>
        </pc:cxnChg>
        <pc:cxnChg chg="add mod ord">
          <ac:chgData name="Jethro Hotbatahi Hasoloan" userId="6704a177-17bb-4244-9c06-d865e36c920b" providerId="ADAL" clId="{3E066727-BBB6-4D37-A6B5-32C7A00FA4F3}" dt="2026-10-23T11:02:49.999" v="189201"/>
          <ac:cxnSpMkLst>
            <pc:docMk/>
            <pc:sldMk cId="2985496673" sldId="2147483628"/>
            <ac:cxnSpMk id="402" creationId="{F7A92AA5-4432-9669-7FD1-100585707A27}"/>
          </ac:cxnSpMkLst>
        </pc:cxnChg>
        <pc:cxnChg chg="add mod ord">
          <ac:chgData name="Jethro Hotbatahi Hasoloan" userId="6704a177-17bb-4244-9c06-d865e36c920b" providerId="ADAL" clId="{3E066727-BBB6-4D37-A6B5-32C7A00FA4F3}" dt="2026-10-23T11:02:49.999" v="189203"/>
          <ac:cxnSpMkLst>
            <pc:docMk/>
            <pc:sldMk cId="2985496673" sldId="2147483628"/>
            <ac:cxnSpMk id="408" creationId="{70875C83-71B8-F9CC-2A5E-F7A6BFB24F37}"/>
          </ac:cxnSpMkLst>
        </pc:cxnChg>
        <pc:cxnChg chg="add mod ord">
          <ac:chgData name="Jethro Hotbatahi Hasoloan" userId="6704a177-17bb-4244-9c06-d865e36c920b" providerId="ADAL" clId="{3E066727-BBB6-4D37-A6B5-32C7A00FA4F3}" dt="2026-10-23T11:02:50.013" v="189205"/>
          <ac:cxnSpMkLst>
            <pc:docMk/>
            <pc:sldMk cId="2985496673" sldId="2147483628"/>
            <ac:cxnSpMk id="409" creationId="{5A8BFDF2-4B16-9CDD-0798-4D738EF52A2D}"/>
          </ac:cxnSpMkLst>
        </pc:cxnChg>
        <pc:cxnChg chg="add mod ord">
          <ac:chgData name="Jethro Hotbatahi Hasoloan" userId="6704a177-17bb-4244-9c06-d865e36c920b" providerId="ADAL" clId="{3E066727-BBB6-4D37-A6B5-32C7A00FA4F3}" dt="2026-10-23T11:02:50.013" v="189207"/>
          <ac:cxnSpMkLst>
            <pc:docMk/>
            <pc:sldMk cId="2985496673" sldId="2147483628"/>
            <ac:cxnSpMk id="410" creationId="{0262244F-1A36-086E-59AD-974C69A30EA7}"/>
          </ac:cxnSpMkLst>
        </pc:cxnChg>
        <pc:cxnChg chg="add del mod ord">
          <ac:chgData name="Jethro Hotbatahi Hasoloan" userId="6704a177-17bb-4244-9c06-d865e36c920b" providerId="ADAL" clId="{3E066727-BBB6-4D37-A6B5-32C7A00FA4F3}" dt="2026-10-23T10:56:42.467" v="175385"/>
          <ac:cxnSpMkLst>
            <pc:docMk/>
            <pc:sldMk cId="2985496673" sldId="2147483628"/>
            <ac:cxnSpMk id="423" creationId="{0007B3E1-6798-FD7D-FF48-81CD7ABE22D2}"/>
          </ac:cxnSpMkLst>
        </pc:cxnChg>
        <pc:cxnChg chg="add del mod ord">
          <ac:chgData name="Jethro Hotbatahi Hasoloan" userId="6704a177-17bb-4244-9c06-d865e36c920b" providerId="ADAL" clId="{3E066727-BBB6-4D37-A6B5-32C7A00FA4F3}" dt="2026-10-23T10:56:42.469" v="175387"/>
          <ac:cxnSpMkLst>
            <pc:docMk/>
            <pc:sldMk cId="2985496673" sldId="2147483628"/>
            <ac:cxnSpMk id="424" creationId="{204540BF-01E0-5425-5898-146590F2450F}"/>
          </ac:cxnSpMkLst>
        </pc:cxnChg>
        <pc:cxnChg chg="add del mod ord">
          <ac:chgData name="Jethro Hotbatahi Hasoloan" userId="6704a177-17bb-4244-9c06-d865e36c920b" providerId="ADAL" clId="{3E066727-BBB6-4D37-A6B5-32C7A00FA4F3}" dt="2026-10-23T10:56:42.469" v="175389"/>
          <ac:cxnSpMkLst>
            <pc:docMk/>
            <pc:sldMk cId="2985496673" sldId="2147483628"/>
            <ac:cxnSpMk id="425" creationId="{74D0AEA9-9D8A-7F5A-54A7-CEFB5CEB4514}"/>
          </ac:cxnSpMkLst>
        </pc:cxnChg>
        <pc:cxnChg chg="add del mod ord">
          <ac:chgData name="Jethro Hotbatahi Hasoloan" userId="6704a177-17bb-4244-9c06-d865e36c920b" providerId="ADAL" clId="{3E066727-BBB6-4D37-A6B5-32C7A00FA4F3}" dt="2026-10-23T10:56:42.469" v="175391"/>
          <ac:cxnSpMkLst>
            <pc:docMk/>
            <pc:sldMk cId="2985496673" sldId="2147483628"/>
            <ac:cxnSpMk id="426" creationId="{35E02A3A-94EC-5F90-DE2B-A3A3DC86C30B}"/>
          </ac:cxnSpMkLst>
        </pc:cxnChg>
        <pc:cxnChg chg="add del mod ord">
          <ac:chgData name="Jethro Hotbatahi Hasoloan" userId="6704a177-17bb-4244-9c06-d865e36c920b" providerId="ADAL" clId="{3E066727-BBB6-4D37-A6B5-32C7A00FA4F3}" dt="2026-10-23T10:57:58.410" v="180181"/>
          <ac:cxnSpMkLst>
            <pc:docMk/>
            <pc:sldMk cId="2985496673" sldId="2147483628"/>
            <ac:cxnSpMk id="460" creationId="{A9502A53-49F7-E022-EDA6-3BF41059EF34}"/>
          </ac:cxnSpMkLst>
        </pc:cxnChg>
        <pc:cxnChg chg="add del mod ord">
          <ac:chgData name="Jethro Hotbatahi Hasoloan" userId="6704a177-17bb-4244-9c06-d865e36c920b" providerId="ADAL" clId="{3E066727-BBB6-4D37-A6B5-32C7A00FA4F3}" dt="2026-10-23T10:57:58.410" v="180183"/>
          <ac:cxnSpMkLst>
            <pc:docMk/>
            <pc:sldMk cId="2985496673" sldId="2147483628"/>
            <ac:cxnSpMk id="461" creationId="{244AB677-0DCC-3FB6-85C6-59F2C333ABE6}"/>
          </ac:cxnSpMkLst>
        </pc:cxnChg>
        <pc:cxnChg chg="add del mod ord">
          <ac:chgData name="Jethro Hotbatahi Hasoloan" userId="6704a177-17bb-4244-9c06-d865e36c920b" providerId="ADAL" clId="{3E066727-BBB6-4D37-A6B5-32C7A00FA4F3}" dt="2026-10-23T10:57:58.410" v="180185"/>
          <ac:cxnSpMkLst>
            <pc:docMk/>
            <pc:sldMk cId="2985496673" sldId="2147483628"/>
            <ac:cxnSpMk id="462" creationId="{DE81BC0E-9E41-F869-8530-29F327BEC19E}"/>
          </ac:cxnSpMkLst>
        </pc:cxnChg>
        <pc:cxnChg chg="add del mod ord">
          <ac:chgData name="Jethro Hotbatahi Hasoloan" userId="6704a177-17bb-4244-9c06-d865e36c920b" providerId="ADAL" clId="{3E066727-BBB6-4D37-A6B5-32C7A00FA4F3}" dt="2026-10-23T10:57:58.410" v="180187"/>
          <ac:cxnSpMkLst>
            <pc:docMk/>
            <pc:sldMk cId="2985496673" sldId="2147483628"/>
            <ac:cxnSpMk id="463" creationId="{D6ADCEA6-4926-6FEF-9A03-80E97C6C6FAC}"/>
          </ac:cxnSpMkLst>
        </pc:cxnChg>
        <pc:cxnChg chg="add del mod ord">
          <ac:chgData name="Jethro Hotbatahi Hasoloan" userId="6704a177-17bb-4244-9c06-d865e36c920b" providerId="ADAL" clId="{3E066727-BBB6-4D37-A6B5-32C7A00FA4F3}" dt="2026-10-23T10:57:58.410" v="180189"/>
          <ac:cxnSpMkLst>
            <pc:docMk/>
            <pc:sldMk cId="2985496673" sldId="2147483628"/>
            <ac:cxnSpMk id="464" creationId="{75771057-0C4E-27AD-4FF6-AF70965AA0DB}"/>
          </ac:cxnSpMkLst>
        </pc:cxnChg>
        <pc:cxnChg chg="add del mod ord">
          <ac:chgData name="Jethro Hotbatahi Hasoloan" userId="6704a177-17bb-4244-9c06-d865e36c920b" providerId="ADAL" clId="{3E066727-BBB6-4D37-A6B5-32C7A00FA4F3}" dt="2026-10-23T10:57:58.410" v="180191"/>
          <ac:cxnSpMkLst>
            <pc:docMk/>
            <pc:sldMk cId="2985496673" sldId="2147483628"/>
            <ac:cxnSpMk id="465" creationId="{993BE4FD-B95B-CD41-54C6-207B88D2A584}"/>
          </ac:cxnSpMkLst>
        </pc:cxnChg>
        <pc:cxnChg chg="add del mod ord">
          <ac:chgData name="Jethro Hotbatahi Hasoloan" userId="6704a177-17bb-4244-9c06-d865e36c920b" providerId="ADAL" clId="{3E066727-BBB6-4D37-A6B5-32C7A00FA4F3}" dt="2026-10-23T10:58:07.348" v="180471"/>
          <ac:cxnSpMkLst>
            <pc:docMk/>
            <pc:sldMk cId="2985496673" sldId="2147483628"/>
            <ac:cxnSpMk id="466" creationId="{3EE128DF-37AF-84A1-FF5B-0F7300CFC7E7}"/>
          </ac:cxnSpMkLst>
        </pc:cxnChg>
        <pc:cxnChg chg="add del mod ord">
          <ac:chgData name="Jethro Hotbatahi Hasoloan" userId="6704a177-17bb-4244-9c06-d865e36c920b" providerId="ADAL" clId="{3E066727-BBB6-4D37-A6B5-32C7A00FA4F3}" dt="2026-10-23T10:58:07.348" v="180475"/>
          <ac:cxnSpMkLst>
            <pc:docMk/>
            <pc:sldMk cId="2985496673" sldId="2147483628"/>
            <ac:cxnSpMk id="467" creationId="{CF76576B-D895-BB25-293C-89DAE319EAB3}"/>
          </ac:cxnSpMkLst>
        </pc:cxnChg>
        <pc:cxnChg chg="add mod ord">
          <ac:chgData name="Jethro Hotbatahi Hasoloan" userId="6704a177-17bb-4244-9c06-d865e36c920b" providerId="ADAL" clId="{3E066727-BBB6-4D37-A6B5-32C7A00FA4F3}" dt="2026-10-23T10:58:57.225" v="182094" actId="13822"/>
          <ac:cxnSpMkLst>
            <pc:docMk/>
            <pc:sldMk cId="2985496673" sldId="2147483628"/>
            <ac:cxnSpMk id="488" creationId="{81C28ABC-2F62-3567-5046-B321D26805CB}"/>
          </ac:cxnSpMkLst>
        </pc:cxnChg>
        <pc:cxnChg chg="add mod ord">
          <ac:chgData name="Jethro Hotbatahi Hasoloan" userId="6704a177-17bb-4244-9c06-d865e36c920b" providerId="ADAL" clId="{3E066727-BBB6-4D37-A6B5-32C7A00FA4F3}" dt="2026-10-23T10:58:57.208" v="182084" actId="13822"/>
          <ac:cxnSpMkLst>
            <pc:docMk/>
            <pc:sldMk cId="2985496673" sldId="2147483628"/>
            <ac:cxnSpMk id="489" creationId="{8E481849-9CB2-968C-2874-C5833A427BF4}"/>
          </ac:cxnSpMkLst>
        </pc:cxnChg>
        <pc:cxnChg chg="add mod ord">
          <ac:chgData name="Jethro Hotbatahi Hasoloan" userId="6704a177-17bb-4244-9c06-d865e36c920b" providerId="ADAL" clId="{3E066727-BBB6-4D37-A6B5-32C7A00FA4F3}" dt="2026-10-23T10:58:57.208" v="182073" actId="13822"/>
          <ac:cxnSpMkLst>
            <pc:docMk/>
            <pc:sldMk cId="2985496673" sldId="2147483628"/>
            <ac:cxnSpMk id="490" creationId="{C925A7AF-C8D4-7E97-5600-0CEADE5B360E}"/>
          </ac:cxnSpMkLst>
        </pc:cxnChg>
        <pc:cxnChg chg="add mod ord">
          <ac:chgData name="Jethro Hotbatahi Hasoloan" userId="6704a177-17bb-4244-9c06-d865e36c920b" providerId="ADAL" clId="{3E066727-BBB6-4D37-A6B5-32C7A00FA4F3}" dt="2026-10-23T10:58:57.208" v="182063" actId="13822"/>
          <ac:cxnSpMkLst>
            <pc:docMk/>
            <pc:sldMk cId="2985496673" sldId="2147483628"/>
            <ac:cxnSpMk id="491" creationId="{69AEC0C3-C7A9-0B1A-01A8-4C05FEE14918}"/>
          </ac:cxnSpMkLst>
        </pc:cxnChg>
        <pc:cxnChg chg="add mod ord">
          <ac:chgData name="Jethro Hotbatahi Hasoloan" userId="6704a177-17bb-4244-9c06-d865e36c920b" providerId="ADAL" clId="{3E066727-BBB6-4D37-A6B5-32C7A00FA4F3}" dt="2026-10-23T10:58:57.192" v="182052" actId="13822"/>
          <ac:cxnSpMkLst>
            <pc:docMk/>
            <pc:sldMk cId="2985496673" sldId="2147483628"/>
            <ac:cxnSpMk id="492" creationId="{181757DB-4F26-C99D-E196-C79C7B2B50F0}"/>
          </ac:cxnSpMkLst>
        </pc:cxnChg>
        <pc:cxnChg chg="add mod ord">
          <ac:chgData name="Jethro Hotbatahi Hasoloan" userId="6704a177-17bb-4244-9c06-d865e36c920b" providerId="ADAL" clId="{3E066727-BBB6-4D37-A6B5-32C7A00FA4F3}" dt="2026-10-23T10:58:57.192" v="182042" actId="13822"/>
          <ac:cxnSpMkLst>
            <pc:docMk/>
            <pc:sldMk cId="2985496673" sldId="2147483628"/>
            <ac:cxnSpMk id="493" creationId="{5C432CA2-FF24-D1AC-EC14-156B2358B85C}"/>
          </ac:cxnSpMkLst>
        </pc:cxnChg>
        <pc:cxnChg chg="add mod ord">
          <ac:chgData name="Jethro Hotbatahi Hasoloan" userId="6704a177-17bb-4244-9c06-d865e36c920b" providerId="ADAL" clId="{3E066727-BBB6-4D37-A6B5-32C7A00FA4F3}" dt="2026-10-23T10:58:57.192" v="182030" actId="13822"/>
          <ac:cxnSpMkLst>
            <pc:docMk/>
            <pc:sldMk cId="2985496673" sldId="2147483628"/>
            <ac:cxnSpMk id="494" creationId="{DED6FB75-E1B8-63A8-D59B-CA5965855082}"/>
          </ac:cxnSpMkLst>
        </pc:cxnChg>
        <pc:cxnChg chg="add mod ord">
          <ac:chgData name="Jethro Hotbatahi Hasoloan" userId="6704a177-17bb-4244-9c06-d865e36c920b" providerId="ADAL" clId="{3E066727-BBB6-4D37-A6B5-32C7A00FA4F3}" dt="2026-10-23T10:58:57.192" v="182021" actId="13822"/>
          <ac:cxnSpMkLst>
            <pc:docMk/>
            <pc:sldMk cId="2985496673" sldId="2147483628"/>
            <ac:cxnSpMk id="495" creationId="{9777660F-EAAC-E1DD-90A8-8CFE4A824196}"/>
          </ac:cxnSpMkLst>
        </pc:cxnChg>
        <pc:cxnChg chg="add mod ord">
          <ac:chgData name="Jethro Hotbatahi Hasoloan" userId="6704a177-17bb-4244-9c06-d865e36c920b" providerId="ADAL" clId="{3E066727-BBB6-4D37-A6B5-32C7A00FA4F3}" dt="2026-10-23T10:58:57.176" v="182009" actId="13822"/>
          <ac:cxnSpMkLst>
            <pc:docMk/>
            <pc:sldMk cId="2985496673" sldId="2147483628"/>
            <ac:cxnSpMk id="496" creationId="{1AD9E3FB-2BB2-42CE-A7AE-9A4FA5C8E673}"/>
          </ac:cxnSpMkLst>
        </pc:cxnChg>
        <pc:cxnChg chg="add del mod ord">
          <ac:chgData name="Jethro Hotbatahi Hasoloan" userId="6704a177-17bb-4244-9c06-d865e36c920b" providerId="ADAL" clId="{3E066727-BBB6-4D37-A6B5-32C7A00FA4F3}" dt="2026-10-23T11:02:49.870" v="189101"/>
          <ac:cxnSpMkLst>
            <pc:docMk/>
            <pc:sldMk cId="2985496673" sldId="2147483628"/>
            <ac:cxnSpMk id="537" creationId="{EA0788D1-18C6-9A75-C89F-78E5A459231F}"/>
          </ac:cxnSpMkLst>
        </pc:cxnChg>
        <pc:cxnChg chg="add del mod ord">
          <ac:chgData name="Jethro Hotbatahi Hasoloan" userId="6704a177-17bb-4244-9c06-d865e36c920b" providerId="ADAL" clId="{3E066727-BBB6-4D37-A6B5-32C7A00FA4F3}" dt="2026-10-23T11:02:47.574" v="189095"/>
          <ac:cxnSpMkLst>
            <pc:docMk/>
            <pc:sldMk cId="2985496673" sldId="2147483628"/>
            <ac:cxnSpMk id="541" creationId="{46802F2B-D721-0295-52E9-870A4313C287}"/>
          </ac:cxnSpMkLst>
        </pc:cxnChg>
      </pc:sldChg>
      <pc:sldChg chg="new del">
        <pc:chgData name="Jethro Hotbatahi Hasoloan" userId="6704a177-17bb-4244-9c06-d865e36c920b" providerId="ADAL" clId="{3E066727-BBB6-4D37-A6B5-32C7A00FA4F3}" dt="2026-10-22T04:18:40.414" v="75933" actId="47"/>
        <pc:sldMkLst>
          <pc:docMk/>
          <pc:sldMk cId="3145043726" sldId="2147483628"/>
        </pc:sldMkLst>
      </pc:sldChg>
      <pc:sldChg chg="del">
        <pc:chgData name="Jethro Hotbatahi Hasoloan" userId="6704a177-17bb-4244-9c06-d865e36c920b" providerId="ADAL" clId="{3E066727-BBB6-4D37-A6B5-32C7A00FA4F3}" dt="2026-10-22T02:55:46.159" v="36515" actId="47"/>
        <pc:sldMkLst>
          <pc:docMk/>
          <pc:sldMk cId="3219788619" sldId="2147483628"/>
        </pc:sldMkLst>
      </pc:sldChg>
      <pc:sldChg chg="addSp delSp modSp new mod">
        <pc:chgData name="Jethro Hotbatahi Hasoloan" userId="6704a177-17bb-4244-9c06-d865e36c920b" providerId="ADAL" clId="{3E066727-BBB6-4D37-A6B5-32C7A00FA4F3}" dt="2026-10-23T09:16:38.426" v="134340" actId="20577"/>
        <pc:sldMkLst>
          <pc:docMk/>
          <pc:sldMk cId="2701929510" sldId="2147483629"/>
        </pc:sldMkLst>
        <pc:spChg chg="del">
          <ac:chgData name="Jethro Hotbatahi Hasoloan" userId="6704a177-17bb-4244-9c06-d865e36c920b" providerId="ADAL" clId="{3E066727-BBB6-4D37-A6B5-32C7A00FA4F3}" dt="2026-10-22T04:19:48.396" v="78333" actId="478"/>
          <ac:spMkLst>
            <pc:docMk/>
            <pc:sldMk cId="2701929510" sldId="2147483629"/>
            <ac:spMk id="3" creationId="{5D4380C5-C2B4-2655-4AE1-84420B6FF233}"/>
          </ac:spMkLst>
        </pc:spChg>
        <pc:spChg chg="add mod">
          <ac:chgData name="Jethro Hotbatahi Hasoloan" userId="6704a177-17bb-4244-9c06-d865e36c920b" providerId="ADAL" clId="{3E066727-BBB6-4D37-A6B5-32C7A00FA4F3}" dt="2026-10-22T04:19:45.509" v="78331"/>
          <ac:spMkLst>
            <pc:docMk/>
            <pc:sldMk cId="2701929510" sldId="2147483629"/>
            <ac:spMk id="4" creationId="{C712DA18-CE7D-71B3-7FC6-4BA9FFABE4D4}"/>
          </ac:spMkLst>
        </pc:spChg>
        <pc:spChg chg="add mod">
          <ac:chgData name="Jethro Hotbatahi Hasoloan" userId="6704a177-17bb-4244-9c06-d865e36c920b" providerId="ADAL" clId="{3E066727-BBB6-4D37-A6B5-32C7A00FA4F3}" dt="2026-10-22T04:19:45.509" v="78331"/>
          <ac:spMkLst>
            <pc:docMk/>
            <pc:sldMk cId="2701929510" sldId="2147483629"/>
            <ac:spMk id="5" creationId="{A5EC0D8F-222C-4BCE-C0E2-044CCD08B853}"/>
          </ac:spMkLst>
        </pc:spChg>
        <pc:spChg chg="add mod">
          <ac:chgData name="Jethro Hotbatahi Hasoloan" userId="6704a177-17bb-4244-9c06-d865e36c920b" providerId="ADAL" clId="{3E066727-BBB6-4D37-A6B5-32C7A00FA4F3}" dt="2026-10-22T04:19:45.509" v="78331"/>
          <ac:spMkLst>
            <pc:docMk/>
            <pc:sldMk cId="2701929510" sldId="2147483629"/>
            <ac:spMk id="6" creationId="{9D268661-8D13-1357-3053-3ED0AEFDCC08}"/>
          </ac:spMkLst>
        </pc:spChg>
        <pc:spChg chg="add mod">
          <ac:chgData name="Jethro Hotbatahi Hasoloan" userId="6704a177-17bb-4244-9c06-d865e36c920b" providerId="ADAL" clId="{3E066727-BBB6-4D37-A6B5-32C7A00FA4F3}" dt="2026-10-22T04:19:45.509" v="78331"/>
          <ac:spMkLst>
            <pc:docMk/>
            <pc:sldMk cId="2701929510" sldId="2147483629"/>
            <ac:spMk id="14" creationId="{5ADFF10A-1099-80AD-D1F7-DB807252DB30}"/>
          </ac:spMkLst>
        </pc:spChg>
        <pc:spChg chg="add mod">
          <ac:chgData name="Jethro Hotbatahi Hasoloan" userId="6704a177-17bb-4244-9c06-d865e36c920b" providerId="ADAL" clId="{3E066727-BBB6-4D37-A6B5-32C7A00FA4F3}" dt="2026-10-22T04:19:45.509" v="78331"/>
          <ac:spMkLst>
            <pc:docMk/>
            <pc:sldMk cId="2701929510" sldId="2147483629"/>
            <ac:spMk id="15" creationId="{D17F0626-39E5-59B7-21E0-21A634AEA35E}"/>
          </ac:spMkLst>
        </pc:spChg>
        <pc:spChg chg="add mod">
          <ac:chgData name="Jethro Hotbatahi Hasoloan" userId="6704a177-17bb-4244-9c06-d865e36c920b" providerId="ADAL" clId="{3E066727-BBB6-4D37-A6B5-32C7A00FA4F3}" dt="2026-10-22T04:19:45.509" v="78331"/>
          <ac:spMkLst>
            <pc:docMk/>
            <pc:sldMk cId="2701929510" sldId="2147483629"/>
            <ac:spMk id="17" creationId="{F1DEDB19-2CBC-C510-B31D-61B266EDF160}"/>
          </ac:spMkLst>
        </pc:spChg>
        <pc:spChg chg="add mod">
          <ac:chgData name="Jethro Hotbatahi Hasoloan" userId="6704a177-17bb-4244-9c06-d865e36c920b" providerId="ADAL" clId="{3E066727-BBB6-4D37-A6B5-32C7A00FA4F3}" dt="2026-10-22T04:19:45.509" v="78331"/>
          <ac:spMkLst>
            <pc:docMk/>
            <pc:sldMk cId="2701929510" sldId="2147483629"/>
            <ac:spMk id="19" creationId="{D0C70AC3-BE60-FC51-1326-EBA7726C4466}"/>
          </ac:spMkLst>
        </pc:spChg>
        <pc:spChg chg="add mod">
          <ac:chgData name="Jethro Hotbatahi Hasoloan" userId="6704a177-17bb-4244-9c06-d865e36c920b" providerId="ADAL" clId="{3E066727-BBB6-4D37-A6B5-32C7A00FA4F3}" dt="2026-10-22T04:19:45.509" v="78331"/>
          <ac:spMkLst>
            <pc:docMk/>
            <pc:sldMk cId="2701929510" sldId="2147483629"/>
            <ac:spMk id="21" creationId="{9B37554F-AC6C-9770-CE0A-85DE41C1472A}"/>
          </ac:spMkLst>
        </pc:spChg>
        <pc:spChg chg="add mod">
          <ac:chgData name="Jethro Hotbatahi Hasoloan" userId="6704a177-17bb-4244-9c06-d865e36c920b" providerId="ADAL" clId="{3E066727-BBB6-4D37-A6B5-32C7A00FA4F3}" dt="2026-10-22T04:19:45.509" v="78331"/>
          <ac:spMkLst>
            <pc:docMk/>
            <pc:sldMk cId="2701929510" sldId="2147483629"/>
            <ac:spMk id="24" creationId="{A43C8031-2D77-8887-96BF-DFD04D2B766B}"/>
          </ac:spMkLst>
        </pc:spChg>
        <pc:spChg chg="mod">
          <ac:chgData name="Jethro Hotbatahi Hasoloan" userId="6704a177-17bb-4244-9c06-d865e36c920b" providerId="ADAL" clId="{3E066727-BBB6-4D37-A6B5-32C7A00FA4F3}" dt="2026-10-22T04:19:45.509" v="78331"/>
          <ac:spMkLst>
            <pc:docMk/>
            <pc:sldMk cId="2701929510" sldId="2147483629"/>
            <ac:spMk id="45" creationId="{BB9FA06C-DA7A-8ED4-32E4-714E45355A1F}"/>
          </ac:spMkLst>
        </pc:spChg>
        <pc:spChg chg="mod">
          <ac:chgData name="Jethro Hotbatahi Hasoloan" userId="6704a177-17bb-4244-9c06-d865e36c920b" providerId="ADAL" clId="{3E066727-BBB6-4D37-A6B5-32C7A00FA4F3}" dt="2026-10-22T04:19:46.952" v="78332"/>
          <ac:spMkLst>
            <pc:docMk/>
            <pc:sldMk cId="2701929510" sldId="2147483629"/>
            <ac:spMk id="53" creationId="{5B4BAE32-F447-95D6-D7F4-0D16D993AA4D}"/>
          </ac:spMkLst>
        </pc:spChg>
        <pc:spChg chg="add mod">
          <ac:chgData name="Jethro Hotbatahi Hasoloan" userId="6704a177-17bb-4244-9c06-d865e36c920b" providerId="ADAL" clId="{3E066727-BBB6-4D37-A6B5-32C7A00FA4F3}" dt="2026-10-22T04:19:49.474" v="78348"/>
          <ac:spMkLst>
            <pc:docMk/>
            <pc:sldMk cId="2701929510" sldId="2147483629"/>
            <ac:spMk id="55" creationId="{E393D46E-FDF5-0CF5-281C-F82C4ACBDA38}"/>
          </ac:spMkLst>
        </pc:spChg>
        <pc:spChg chg="add mod">
          <ac:chgData name="Jethro Hotbatahi Hasoloan" userId="6704a177-17bb-4244-9c06-d865e36c920b" providerId="ADAL" clId="{3E066727-BBB6-4D37-A6B5-32C7A00FA4F3}" dt="2026-10-22T04:19:49.474" v="78348"/>
          <ac:spMkLst>
            <pc:docMk/>
            <pc:sldMk cId="2701929510" sldId="2147483629"/>
            <ac:spMk id="58" creationId="{D5AA873A-DDC3-C7CF-1FF4-208BA41A61A2}"/>
          </ac:spMkLst>
        </pc:spChg>
        <pc:spChg chg="mod">
          <ac:chgData name="Jethro Hotbatahi Hasoloan" userId="6704a177-17bb-4244-9c06-d865e36c920b" providerId="ADAL" clId="{3E066727-BBB6-4D37-A6B5-32C7A00FA4F3}" dt="2026-10-22T04:25:18.962" v="78358" actId="6549"/>
          <ac:spMkLst>
            <pc:docMk/>
            <pc:sldMk cId="2701929510" sldId="2147483629"/>
            <ac:spMk id="59" creationId="{56285A03-AA34-57F8-F614-60295E8BA6BD}"/>
          </ac:spMkLst>
        </pc:spChg>
        <pc:spChg chg="add mod">
          <ac:chgData name="Jethro Hotbatahi Hasoloan" userId="6704a177-17bb-4244-9c06-d865e36c920b" providerId="ADAL" clId="{3E066727-BBB6-4D37-A6B5-32C7A00FA4F3}" dt="2026-10-22T04:19:49.474" v="78348"/>
          <ac:spMkLst>
            <pc:docMk/>
            <pc:sldMk cId="2701929510" sldId="2147483629"/>
            <ac:spMk id="60" creationId="{00FE841E-84C6-A798-761C-5D4819E7ADED}"/>
          </ac:spMkLst>
        </pc:spChg>
        <pc:spChg chg="add mod">
          <ac:chgData name="Jethro Hotbatahi Hasoloan" userId="6704a177-17bb-4244-9c06-d865e36c920b" providerId="ADAL" clId="{3E066727-BBB6-4D37-A6B5-32C7A00FA4F3}" dt="2026-10-22T04:19:49.474" v="78348"/>
          <ac:spMkLst>
            <pc:docMk/>
            <pc:sldMk cId="2701929510" sldId="2147483629"/>
            <ac:spMk id="63" creationId="{8EDCA15A-9189-60AE-C9B8-B34123C70A04}"/>
          </ac:spMkLst>
        </pc:spChg>
        <pc:spChg chg="add mod">
          <ac:chgData name="Jethro Hotbatahi Hasoloan" userId="6704a177-17bb-4244-9c06-d865e36c920b" providerId="ADAL" clId="{3E066727-BBB6-4D37-A6B5-32C7A00FA4F3}" dt="2026-10-22T04:25:23.754" v="78361" actId="14100"/>
          <ac:spMkLst>
            <pc:docMk/>
            <pc:sldMk cId="2701929510" sldId="2147483629"/>
            <ac:spMk id="70" creationId="{46DB40FD-9304-8590-CB64-3AF88CC6EE6C}"/>
          </ac:spMkLst>
        </pc:spChg>
        <pc:spChg chg="mod">
          <ac:chgData name="Jethro Hotbatahi Hasoloan" userId="6704a177-17bb-4244-9c06-d865e36c920b" providerId="ADAL" clId="{3E066727-BBB6-4D37-A6B5-32C7A00FA4F3}" dt="2026-10-23T09:16:38.426" v="134340" actId="20577"/>
          <ac:spMkLst>
            <pc:docMk/>
            <pc:sldMk cId="2701929510" sldId="2147483629"/>
            <ac:spMk id="71" creationId="{44798AF5-7B55-8633-FFBA-C32D267F1D8D}"/>
          </ac:spMkLst>
        </pc:spChg>
        <pc:spChg chg="mod">
          <ac:chgData name="Jethro Hotbatahi Hasoloan" userId="6704a177-17bb-4244-9c06-d865e36c920b" providerId="ADAL" clId="{3E066727-BBB6-4D37-A6B5-32C7A00FA4F3}" dt="2026-10-22T04:25:40.391" v="78363" actId="6549"/>
          <ac:spMkLst>
            <pc:docMk/>
            <pc:sldMk cId="2701929510" sldId="2147483629"/>
            <ac:spMk id="72" creationId="{8CD3E83B-1335-EF4B-D95E-4E8D4345F03B}"/>
          </ac:spMkLst>
        </pc:spChg>
        <pc:spChg chg="mod">
          <ac:chgData name="Jethro Hotbatahi Hasoloan" userId="6704a177-17bb-4244-9c06-d865e36c920b" providerId="ADAL" clId="{3E066727-BBB6-4D37-A6B5-32C7A00FA4F3}" dt="2026-10-22T04:26:21.883" v="78364" actId="6549"/>
          <ac:spMkLst>
            <pc:docMk/>
            <pc:sldMk cId="2701929510" sldId="2147483629"/>
            <ac:spMk id="73" creationId="{747076CD-7A99-2614-B836-95412EF9C3F7}"/>
          </ac:spMkLst>
        </pc:spChg>
        <pc:spChg chg="add mod">
          <ac:chgData name="Jethro Hotbatahi Hasoloan" userId="6704a177-17bb-4244-9c06-d865e36c920b" providerId="ADAL" clId="{3E066727-BBB6-4D37-A6B5-32C7A00FA4F3}" dt="2026-10-22T04:27:06.523" v="78477" actId="20577"/>
          <ac:spMkLst>
            <pc:docMk/>
            <pc:sldMk cId="2701929510" sldId="2147483629"/>
            <ac:spMk id="74" creationId="{39E64425-EA4D-82DA-1DF4-2608C290371D}"/>
          </ac:spMkLst>
        </pc:spChg>
        <pc:spChg chg="mod">
          <ac:chgData name="Jethro Hotbatahi Hasoloan" userId="6704a177-17bb-4244-9c06-d865e36c920b" providerId="ADAL" clId="{3E066727-BBB6-4D37-A6B5-32C7A00FA4F3}" dt="2026-10-22T04:27:15.619" v="78479" actId="20577"/>
          <ac:spMkLst>
            <pc:docMk/>
            <pc:sldMk cId="2701929510" sldId="2147483629"/>
            <ac:spMk id="75" creationId="{24F48E86-BCD2-26DB-1312-35B8B2B51F43}"/>
          </ac:spMkLst>
        </pc:spChg>
        <pc:spChg chg="mod">
          <ac:chgData name="Jethro Hotbatahi Hasoloan" userId="6704a177-17bb-4244-9c06-d865e36c920b" providerId="ADAL" clId="{3E066727-BBB6-4D37-A6B5-32C7A00FA4F3}" dt="2026-10-22T04:27:19.259" v="78481" actId="20577"/>
          <ac:spMkLst>
            <pc:docMk/>
            <pc:sldMk cId="2701929510" sldId="2147483629"/>
            <ac:spMk id="76" creationId="{50DA2ACA-A2F5-2D22-FD0E-7848F8601BEB}"/>
          </ac:spMkLst>
        </pc:spChg>
        <pc:spChg chg="add mod">
          <ac:chgData name="Jethro Hotbatahi Hasoloan" userId="6704a177-17bb-4244-9c06-d865e36c920b" providerId="ADAL" clId="{3E066727-BBB6-4D37-A6B5-32C7A00FA4F3}" dt="2026-10-22T04:19:49.474" v="78348"/>
          <ac:spMkLst>
            <pc:docMk/>
            <pc:sldMk cId="2701929510" sldId="2147483629"/>
            <ac:spMk id="83" creationId="{E46206B8-1577-EF37-313C-88B3778E6800}"/>
          </ac:spMkLst>
        </pc:spChg>
        <pc:spChg chg="add mod">
          <ac:chgData name="Jethro Hotbatahi Hasoloan" userId="6704a177-17bb-4244-9c06-d865e36c920b" providerId="ADAL" clId="{3E066727-BBB6-4D37-A6B5-32C7A00FA4F3}" dt="2026-10-22T04:19:49.474" v="78348"/>
          <ac:spMkLst>
            <pc:docMk/>
            <pc:sldMk cId="2701929510" sldId="2147483629"/>
            <ac:spMk id="85" creationId="{B0CF2B66-E77C-3AE0-2855-1C290FEC64CD}"/>
          </ac:spMkLst>
        </pc:spChg>
        <pc:spChg chg="mod">
          <ac:chgData name="Jethro Hotbatahi Hasoloan" userId="6704a177-17bb-4244-9c06-d865e36c920b" providerId="ADAL" clId="{3E066727-BBB6-4D37-A6B5-32C7A00FA4F3}" dt="2026-10-22T04:19:49.474" v="78348"/>
          <ac:spMkLst>
            <pc:docMk/>
            <pc:sldMk cId="2701929510" sldId="2147483629"/>
            <ac:spMk id="96" creationId="{90657083-6997-3792-EC7E-9A536C003E05}"/>
          </ac:spMkLst>
        </pc:spChg>
        <pc:spChg chg="add del mod">
          <ac:chgData name="Jethro Hotbatahi Hasoloan" userId="6704a177-17bb-4244-9c06-d865e36c920b" providerId="ADAL" clId="{3E066727-BBB6-4D37-A6B5-32C7A00FA4F3}" dt="2026-10-22T04:20:14.306" v="78352" actId="478"/>
          <ac:spMkLst>
            <pc:docMk/>
            <pc:sldMk cId="2701929510" sldId="2147483629"/>
            <ac:spMk id="100" creationId="{D67A1374-A862-AFA3-4931-EF8E2480378E}"/>
          </ac:spMkLst>
        </pc:spChg>
        <pc:spChg chg="del mod">
          <ac:chgData name="Jethro Hotbatahi Hasoloan" userId="6704a177-17bb-4244-9c06-d865e36c920b" providerId="ADAL" clId="{3E066727-BBB6-4D37-A6B5-32C7A00FA4F3}" dt="2026-10-22T04:20:16.470" v="78354" actId="478"/>
          <ac:spMkLst>
            <pc:docMk/>
            <pc:sldMk cId="2701929510" sldId="2147483629"/>
            <ac:spMk id="102" creationId="{3499D44B-162C-E651-230E-80F33001E3FD}"/>
          </ac:spMkLst>
        </pc:spChg>
        <pc:graphicFrameChg chg="add mod ord modVis">
          <ac:chgData name="Jethro Hotbatahi Hasoloan" userId="6704a177-17bb-4244-9c06-d865e36c920b" providerId="ADAL" clId="{3E066727-BBB6-4D37-A6B5-32C7A00FA4F3}" dt="2026-10-22T04:19:48.919" v="78347"/>
          <ac:graphicFrameMkLst>
            <pc:docMk/>
            <pc:sldMk cId="2701929510" sldId="2147483629"/>
            <ac:graphicFrameMk id="54" creationId="{D2887C8E-DAE5-F98C-399B-C6418B54250C}"/>
          </ac:graphicFrameMkLst>
        </pc:graphicFrameChg>
        <pc:cxnChg chg="del">
          <ac:chgData name="Jethro Hotbatahi Hasoloan" userId="6704a177-17bb-4244-9c06-d865e36c920b" providerId="ADAL" clId="{3E066727-BBB6-4D37-A6B5-32C7A00FA4F3}" dt="2026-10-22T04:25:21.437" v="78360" actId="478"/>
          <ac:cxnSpMkLst>
            <pc:docMk/>
            <pc:sldMk cId="2701929510" sldId="2147483629"/>
            <ac:cxnSpMk id="101" creationId="{F2CEE355-5F15-149A-4471-10A53419FFF1}"/>
          </ac:cxnSpMkLst>
        </pc:cxnChg>
        <pc:cxnChg chg="del">
          <ac:chgData name="Jethro Hotbatahi Hasoloan" userId="6704a177-17bb-4244-9c06-d865e36c920b" providerId="ADAL" clId="{3E066727-BBB6-4D37-A6B5-32C7A00FA4F3}" dt="2026-10-22T04:25:20.386" v="78359" actId="478"/>
          <ac:cxnSpMkLst>
            <pc:docMk/>
            <pc:sldMk cId="2701929510" sldId="2147483629"/>
            <ac:cxnSpMk id="103" creationId="{0FE4CC79-9CEC-6DC1-F472-DF98F811145F}"/>
          </ac:cxnSpMkLst>
        </pc:cxnChg>
      </pc:sldChg>
      <pc:sldChg chg="del">
        <pc:chgData name="Jethro Hotbatahi Hasoloan" userId="6704a177-17bb-4244-9c06-d865e36c920b" providerId="ADAL" clId="{3E066727-BBB6-4D37-A6B5-32C7A00FA4F3}" dt="2026-10-22T02:55:46.159" v="36515" actId="47"/>
        <pc:sldMkLst>
          <pc:docMk/>
          <pc:sldMk cId="4180251191" sldId="2147483629"/>
        </pc:sldMkLst>
      </pc:sldChg>
      <pc:sldChg chg="del">
        <pc:chgData name="Jethro Hotbatahi Hasoloan" userId="6704a177-17bb-4244-9c06-d865e36c920b" providerId="ADAL" clId="{3E066727-BBB6-4D37-A6B5-32C7A00FA4F3}" dt="2026-10-22T02:55:46.159" v="36515" actId="47"/>
        <pc:sldMkLst>
          <pc:docMk/>
          <pc:sldMk cId="586538743" sldId="2147483630"/>
        </pc:sldMkLst>
      </pc:sldChg>
      <pc:sldChg chg="addSp delSp modSp new mod">
        <pc:chgData name="Jethro Hotbatahi Hasoloan" userId="6704a177-17bb-4244-9c06-d865e36c920b" providerId="ADAL" clId="{3E066727-BBB6-4D37-A6B5-32C7A00FA4F3}" dt="2026-10-23T08:00:50.987" v="133013" actId="20577"/>
        <pc:sldMkLst>
          <pc:docMk/>
          <pc:sldMk cId="4054297792" sldId="2147483630"/>
        </pc:sldMkLst>
        <pc:spChg chg="del">
          <ac:chgData name="Jethro Hotbatahi Hasoloan" userId="6704a177-17bb-4244-9c06-d865e36c920b" providerId="ADAL" clId="{3E066727-BBB6-4D37-A6B5-32C7A00FA4F3}" dt="2026-10-22T05:22:17.649" v="127109" actId="478"/>
          <ac:spMkLst>
            <pc:docMk/>
            <pc:sldMk cId="4054297792" sldId="2147483630"/>
            <ac:spMk id="3" creationId="{B3AF243F-7A44-E528-6E91-17E30CB4C047}"/>
          </ac:spMkLst>
        </pc:spChg>
        <pc:spChg chg="add mod">
          <ac:chgData name="Jethro Hotbatahi Hasoloan" userId="6704a177-17bb-4244-9c06-d865e36c920b" providerId="ADAL" clId="{3E066727-BBB6-4D37-A6B5-32C7A00FA4F3}" dt="2026-10-22T05:22:15.566" v="127108"/>
          <ac:spMkLst>
            <pc:docMk/>
            <pc:sldMk cId="4054297792" sldId="2147483630"/>
            <ac:spMk id="4" creationId="{C6D0B929-6E94-44A2-999F-192870067A02}"/>
          </ac:spMkLst>
        </pc:spChg>
        <pc:spChg chg="add mod">
          <ac:chgData name="Jethro Hotbatahi Hasoloan" userId="6704a177-17bb-4244-9c06-d865e36c920b" providerId="ADAL" clId="{3E066727-BBB6-4D37-A6B5-32C7A00FA4F3}" dt="2026-10-22T05:22:14.184" v="127107"/>
          <ac:spMkLst>
            <pc:docMk/>
            <pc:sldMk cId="4054297792" sldId="2147483630"/>
            <ac:spMk id="5" creationId="{FF71049D-79AE-A29F-B67A-BCED1F922B4E}"/>
          </ac:spMkLst>
        </pc:spChg>
        <pc:spChg chg="add mod">
          <ac:chgData name="Jethro Hotbatahi Hasoloan" userId="6704a177-17bb-4244-9c06-d865e36c920b" providerId="ADAL" clId="{3E066727-BBB6-4D37-A6B5-32C7A00FA4F3}" dt="2026-10-22T05:22:14.184" v="127107"/>
          <ac:spMkLst>
            <pc:docMk/>
            <pc:sldMk cId="4054297792" sldId="2147483630"/>
            <ac:spMk id="7" creationId="{9F966F38-CCA1-9A94-0D30-87ED148E12EE}"/>
          </ac:spMkLst>
        </pc:spChg>
        <pc:spChg chg="add mod">
          <ac:chgData name="Jethro Hotbatahi Hasoloan" userId="6704a177-17bb-4244-9c06-d865e36c920b" providerId="ADAL" clId="{3E066727-BBB6-4D37-A6B5-32C7A00FA4F3}" dt="2026-10-22T05:22:14.184" v="127107"/>
          <ac:spMkLst>
            <pc:docMk/>
            <pc:sldMk cId="4054297792" sldId="2147483630"/>
            <ac:spMk id="8" creationId="{DAA37363-94E4-99A8-A209-457467E3CB30}"/>
          </ac:spMkLst>
        </pc:spChg>
        <pc:spChg chg="add mod">
          <ac:chgData name="Jethro Hotbatahi Hasoloan" userId="6704a177-17bb-4244-9c06-d865e36c920b" providerId="ADAL" clId="{3E066727-BBB6-4D37-A6B5-32C7A00FA4F3}" dt="2026-10-22T05:22:14.184" v="127107"/>
          <ac:spMkLst>
            <pc:docMk/>
            <pc:sldMk cId="4054297792" sldId="2147483630"/>
            <ac:spMk id="9" creationId="{AF990377-9F62-15F1-20C0-5EE9E3333E11}"/>
          </ac:spMkLst>
        </pc:spChg>
        <pc:spChg chg="add mod">
          <ac:chgData name="Jethro Hotbatahi Hasoloan" userId="6704a177-17bb-4244-9c06-d865e36c920b" providerId="ADAL" clId="{3E066727-BBB6-4D37-A6B5-32C7A00FA4F3}" dt="2026-10-22T05:22:14.184" v="127107"/>
          <ac:spMkLst>
            <pc:docMk/>
            <pc:sldMk cId="4054297792" sldId="2147483630"/>
            <ac:spMk id="12" creationId="{1397E1A5-D9EF-97E2-12D0-83949C4CD21B}"/>
          </ac:spMkLst>
        </pc:spChg>
        <pc:spChg chg="add mod">
          <ac:chgData name="Jethro Hotbatahi Hasoloan" userId="6704a177-17bb-4244-9c06-d865e36c920b" providerId="ADAL" clId="{3E066727-BBB6-4D37-A6B5-32C7A00FA4F3}" dt="2026-10-22T05:22:14.184" v="127107"/>
          <ac:spMkLst>
            <pc:docMk/>
            <pc:sldMk cId="4054297792" sldId="2147483630"/>
            <ac:spMk id="13" creationId="{97D38E17-9AAD-04E7-183F-D66415648070}"/>
          </ac:spMkLst>
        </pc:spChg>
        <pc:spChg chg="add mod">
          <ac:chgData name="Jethro Hotbatahi Hasoloan" userId="6704a177-17bb-4244-9c06-d865e36c920b" providerId="ADAL" clId="{3E066727-BBB6-4D37-A6B5-32C7A00FA4F3}" dt="2026-10-22T05:22:14.184" v="127107"/>
          <ac:spMkLst>
            <pc:docMk/>
            <pc:sldMk cId="4054297792" sldId="2147483630"/>
            <ac:spMk id="14" creationId="{771B5FF1-1869-0822-B009-A3B59D6C3A3B}"/>
          </ac:spMkLst>
        </pc:spChg>
        <pc:spChg chg="add mod">
          <ac:chgData name="Jethro Hotbatahi Hasoloan" userId="6704a177-17bb-4244-9c06-d865e36c920b" providerId="ADAL" clId="{3E066727-BBB6-4D37-A6B5-32C7A00FA4F3}" dt="2026-10-22T05:22:14.184" v="127107"/>
          <ac:spMkLst>
            <pc:docMk/>
            <pc:sldMk cId="4054297792" sldId="2147483630"/>
            <ac:spMk id="15" creationId="{676192D8-20C8-FE0F-E6A8-95BC7AE654B2}"/>
          </ac:spMkLst>
        </pc:spChg>
        <pc:spChg chg="add mod">
          <ac:chgData name="Jethro Hotbatahi Hasoloan" userId="6704a177-17bb-4244-9c06-d865e36c920b" providerId="ADAL" clId="{3E066727-BBB6-4D37-A6B5-32C7A00FA4F3}" dt="2026-10-22T05:22:14.184" v="127107"/>
          <ac:spMkLst>
            <pc:docMk/>
            <pc:sldMk cId="4054297792" sldId="2147483630"/>
            <ac:spMk id="20" creationId="{5687E75E-B734-1DC8-A8A4-265B5B46F436}"/>
          </ac:spMkLst>
        </pc:spChg>
        <pc:spChg chg="add mod">
          <ac:chgData name="Jethro Hotbatahi Hasoloan" userId="6704a177-17bb-4244-9c06-d865e36c920b" providerId="ADAL" clId="{3E066727-BBB6-4D37-A6B5-32C7A00FA4F3}" dt="2026-10-22T05:22:23.133" v="127125"/>
          <ac:spMkLst>
            <pc:docMk/>
            <pc:sldMk cId="4054297792" sldId="2147483630"/>
            <ac:spMk id="22" creationId="{3AA6C2C8-A33C-2EC5-9B0A-39B4E0B0B494}"/>
          </ac:spMkLst>
        </pc:spChg>
        <pc:spChg chg="add mod">
          <ac:chgData name="Jethro Hotbatahi Hasoloan" userId="6704a177-17bb-4244-9c06-d865e36c920b" providerId="ADAL" clId="{3E066727-BBB6-4D37-A6B5-32C7A00FA4F3}" dt="2026-10-22T05:22:23.133" v="127125"/>
          <ac:spMkLst>
            <pc:docMk/>
            <pc:sldMk cId="4054297792" sldId="2147483630"/>
            <ac:spMk id="24" creationId="{FB7D1EC1-FCDC-C33D-A24B-44FF162D8528}"/>
          </ac:spMkLst>
        </pc:spChg>
        <pc:spChg chg="add mod">
          <ac:chgData name="Jethro Hotbatahi Hasoloan" userId="6704a177-17bb-4244-9c06-d865e36c920b" providerId="ADAL" clId="{3E066727-BBB6-4D37-A6B5-32C7A00FA4F3}" dt="2026-10-22T05:22:23.133" v="127125"/>
          <ac:spMkLst>
            <pc:docMk/>
            <pc:sldMk cId="4054297792" sldId="2147483630"/>
            <ac:spMk id="26" creationId="{45B756E6-DF25-FCB1-ACE3-BD6592C2A073}"/>
          </ac:spMkLst>
        </pc:spChg>
        <pc:spChg chg="add mod">
          <ac:chgData name="Jethro Hotbatahi Hasoloan" userId="6704a177-17bb-4244-9c06-d865e36c920b" providerId="ADAL" clId="{3E066727-BBB6-4D37-A6B5-32C7A00FA4F3}" dt="2026-10-22T05:22:23.133" v="127125"/>
          <ac:spMkLst>
            <pc:docMk/>
            <pc:sldMk cId="4054297792" sldId="2147483630"/>
            <ac:spMk id="27" creationId="{A7173B2E-05AE-D495-F946-712F84F77798}"/>
          </ac:spMkLst>
        </pc:spChg>
        <pc:spChg chg="add mod">
          <ac:chgData name="Jethro Hotbatahi Hasoloan" userId="6704a177-17bb-4244-9c06-d865e36c920b" providerId="ADAL" clId="{3E066727-BBB6-4D37-A6B5-32C7A00FA4F3}" dt="2026-10-22T05:22:23.133" v="127125"/>
          <ac:spMkLst>
            <pc:docMk/>
            <pc:sldMk cId="4054297792" sldId="2147483630"/>
            <ac:spMk id="31" creationId="{8E5A3877-A28C-C5F8-236F-1F021C394F89}"/>
          </ac:spMkLst>
        </pc:spChg>
        <pc:spChg chg="add mod">
          <ac:chgData name="Jethro Hotbatahi Hasoloan" userId="6704a177-17bb-4244-9c06-d865e36c920b" providerId="ADAL" clId="{3E066727-BBB6-4D37-A6B5-32C7A00FA4F3}" dt="2026-10-22T05:22:23.133" v="127125"/>
          <ac:spMkLst>
            <pc:docMk/>
            <pc:sldMk cId="4054297792" sldId="2147483630"/>
            <ac:spMk id="32" creationId="{3067C9ED-27E3-CF41-FF28-52AEDACEB9D9}"/>
          </ac:spMkLst>
        </pc:spChg>
        <pc:spChg chg="add mod">
          <ac:chgData name="Jethro Hotbatahi Hasoloan" userId="6704a177-17bb-4244-9c06-d865e36c920b" providerId="ADAL" clId="{3E066727-BBB6-4D37-A6B5-32C7A00FA4F3}" dt="2026-10-22T05:22:23.133" v="127125"/>
          <ac:spMkLst>
            <pc:docMk/>
            <pc:sldMk cId="4054297792" sldId="2147483630"/>
            <ac:spMk id="33" creationId="{BE9C119F-D316-A768-6467-976E3330023F}"/>
          </ac:spMkLst>
        </pc:spChg>
        <pc:spChg chg="add mod">
          <ac:chgData name="Jethro Hotbatahi Hasoloan" userId="6704a177-17bb-4244-9c06-d865e36c920b" providerId="ADAL" clId="{3E066727-BBB6-4D37-A6B5-32C7A00FA4F3}" dt="2026-10-22T05:22:23.133" v="127125"/>
          <ac:spMkLst>
            <pc:docMk/>
            <pc:sldMk cId="4054297792" sldId="2147483630"/>
            <ac:spMk id="34" creationId="{4EF882C1-8B8D-2E04-F0C2-6174E0E1DD9B}"/>
          </ac:spMkLst>
        </pc:spChg>
        <pc:spChg chg="add mod">
          <ac:chgData name="Jethro Hotbatahi Hasoloan" userId="6704a177-17bb-4244-9c06-d865e36c920b" providerId="ADAL" clId="{3E066727-BBB6-4D37-A6B5-32C7A00FA4F3}" dt="2026-10-22T05:22:23.133" v="127125"/>
          <ac:spMkLst>
            <pc:docMk/>
            <pc:sldMk cId="4054297792" sldId="2147483630"/>
            <ac:spMk id="36" creationId="{2211338E-5777-E99B-1A48-938D3A432CB4}"/>
          </ac:spMkLst>
        </pc:spChg>
        <pc:spChg chg="add mod">
          <ac:chgData name="Jethro Hotbatahi Hasoloan" userId="6704a177-17bb-4244-9c06-d865e36c920b" providerId="ADAL" clId="{3E066727-BBB6-4D37-A6B5-32C7A00FA4F3}" dt="2026-10-22T05:22:23.133" v="127125"/>
          <ac:spMkLst>
            <pc:docMk/>
            <pc:sldMk cId="4054297792" sldId="2147483630"/>
            <ac:spMk id="37" creationId="{0775DE17-2AFE-FA88-E465-2819EC144E8C}"/>
          </ac:spMkLst>
        </pc:spChg>
        <pc:spChg chg="mod">
          <ac:chgData name="Jethro Hotbatahi Hasoloan" userId="6704a177-17bb-4244-9c06-d865e36c920b" providerId="ADAL" clId="{3E066727-BBB6-4D37-A6B5-32C7A00FA4F3}" dt="2026-10-23T08:00:50.987" v="133013" actId="20577"/>
          <ac:spMkLst>
            <pc:docMk/>
            <pc:sldMk cId="4054297792" sldId="2147483630"/>
            <ac:spMk id="38" creationId="{9ED9A577-30BC-F9DB-C6D5-040F4676856D}"/>
          </ac:spMkLst>
        </pc:spChg>
        <pc:graphicFrameChg chg="add mod ord modVis">
          <ac:chgData name="Jethro Hotbatahi Hasoloan" userId="6704a177-17bb-4244-9c06-d865e36c920b" providerId="ADAL" clId="{3E066727-BBB6-4D37-A6B5-32C7A00FA4F3}" dt="2026-10-22T05:22:18.194" v="127123"/>
          <ac:graphicFrameMkLst>
            <pc:docMk/>
            <pc:sldMk cId="4054297792" sldId="2147483630"/>
            <ac:graphicFrameMk id="21" creationId="{F70CAE91-5036-4A96-DB39-33AF24AF6DA6}"/>
          </ac:graphicFrameMkLst>
        </pc:graphicFrameChg>
      </pc:sldChg>
      <pc:sldChg chg="del">
        <pc:chgData name="Jethro Hotbatahi Hasoloan" userId="6704a177-17bb-4244-9c06-d865e36c920b" providerId="ADAL" clId="{3E066727-BBB6-4D37-A6B5-32C7A00FA4F3}" dt="2026-10-22T02:55:46.159" v="36515" actId="47"/>
        <pc:sldMkLst>
          <pc:docMk/>
          <pc:sldMk cId="3120277192" sldId="2147483631"/>
        </pc:sldMkLst>
      </pc:sldChg>
      <pc:sldChg chg="addSp delSp modSp new mod">
        <pc:chgData name="Jethro Hotbatahi Hasoloan" userId="6704a177-17bb-4244-9c06-d865e36c920b" providerId="ADAL" clId="{3E066727-BBB6-4D37-A6B5-32C7A00FA4F3}" dt="2026-10-23T11:14:09.584" v="209840"/>
        <pc:sldMkLst>
          <pc:docMk/>
          <pc:sldMk cId="3493007384" sldId="2147483631"/>
        </pc:sldMkLst>
        <pc:spChg chg="mod ord">
          <ac:chgData name="Jethro Hotbatahi Hasoloan" userId="6704a177-17bb-4244-9c06-d865e36c920b" providerId="ADAL" clId="{3E066727-BBB6-4D37-A6B5-32C7A00FA4F3}" dt="2026-10-23T11:13:37.145" v="209570"/>
          <ac:spMkLst>
            <pc:docMk/>
            <pc:sldMk cId="3493007384" sldId="2147483631"/>
            <ac:spMk id="2" creationId="{99890DFA-F0E3-B62B-2115-ACEE22F3EA92}"/>
          </ac:spMkLst>
        </pc:spChg>
        <pc:spChg chg="del">
          <ac:chgData name="Jethro Hotbatahi Hasoloan" userId="6704a177-17bb-4244-9c06-d865e36c920b" providerId="ADAL" clId="{3E066727-BBB6-4D37-A6B5-32C7A00FA4F3}" dt="2026-10-22T05:22:26.343" v="127126" actId="478"/>
          <ac:spMkLst>
            <pc:docMk/>
            <pc:sldMk cId="3493007384" sldId="2147483631"/>
            <ac:spMk id="3" creationId="{0DB54A49-A71F-9310-9055-712D7FB98B3D}"/>
          </ac:spMkLst>
        </pc:spChg>
        <pc:spChg chg="add del mod modVis">
          <ac:chgData name="Jethro Hotbatahi Hasoloan" userId="6704a177-17bb-4244-9c06-d865e36c920b" providerId="ADAL" clId="{3E066727-BBB6-4D37-A6B5-32C7A00FA4F3}" dt="2026-10-23T01:15:39.804" v="129924"/>
          <ac:spMkLst>
            <pc:docMk/>
            <pc:sldMk cId="3493007384" sldId="2147483631"/>
            <ac:spMk id="3" creationId="{AB39A7EE-C38F-A3F6-0453-C81D3F145E14}"/>
          </ac:spMkLst>
        </pc:spChg>
        <pc:spChg chg="mod ord">
          <ac:chgData name="Jethro Hotbatahi Hasoloan" userId="6704a177-17bb-4244-9c06-d865e36c920b" providerId="ADAL" clId="{3E066727-BBB6-4D37-A6B5-32C7A00FA4F3}" dt="2026-10-23T11:13:37.145" v="209574"/>
          <ac:spMkLst>
            <pc:docMk/>
            <pc:sldMk cId="3493007384" sldId="2147483631"/>
            <ac:spMk id="6" creationId="{23C2CB22-37EF-1567-B56F-6D0F86C64A86}"/>
          </ac:spMkLst>
        </pc:spChg>
        <pc:spChg chg="mod">
          <ac:chgData name="Jethro Hotbatahi Hasoloan" userId="6704a177-17bb-4244-9c06-d865e36c920b" providerId="ADAL" clId="{3E066727-BBB6-4D37-A6B5-32C7A00FA4F3}" dt="2026-10-23T11:13:37.145" v="209575"/>
          <ac:spMkLst>
            <pc:docMk/>
            <pc:sldMk cId="3493007384" sldId="2147483631"/>
            <ac:spMk id="7" creationId="{45D8E9BE-5A27-11F4-38EB-163D2A3CBB9A}"/>
          </ac:spMkLst>
        </pc:spChg>
        <pc:spChg chg="mod">
          <ac:chgData name="Jethro Hotbatahi Hasoloan" userId="6704a177-17bb-4244-9c06-d865e36c920b" providerId="ADAL" clId="{3E066727-BBB6-4D37-A6B5-32C7A00FA4F3}" dt="2026-10-23T11:13:37.145" v="209576"/>
          <ac:spMkLst>
            <pc:docMk/>
            <pc:sldMk cId="3493007384" sldId="2147483631"/>
            <ac:spMk id="8" creationId="{F8489B94-5403-57FD-7A01-BD7645A37FB9}"/>
          </ac:spMkLst>
        </pc:spChg>
        <pc:spChg chg="mod ord">
          <ac:chgData name="Jethro Hotbatahi Hasoloan" userId="6704a177-17bb-4244-9c06-d865e36c920b" providerId="ADAL" clId="{3E066727-BBB6-4D37-A6B5-32C7A00FA4F3}" dt="2026-10-23T11:13:37.145" v="209578"/>
          <ac:spMkLst>
            <pc:docMk/>
            <pc:sldMk cId="3493007384" sldId="2147483631"/>
            <ac:spMk id="9" creationId="{A335674D-5688-30A8-7829-980820240D07}"/>
          </ac:spMkLst>
        </pc:spChg>
        <pc:spChg chg="mod">
          <ac:chgData name="Jethro Hotbatahi Hasoloan" userId="6704a177-17bb-4244-9c06-d865e36c920b" providerId="ADAL" clId="{3E066727-BBB6-4D37-A6B5-32C7A00FA4F3}" dt="2026-10-23T11:13:37.145" v="209579"/>
          <ac:spMkLst>
            <pc:docMk/>
            <pc:sldMk cId="3493007384" sldId="2147483631"/>
            <ac:spMk id="10" creationId="{9CD2A3A6-7A6B-4C9A-663C-9399ADED43B4}"/>
          </ac:spMkLst>
        </pc:spChg>
        <pc:spChg chg="del mod">
          <ac:chgData name="Jethro Hotbatahi Hasoloan" userId="6704a177-17bb-4244-9c06-d865e36c920b" providerId="ADAL" clId="{3E066727-BBB6-4D37-A6B5-32C7A00FA4F3}" dt="2026-10-23T09:27:03.427" v="134341" actId="478"/>
          <ac:spMkLst>
            <pc:docMk/>
            <pc:sldMk cId="3493007384" sldId="2147483631"/>
            <ac:spMk id="12" creationId="{15C4998E-C4A1-FFE2-152C-A196FFE41DE6}"/>
          </ac:spMkLst>
        </pc:spChg>
        <pc:spChg chg="mod">
          <ac:chgData name="Jethro Hotbatahi Hasoloan" userId="6704a177-17bb-4244-9c06-d865e36c920b" providerId="ADAL" clId="{3E066727-BBB6-4D37-A6B5-32C7A00FA4F3}" dt="2026-10-23T11:13:37.145" v="209582"/>
          <ac:spMkLst>
            <pc:docMk/>
            <pc:sldMk cId="3493007384" sldId="2147483631"/>
            <ac:spMk id="13" creationId="{41F8BF70-777D-F49A-3E32-0F9D5E22CED3}"/>
          </ac:spMkLst>
        </pc:spChg>
        <pc:spChg chg="mod ord">
          <ac:chgData name="Jethro Hotbatahi Hasoloan" userId="6704a177-17bb-4244-9c06-d865e36c920b" providerId="ADAL" clId="{3E066727-BBB6-4D37-A6B5-32C7A00FA4F3}" dt="2026-10-23T11:13:37.145" v="209592"/>
          <ac:spMkLst>
            <pc:docMk/>
            <pc:sldMk cId="3493007384" sldId="2147483631"/>
            <ac:spMk id="18" creationId="{9DFDCC83-7222-5D29-542F-F964442FD8C8}"/>
          </ac:spMkLst>
        </pc:spChg>
        <pc:spChg chg="mod ord">
          <ac:chgData name="Jethro Hotbatahi Hasoloan" userId="6704a177-17bb-4244-9c06-d865e36c920b" providerId="ADAL" clId="{3E066727-BBB6-4D37-A6B5-32C7A00FA4F3}" dt="2026-10-23T11:13:37.145" v="209596"/>
          <ac:spMkLst>
            <pc:docMk/>
            <pc:sldMk cId="3493007384" sldId="2147483631"/>
            <ac:spMk id="19" creationId="{E0629C9A-DBAB-DC1E-5699-EBF45564D082}"/>
          </ac:spMkLst>
        </pc:spChg>
        <pc:spChg chg="mod ord">
          <ac:chgData name="Jethro Hotbatahi Hasoloan" userId="6704a177-17bb-4244-9c06-d865e36c920b" providerId="ADAL" clId="{3E066727-BBB6-4D37-A6B5-32C7A00FA4F3}" dt="2026-10-23T11:13:37.145" v="209600"/>
          <ac:spMkLst>
            <pc:docMk/>
            <pc:sldMk cId="3493007384" sldId="2147483631"/>
            <ac:spMk id="20" creationId="{D8E12A22-D9AD-BA46-5456-32A6A21AF0F0}"/>
          </ac:spMkLst>
        </pc:spChg>
        <pc:spChg chg="del mod ord">
          <ac:chgData name="Jethro Hotbatahi Hasoloan" userId="6704a177-17bb-4244-9c06-d865e36c920b" providerId="ADAL" clId="{3E066727-BBB6-4D37-A6B5-32C7A00FA4F3}" dt="2026-10-23T06:57:29.465" v="131928"/>
          <ac:spMkLst>
            <pc:docMk/>
            <pc:sldMk cId="3493007384" sldId="2147483631"/>
            <ac:spMk id="21" creationId="{B48C61E2-1B0B-24F4-7A5E-CDB68371CC6E}"/>
          </ac:spMkLst>
        </pc:spChg>
        <pc:spChg chg="mod">
          <ac:chgData name="Jethro Hotbatahi Hasoloan" userId="6704a177-17bb-4244-9c06-d865e36c920b" providerId="ADAL" clId="{3E066727-BBB6-4D37-A6B5-32C7A00FA4F3}" dt="2026-10-23T11:13:37.145" v="209605"/>
          <ac:spMkLst>
            <pc:docMk/>
            <pc:sldMk cId="3493007384" sldId="2147483631"/>
            <ac:spMk id="22" creationId="{0DC4D813-A4C1-662F-6D25-724674F9C8BE}"/>
          </ac:spMkLst>
        </pc:spChg>
        <pc:spChg chg="mod">
          <ac:chgData name="Jethro Hotbatahi Hasoloan" userId="6704a177-17bb-4244-9c06-d865e36c920b" providerId="ADAL" clId="{3E066727-BBB6-4D37-A6B5-32C7A00FA4F3}" dt="2026-10-23T11:13:37.145" v="209606"/>
          <ac:spMkLst>
            <pc:docMk/>
            <pc:sldMk cId="3493007384" sldId="2147483631"/>
            <ac:spMk id="23" creationId="{1B68650F-A83B-6E15-7CB8-B1BC6642CA4A}"/>
          </ac:spMkLst>
        </pc:spChg>
        <pc:spChg chg="mod">
          <ac:chgData name="Jethro Hotbatahi Hasoloan" userId="6704a177-17bb-4244-9c06-d865e36c920b" providerId="ADAL" clId="{3E066727-BBB6-4D37-A6B5-32C7A00FA4F3}" dt="2026-10-23T11:13:37.145" v="209607"/>
          <ac:spMkLst>
            <pc:docMk/>
            <pc:sldMk cId="3493007384" sldId="2147483631"/>
            <ac:spMk id="24" creationId="{59E914BE-1D58-3EC4-0ADC-D66EBB8F06EC}"/>
          </ac:spMkLst>
        </pc:spChg>
        <pc:spChg chg="mod">
          <ac:chgData name="Jethro Hotbatahi Hasoloan" userId="6704a177-17bb-4244-9c06-d865e36c920b" providerId="ADAL" clId="{3E066727-BBB6-4D37-A6B5-32C7A00FA4F3}" dt="2026-10-23T11:13:37.145" v="209608"/>
          <ac:spMkLst>
            <pc:docMk/>
            <pc:sldMk cId="3493007384" sldId="2147483631"/>
            <ac:spMk id="25" creationId="{73F1A936-B2AA-0ED8-F602-25398768EA3F}"/>
          </ac:spMkLst>
        </pc:spChg>
        <pc:spChg chg="mod">
          <ac:chgData name="Jethro Hotbatahi Hasoloan" userId="6704a177-17bb-4244-9c06-d865e36c920b" providerId="ADAL" clId="{3E066727-BBB6-4D37-A6B5-32C7A00FA4F3}" dt="2026-10-23T11:13:37.145" v="209609"/>
          <ac:spMkLst>
            <pc:docMk/>
            <pc:sldMk cId="3493007384" sldId="2147483631"/>
            <ac:spMk id="26" creationId="{B5008FC2-6358-005E-103E-2B5F23DFC669}"/>
          </ac:spMkLst>
        </pc:spChg>
        <pc:spChg chg="del mod ord">
          <ac:chgData name="Jethro Hotbatahi Hasoloan" userId="6704a177-17bb-4244-9c06-d865e36c920b" providerId="ADAL" clId="{3E066727-BBB6-4D37-A6B5-32C7A00FA4F3}" dt="2026-10-23T06:57:29.515" v="131974"/>
          <ac:spMkLst>
            <pc:docMk/>
            <pc:sldMk cId="3493007384" sldId="2147483631"/>
            <ac:spMk id="27" creationId="{FFD17ADC-3758-112C-A654-B8C8AFBC9162}"/>
          </ac:spMkLst>
        </pc:spChg>
        <pc:spChg chg="mod ord">
          <ac:chgData name="Jethro Hotbatahi Hasoloan" userId="6704a177-17bb-4244-9c06-d865e36c920b" providerId="ADAL" clId="{3E066727-BBB6-4D37-A6B5-32C7A00FA4F3}" dt="2026-10-23T11:13:37.145" v="209611"/>
          <ac:spMkLst>
            <pc:docMk/>
            <pc:sldMk cId="3493007384" sldId="2147483631"/>
            <ac:spMk id="28" creationId="{0432A629-8D2F-FCCB-1036-E6F25829954F}"/>
          </ac:spMkLst>
        </pc:spChg>
        <pc:spChg chg="mod ord">
          <ac:chgData name="Jethro Hotbatahi Hasoloan" userId="6704a177-17bb-4244-9c06-d865e36c920b" providerId="ADAL" clId="{3E066727-BBB6-4D37-A6B5-32C7A00FA4F3}" dt="2026-10-23T11:13:37.145" v="209613"/>
          <ac:spMkLst>
            <pc:docMk/>
            <pc:sldMk cId="3493007384" sldId="2147483631"/>
            <ac:spMk id="29" creationId="{F9C958CA-1519-522D-3E42-BF5541FFBDB5}"/>
          </ac:spMkLst>
        </pc:spChg>
        <pc:spChg chg="mod ord">
          <ac:chgData name="Jethro Hotbatahi Hasoloan" userId="6704a177-17bb-4244-9c06-d865e36c920b" providerId="ADAL" clId="{3E066727-BBB6-4D37-A6B5-32C7A00FA4F3}" dt="2026-10-23T11:13:37.145" v="209615"/>
          <ac:spMkLst>
            <pc:docMk/>
            <pc:sldMk cId="3493007384" sldId="2147483631"/>
            <ac:spMk id="30" creationId="{DDA59F8F-57A0-91EF-5760-B460E4DC4F7A}"/>
          </ac:spMkLst>
        </pc:spChg>
        <pc:spChg chg="mod">
          <ac:chgData name="Jethro Hotbatahi Hasoloan" userId="6704a177-17bb-4244-9c06-d865e36c920b" providerId="ADAL" clId="{3E066727-BBB6-4D37-A6B5-32C7A00FA4F3}" dt="2026-10-23T11:13:37.145" v="209616"/>
          <ac:spMkLst>
            <pc:docMk/>
            <pc:sldMk cId="3493007384" sldId="2147483631"/>
            <ac:spMk id="31" creationId="{E558DB63-2F23-DF9B-84CB-D9CDC47301A1}"/>
          </ac:spMkLst>
        </pc:spChg>
        <pc:spChg chg="mod">
          <ac:chgData name="Jethro Hotbatahi Hasoloan" userId="6704a177-17bb-4244-9c06-d865e36c920b" providerId="ADAL" clId="{3E066727-BBB6-4D37-A6B5-32C7A00FA4F3}" dt="2026-10-23T11:13:37.145" v="209617"/>
          <ac:spMkLst>
            <pc:docMk/>
            <pc:sldMk cId="3493007384" sldId="2147483631"/>
            <ac:spMk id="32" creationId="{5402443D-5FCB-4D1E-5FE2-23220208CE21}"/>
          </ac:spMkLst>
        </pc:spChg>
        <pc:spChg chg="mod">
          <ac:chgData name="Jethro Hotbatahi Hasoloan" userId="6704a177-17bb-4244-9c06-d865e36c920b" providerId="ADAL" clId="{3E066727-BBB6-4D37-A6B5-32C7A00FA4F3}" dt="2026-10-23T11:13:37.145" v="209618"/>
          <ac:spMkLst>
            <pc:docMk/>
            <pc:sldMk cId="3493007384" sldId="2147483631"/>
            <ac:spMk id="33" creationId="{18B7C256-245A-93E9-CB0A-FA3EC732FF0E}"/>
          </ac:spMkLst>
        </pc:spChg>
        <pc:spChg chg="mod ord">
          <ac:chgData name="Jethro Hotbatahi Hasoloan" userId="6704a177-17bb-4244-9c06-d865e36c920b" providerId="ADAL" clId="{3E066727-BBB6-4D37-A6B5-32C7A00FA4F3}" dt="2026-10-23T11:13:37.145" v="209622"/>
          <ac:spMkLst>
            <pc:docMk/>
            <pc:sldMk cId="3493007384" sldId="2147483631"/>
            <ac:spMk id="35" creationId="{5869BDBC-1F08-D5EF-462B-25A66ED2A39F}"/>
          </ac:spMkLst>
        </pc:spChg>
        <pc:spChg chg="add mod ord">
          <ac:chgData name="Jethro Hotbatahi Hasoloan" userId="6704a177-17bb-4244-9c06-d865e36c920b" providerId="ADAL" clId="{3E066727-BBB6-4D37-A6B5-32C7A00FA4F3}" dt="2026-10-23T11:13:37.145" v="209624"/>
          <ac:spMkLst>
            <pc:docMk/>
            <pc:sldMk cId="3493007384" sldId="2147483631"/>
            <ac:spMk id="36" creationId="{A39C0620-19BF-840C-994C-A0FBA3622D1C}"/>
          </ac:spMkLst>
        </pc:spChg>
        <pc:spChg chg="mod ord">
          <ac:chgData name="Jethro Hotbatahi Hasoloan" userId="6704a177-17bb-4244-9c06-d865e36c920b" providerId="ADAL" clId="{3E066727-BBB6-4D37-A6B5-32C7A00FA4F3}" dt="2026-10-23T11:13:37.145" v="209626"/>
          <ac:spMkLst>
            <pc:docMk/>
            <pc:sldMk cId="3493007384" sldId="2147483631"/>
            <ac:spMk id="37" creationId="{7C17FF26-BF52-2AF9-AE07-B0A3768A3ABB}"/>
          </ac:spMkLst>
        </pc:spChg>
        <pc:spChg chg="add mod ord">
          <ac:chgData name="Jethro Hotbatahi Hasoloan" userId="6704a177-17bb-4244-9c06-d865e36c920b" providerId="ADAL" clId="{3E066727-BBB6-4D37-A6B5-32C7A00FA4F3}" dt="2026-10-23T11:13:37.145" v="209628"/>
          <ac:spMkLst>
            <pc:docMk/>
            <pc:sldMk cId="3493007384" sldId="2147483631"/>
            <ac:spMk id="38" creationId="{00843E93-EFCA-656A-6F1D-6665ACDA8501}"/>
          </ac:spMkLst>
        </pc:spChg>
        <pc:spChg chg="mod ord">
          <ac:chgData name="Jethro Hotbatahi Hasoloan" userId="6704a177-17bb-4244-9c06-d865e36c920b" providerId="ADAL" clId="{3E066727-BBB6-4D37-A6B5-32C7A00FA4F3}" dt="2026-10-23T11:13:37.145" v="209630"/>
          <ac:spMkLst>
            <pc:docMk/>
            <pc:sldMk cId="3493007384" sldId="2147483631"/>
            <ac:spMk id="39" creationId="{E6E7E8BA-3B77-A625-98A0-44A598CE38DC}"/>
          </ac:spMkLst>
        </pc:spChg>
        <pc:spChg chg="mod ord">
          <ac:chgData name="Jethro Hotbatahi Hasoloan" userId="6704a177-17bb-4244-9c06-d865e36c920b" providerId="ADAL" clId="{3E066727-BBB6-4D37-A6B5-32C7A00FA4F3}" dt="2026-10-23T11:13:37.160" v="209632"/>
          <ac:spMkLst>
            <pc:docMk/>
            <pc:sldMk cId="3493007384" sldId="2147483631"/>
            <ac:spMk id="40" creationId="{EA916EEF-228D-0A28-F43F-265A0061ABC4}"/>
          </ac:spMkLst>
        </pc:spChg>
        <pc:spChg chg="add mod ord">
          <ac:chgData name="Jethro Hotbatahi Hasoloan" userId="6704a177-17bb-4244-9c06-d865e36c920b" providerId="ADAL" clId="{3E066727-BBB6-4D37-A6B5-32C7A00FA4F3}" dt="2026-10-23T11:13:37.160" v="209634"/>
          <ac:spMkLst>
            <pc:docMk/>
            <pc:sldMk cId="3493007384" sldId="2147483631"/>
            <ac:spMk id="41" creationId="{2ADCE349-D9CD-773E-CD18-AFB0EFCAB71E}"/>
          </ac:spMkLst>
        </pc:spChg>
        <pc:spChg chg="mod ord">
          <ac:chgData name="Jethro Hotbatahi Hasoloan" userId="6704a177-17bb-4244-9c06-d865e36c920b" providerId="ADAL" clId="{3E066727-BBB6-4D37-A6B5-32C7A00FA4F3}" dt="2026-10-23T11:13:37.160" v="209636"/>
          <ac:spMkLst>
            <pc:docMk/>
            <pc:sldMk cId="3493007384" sldId="2147483631"/>
            <ac:spMk id="42" creationId="{63126E05-6CF3-C1CC-6091-64F50B5CF2F5}"/>
          </ac:spMkLst>
        </pc:spChg>
        <pc:spChg chg="mod ord">
          <ac:chgData name="Jethro Hotbatahi Hasoloan" userId="6704a177-17bb-4244-9c06-d865e36c920b" providerId="ADAL" clId="{3E066727-BBB6-4D37-A6B5-32C7A00FA4F3}" dt="2026-10-23T11:13:37.160" v="209638"/>
          <ac:spMkLst>
            <pc:docMk/>
            <pc:sldMk cId="3493007384" sldId="2147483631"/>
            <ac:spMk id="43" creationId="{9531DCD4-8453-83F8-A1EB-2B7A664F6326}"/>
          </ac:spMkLst>
        </pc:spChg>
        <pc:spChg chg="mod ord">
          <ac:chgData name="Jethro Hotbatahi Hasoloan" userId="6704a177-17bb-4244-9c06-d865e36c920b" providerId="ADAL" clId="{3E066727-BBB6-4D37-A6B5-32C7A00FA4F3}" dt="2026-10-23T11:13:37.160" v="209640"/>
          <ac:spMkLst>
            <pc:docMk/>
            <pc:sldMk cId="3493007384" sldId="2147483631"/>
            <ac:spMk id="44" creationId="{6BD4266C-6B54-3153-70E1-5AB89B93D359}"/>
          </ac:spMkLst>
        </pc:spChg>
        <pc:spChg chg="mod">
          <ac:chgData name="Jethro Hotbatahi Hasoloan" userId="6704a177-17bb-4244-9c06-d865e36c920b" providerId="ADAL" clId="{3E066727-BBB6-4D37-A6B5-32C7A00FA4F3}" dt="2026-10-23T11:13:37.160" v="209641"/>
          <ac:spMkLst>
            <pc:docMk/>
            <pc:sldMk cId="3493007384" sldId="2147483631"/>
            <ac:spMk id="45" creationId="{52C5EC5B-18C8-7361-DC81-5074370F0629}"/>
          </ac:spMkLst>
        </pc:spChg>
        <pc:spChg chg="mod">
          <ac:chgData name="Jethro Hotbatahi Hasoloan" userId="6704a177-17bb-4244-9c06-d865e36c920b" providerId="ADAL" clId="{3E066727-BBB6-4D37-A6B5-32C7A00FA4F3}" dt="2026-10-23T11:13:37.160" v="209642"/>
          <ac:spMkLst>
            <pc:docMk/>
            <pc:sldMk cId="3493007384" sldId="2147483631"/>
            <ac:spMk id="46" creationId="{5F401BA5-6ED3-881E-D477-FE847FD61A5F}"/>
          </ac:spMkLst>
        </pc:spChg>
        <pc:spChg chg="mod">
          <ac:chgData name="Jethro Hotbatahi Hasoloan" userId="6704a177-17bb-4244-9c06-d865e36c920b" providerId="ADAL" clId="{3E066727-BBB6-4D37-A6B5-32C7A00FA4F3}" dt="2026-10-23T11:13:37.160" v="209643"/>
          <ac:spMkLst>
            <pc:docMk/>
            <pc:sldMk cId="3493007384" sldId="2147483631"/>
            <ac:spMk id="47" creationId="{8605DA00-0D1E-B3E4-78A2-C636A21AD89D}"/>
          </ac:spMkLst>
        </pc:spChg>
        <pc:spChg chg="mod">
          <ac:chgData name="Jethro Hotbatahi Hasoloan" userId="6704a177-17bb-4244-9c06-d865e36c920b" providerId="ADAL" clId="{3E066727-BBB6-4D37-A6B5-32C7A00FA4F3}" dt="2026-10-23T11:13:37.160" v="209644"/>
          <ac:spMkLst>
            <pc:docMk/>
            <pc:sldMk cId="3493007384" sldId="2147483631"/>
            <ac:spMk id="48" creationId="{484E45DA-B7E7-1547-4563-CC0856280BFB}"/>
          </ac:spMkLst>
        </pc:spChg>
        <pc:spChg chg="mod">
          <ac:chgData name="Jethro Hotbatahi Hasoloan" userId="6704a177-17bb-4244-9c06-d865e36c920b" providerId="ADAL" clId="{3E066727-BBB6-4D37-A6B5-32C7A00FA4F3}" dt="2026-10-23T11:13:37.160" v="209645"/>
          <ac:spMkLst>
            <pc:docMk/>
            <pc:sldMk cId="3493007384" sldId="2147483631"/>
            <ac:spMk id="49" creationId="{F4DCEC2E-436B-109E-E30A-77959EF161B0}"/>
          </ac:spMkLst>
        </pc:spChg>
        <pc:spChg chg="add mod">
          <ac:chgData name="Jethro Hotbatahi Hasoloan" userId="6704a177-17bb-4244-9c06-d865e36c920b" providerId="ADAL" clId="{3E066727-BBB6-4D37-A6B5-32C7A00FA4F3}" dt="2026-10-23T11:13:37.160" v="209648"/>
          <ac:spMkLst>
            <pc:docMk/>
            <pc:sldMk cId="3493007384" sldId="2147483631"/>
            <ac:spMk id="51" creationId="{8F775272-D57E-8A1A-0B3B-11D23E20BD3D}"/>
          </ac:spMkLst>
        </pc:spChg>
        <pc:spChg chg="mod">
          <ac:chgData name="Jethro Hotbatahi Hasoloan" userId="6704a177-17bb-4244-9c06-d865e36c920b" providerId="ADAL" clId="{3E066727-BBB6-4D37-A6B5-32C7A00FA4F3}" dt="2026-10-23T11:14:08.424" v="209836"/>
          <ac:spMkLst>
            <pc:docMk/>
            <pc:sldMk cId="3493007384" sldId="2147483631"/>
            <ac:spMk id="52" creationId="{C7540DE8-0974-3C85-2F34-C74E3398842A}"/>
          </ac:spMkLst>
        </pc:spChg>
        <pc:spChg chg="mod">
          <ac:chgData name="Jethro Hotbatahi Hasoloan" userId="6704a177-17bb-4244-9c06-d865e36c920b" providerId="ADAL" clId="{3E066727-BBB6-4D37-A6B5-32C7A00FA4F3}" dt="2026-10-23T11:13:37.160" v="209650"/>
          <ac:spMkLst>
            <pc:docMk/>
            <pc:sldMk cId="3493007384" sldId="2147483631"/>
            <ac:spMk id="53" creationId="{D4C5F363-95E3-5BEA-0454-729DFD833FC5}"/>
          </ac:spMkLst>
        </pc:spChg>
        <pc:spChg chg="mod">
          <ac:chgData name="Jethro Hotbatahi Hasoloan" userId="6704a177-17bb-4244-9c06-d865e36c920b" providerId="ADAL" clId="{3E066727-BBB6-4D37-A6B5-32C7A00FA4F3}" dt="2026-10-23T11:13:37.160" v="209651"/>
          <ac:spMkLst>
            <pc:docMk/>
            <pc:sldMk cId="3493007384" sldId="2147483631"/>
            <ac:spMk id="54" creationId="{7236A389-1219-6EC8-1750-3CAE3697E012}"/>
          </ac:spMkLst>
        </pc:spChg>
        <pc:spChg chg="mod">
          <ac:chgData name="Jethro Hotbatahi Hasoloan" userId="6704a177-17bb-4244-9c06-d865e36c920b" providerId="ADAL" clId="{3E066727-BBB6-4D37-A6B5-32C7A00FA4F3}" dt="2026-10-23T11:13:37.160" v="209652"/>
          <ac:spMkLst>
            <pc:docMk/>
            <pc:sldMk cId="3493007384" sldId="2147483631"/>
            <ac:spMk id="55" creationId="{B24F3CAC-64AC-6D76-76CB-7A0D10E569F3}"/>
          </ac:spMkLst>
        </pc:spChg>
        <pc:spChg chg="mod ord">
          <ac:chgData name="Jethro Hotbatahi Hasoloan" userId="6704a177-17bb-4244-9c06-d865e36c920b" providerId="ADAL" clId="{3E066727-BBB6-4D37-A6B5-32C7A00FA4F3}" dt="2026-10-23T11:13:37.160" v="209656"/>
          <ac:spMkLst>
            <pc:docMk/>
            <pc:sldMk cId="3493007384" sldId="2147483631"/>
            <ac:spMk id="62" creationId="{DC37E1A4-0D45-E3FA-1099-5F2BD394EF3E}"/>
          </ac:spMkLst>
        </pc:spChg>
        <pc:spChg chg="mod ord">
          <ac:chgData name="Jethro Hotbatahi Hasoloan" userId="6704a177-17bb-4244-9c06-d865e36c920b" providerId="ADAL" clId="{3E066727-BBB6-4D37-A6B5-32C7A00FA4F3}" dt="2026-10-23T11:13:37.160" v="209658"/>
          <ac:spMkLst>
            <pc:docMk/>
            <pc:sldMk cId="3493007384" sldId="2147483631"/>
            <ac:spMk id="63" creationId="{079E40AD-1759-1D41-E8DC-FC9CF881091F}"/>
          </ac:spMkLst>
        </pc:spChg>
        <pc:spChg chg="add mod ord">
          <ac:chgData name="Jethro Hotbatahi Hasoloan" userId="6704a177-17bb-4244-9c06-d865e36c920b" providerId="ADAL" clId="{3E066727-BBB6-4D37-A6B5-32C7A00FA4F3}" dt="2026-10-23T11:13:37.160" v="209660"/>
          <ac:spMkLst>
            <pc:docMk/>
            <pc:sldMk cId="3493007384" sldId="2147483631"/>
            <ac:spMk id="64" creationId="{2C017830-7D18-43E8-5804-6FBE415C6F9E}"/>
          </ac:spMkLst>
        </pc:spChg>
        <pc:spChg chg="mod">
          <ac:chgData name="Jethro Hotbatahi Hasoloan" userId="6704a177-17bb-4244-9c06-d865e36c920b" providerId="ADAL" clId="{3E066727-BBB6-4D37-A6B5-32C7A00FA4F3}" dt="2026-10-23T11:13:37.160" v="209661"/>
          <ac:spMkLst>
            <pc:docMk/>
            <pc:sldMk cId="3493007384" sldId="2147483631"/>
            <ac:spMk id="65" creationId="{E4D4AB43-0B32-05D0-329E-6844BA3854B2}"/>
          </ac:spMkLst>
        </pc:spChg>
        <pc:spChg chg="mod">
          <ac:chgData name="Jethro Hotbatahi Hasoloan" userId="6704a177-17bb-4244-9c06-d865e36c920b" providerId="ADAL" clId="{3E066727-BBB6-4D37-A6B5-32C7A00FA4F3}" dt="2026-10-23T11:13:37.160" v="209662"/>
          <ac:spMkLst>
            <pc:docMk/>
            <pc:sldMk cId="3493007384" sldId="2147483631"/>
            <ac:spMk id="66" creationId="{9E315386-0B70-65E7-9FD7-4FD7489BB507}"/>
          </ac:spMkLst>
        </pc:spChg>
        <pc:spChg chg="mod">
          <ac:chgData name="Jethro Hotbatahi Hasoloan" userId="6704a177-17bb-4244-9c06-d865e36c920b" providerId="ADAL" clId="{3E066727-BBB6-4D37-A6B5-32C7A00FA4F3}" dt="2026-10-23T11:13:37.160" v="209663"/>
          <ac:spMkLst>
            <pc:docMk/>
            <pc:sldMk cId="3493007384" sldId="2147483631"/>
            <ac:spMk id="67" creationId="{5F355479-2F58-79BD-7616-BE342224FA06}"/>
          </ac:spMkLst>
        </pc:spChg>
        <pc:spChg chg="del mod ord">
          <ac:chgData name="Jethro Hotbatahi Hasoloan" userId="6704a177-17bb-4244-9c06-d865e36c920b" providerId="ADAL" clId="{3E066727-BBB6-4D37-A6B5-32C7A00FA4F3}" dt="2026-10-23T11:12:28.079" v="205866"/>
          <ac:spMkLst>
            <pc:docMk/>
            <pc:sldMk cId="3493007384" sldId="2147483631"/>
            <ac:spMk id="68" creationId="{405975CF-9172-AA9A-B354-CA793D20724A}"/>
          </ac:spMkLst>
        </pc:spChg>
        <pc:spChg chg="mod ord">
          <ac:chgData name="Jethro Hotbatahi Hasoloan" userId="6704a177-17bb-4244-9c06-d865e36c920b" providerId="ADAL" clId="{3E066727-BBB6-4D37-A6B5-32C7A00FA4F3}" dt="2026-10-23T11:13:37.160" v="209665"/>
          <ac:spMkLst>
            <pc:docMk/>
            <pc:sldMk cId="3493007384" sldId="2147483631"/>
            <ac:spMk id="69" creationId="{CF605B74-9D25-AE80-8533-4A32E118628A}"/>
          </ac:spMkLst>
        </pc:spChg>
        <pc:spChg chg="del mod">
          <ac:chgData name="Jethro Hotbatahi Hasoloan" userId="6704a177-17bb-4244-9c06-d865e36c920b" providerId="ADAL" clId="{3E066727-BBB6-4D37-A6B5-32C7A00FA4F3}" dt="2026-10-23T11:12:28.079" v="205867"/>
          <ac:spMkLst>
            <pc:docMk/>
            <pc:sldMk cId="3493007384" sldId="2147483631"/>
            <ac:spMk id="70" creationId="{896771FE-06F6-C753-E935-5C9B0B3A76F3}"/>
          </ac:spMkLst>
        </pc:spChg>
        <pc:spChg chg="mod">
          <ac:chgData name="Jethro Hotbatahi Hasoloan" userId="6704a177-17bb-4244-9c06-d865e36c920b" providerId="ADAL" clId="{3E066727-BBB6-4D37-A6B5-32C7A00FA4F3}" dt="2026-10-23T11:13:37.160" v="209666"/>
          <ac:spMkLst>
            <pc:docMk/>
            <pc:sldMk cId="3493007384" sldId="2147483631"/>
            <ac:spMk id="71" creationId="{43D50F5F-5186-295E-8805-85C9487B6B73}"/>
          </ac:spMkLst>
        </pc:spChg>
        <pc:spChg chg="mod ord">
          <ac:chgData name="Jethro Hotbatahi Hasoloan" userId="6704a177-17bb-4244-9c06-d865e36c920b" providerId="ADAL" clId="{3E066727-BBB6-4D37-A6B5-32C7A00FA4F3}" dt="2026-10-23T11:13:37.160" v="209670"/>
          <ac:spMkLst>
            <pc:docMk/>
            <pc:sldMk cId="3493007384" sldId="2147483631"/>
            <ac:spMk id="73" creationId="{91162654-20FC-0291-CC68-83BA3B686C6A}"/>
          </ac:spMkLst>
        </pc:spChg>
        <pc:spChg chg="del mod ord">
          <ac:chgData name="Jethro Hotbatahi Hasoloan" userId="6704a177-17bb-4244-9c06-d865e36c920b" providerId="ADAL" clId="{3E066727-BBB6-4D37-A6B5-32C7A00FA4F3}" dt="2026-10-23T11:07:06.407" v="191137"/>
          <ac:spMkLst>
            <pc:docMk/>
            <pc:sldMk cId="3493007384" sldId="2147483631"/>
            <ac:spMk id="74" creationId="{982DCB72-A1E0-BDA8-A651-8589240916C3}"/>
          </ac:spMkLst>
        </pc:spChg>
        <pc:spChg chg="mod ord">
          <ac:chgData name="Jethro Hotbatahi Hasoloan" userId="6704a177-17bb-4244-9c06-d865e36c920b" providerId="ADAL" clId="{3E066727-BBB6-4D37-A6B5-32C7A00FA4F3}" dt="2026-10-23T11:13:37.160" v="209674"/>
          <ac:spMkLst>
            <pc:docMk/>
            <pc:sldMk cId="3493007384" sldId="2147483631"/>
            <ac:spMk id="75" creationId="{0F66C023-9B89-F670-E27E-DD159FF1F706}"/>
          </ac:spMkLst>
        </pc:spChg>
        <pc:spChg chg="mod ord">
          <ac:chgData name="Jethro Hotbatahi Hasoloan" userId="6704a177-17bb-4244-9c06-d865e36c920b" providerId="ADAL" clId="{3E066727-BBB6-4D37-A6B5-32C7A00FA4F3}" dt="2026-10-23T11:13:37.160" v="209676"/>
          <ac:spMkLst>
            <pc:docMk/>
            <pc:sldMk cId="3493007384" sldId="2147483631"/>
            <ac:spMk id="76" creationId="{34413D1E-2182-6377-63F8-97827C132423}"/>
          </ac:spMkLst>
        </pc:spChg>
        <pc:spChg chg="mod">
          <ac:chgData name="Jethro Hotbatahi Hasoloan" userId="6704a177-17bb-4244-9c06-d865e36c920b" providerId="ADAL" clId="{3E066727-BBB6-4D37-A6B5-32C7A00FA4F3}" dt="2026-10-23T11:13:37.160" v="209677"/>
          <ac:spMkLst>
            <pc:docMk/>
            <pc:sldMk cId="3493007384" sldId="2147483631"/>
            <ac:spMk id="77" creationId="{45AF755D-BB09-0BC9-6171-D22CA5F96897}"/>
          </ac:spMkLst>
        </pc:spChg>
        <pc:spChg chg="mod">
          <ac:chgData name="Jethro Hotbatahi Hasoloan" userId="6704a177-17bb-4244-9c06-d865e36c920b" providerId="ADAL" clId="{3E066727-BBB6-4D37-A6B5-32C7A00FA4F3}" dt="2026-10-23T11:13:37.160" v="209678"/>
          <ac:spMkLst>
            <pc:docMk/>
            <pc:sldMk cId="3493007384" sldId="2147483631"/>
            <ac:spMk id="78" creationId="{707E7716-B468-05C6-8B1F-49F0136281FF}"/>
          </ac:spMkLst>
        </pc:spChg>
        <pc:spChg chg="mod">
          <ac:chgData name="Jethro Hotbatahi Hasoloan" userId="6704a177-17bb-4244-9c06-d865e36c920b" providerId="ADAL" clId="{3E066727-BBB6-4D37-A6B5-32C7A00FA4F3}" dt="2026-10-23T11:13:37.160" v="209679"/>
          <ac:spMkLst>
            <pc:docMk/>
            <pc:sldMk cId="3493007384" sldId="2147483631"/>
            <ac:spMk id="79" creationId="{942121ED-EFE5-2144-2473-33FD4A48AFFD}"/>
          </ac:spMkLst>
        </pc:spChg>
        <pc:spChg chg="mod">
          <ac:chgData name="Jethro Hotbatahi Hasoloan" userId="6704a177-17bb-4244-9c06-d865e36c920b" providerId="ADAL" clId="{3E066727-BBB6-4D37-A6B5-32C7A00FA4F3}" dt="2026-10-23T11:13:37.160" v="209680"/>
          <ac:spMkLst>
            <pc:docMk/>
            <pc:sldMk cId="3493007384" sldId="2147483631"/>
            <ac:spMk id="80" creationId="{8E21748E-0525-93B3-942A-553E485DA947}"/>
          </ac:spMkLst>
        </pc:spChg>
        <pc:spChg chg="mod">
          <ac:chgData name="Jethro Hotbatahi Hasoloan" userId="6704a177-17bb-4244-9c06-d865e36c920b" providerId="ADAL" clId="{3E066727-BBB6-4D37-A6B5-32C7A00FA4F3}" dt="2026-10-23T11:13:37.160" v="209681"/>
          <ac:spMkLst>
            <pc:docMk/>
            <pc:sldMk cId="3493007384" sldId="2147483631"/>
            <ac:spMk id="81" creationId="{C66AC2F3-4BBC-CB58-F85C-D275A45E9360}"/>
          </ac:spMkLst>
        </pc:spChg>
        <pc:spChg chg="mod ord">
          <ac:chgData name="Jethro Hotbatahi Hasoloan" userId="6704a177-17bb-4244-9c06-d865e36c920b" providerId="ADAL" clId="{3E066727-BBB6-4D37-A6B5-32C7A00FA4F3}" dt="2026-10-23T11:13:37.160" v="209683"/>
          <ac:spMkLst>
            <pc:docMk/>
            <pc:sldMk cId="3493007384" sldId="2147483631"/>
            <ac:spMk id="82" creationId="{9BD35686-9D29-8D76-145C-390B00F3E4BD}"/>
          </ac:spMkLst>
        </pc:spChg>
        <pc:spChg chg="add mod ord">
          <ac:chgData name="Jethro Hotbatahi Hasoloan" userId="6704a177-17bb-4244-9c06-d865e36c920b" providerId="ADAL" clId="{3E066727-BBB6-4D37-A6B5-32C7A00FA4F3}" dt="2026-10-23T11:13:37.160" v="209685"/>
          <ac:spMkLst>
            <pc:docMk/>
            <pc:sldMk cId="3493007384" sldId="2147483631"/>
            <ac:spMk id="83" creationId="{11844C65-FF23-BB10-F086-5696EF0246F7}"/>
          </ac:spMkLst>
        </pc:spChg>
        <pc:spChg chg="mod ord">
          <ac:chgData name="Jethro Hotbatahi Hasoloan" userId="6704a177-17bb-4244-9c06-d865e36c920b" providerId="ADAL" clId="{3E066727-BBB6-4D37-A6B5-32C7A00FA4F3}" dt="2026-10-23T11:13:37.160" v="209687"/>
          <ac:spMkLst>
            <pc:docMk/>
            <pc:sldMk cId="3493007384" sldId="2147483631"/>
            <ac:spMk id="84" creationId="{4668E3A6-C1E6-52DD-9BF4-83FACBFA0000}"/>
          </ac:spMkLst>
        </pc:spChg>
        <pc:spChg chg="mod">
          <ac:chgData name="Jethro Hotbatahi Hasoloan" userId="6704a177-17bb-4244-9c06-d865e36c920b" providerId="ADAL" clId="{3E066727-BBB6-4D37-A6B5-32C7A00FA4F3}" dt="2026-10-23T11:13:37.160" v="209688"/>
          <ac:spMkLst>
            <pc:docMk/>
            <pc:sldMk cId="3493007384" sldId="2147483631"/>
            <ac:spMk id="85" creationId="{1C2EE76A-940F-88B4-F2CA-D37249624097}"/>
          </ac:spMkLst>
        </pc:spChg>
        <pc:spChg chg="mod">
          <ac:chgData name="Jethro Hotbatahi Hasoloan" userId="6704a177-17bb-4244-9c06-d865e36c920b" providerId="ADAL" clId="{3E066727-BBB6-4D37-A6B5-32C7A00FA4F3}" dt="2026-10-23T11:13:37.160" v="209689"/>
          <ac:spMkLst>
            <pc:docMk/>
            <pc:sldMk cId="3493007384" sldId="2147483631"/>
            <ac:spMk id="86" creationId="{8553F877-D150-3822-E62B-C7ED5FAB5606}"/>
          </ac:spMkLst>
        </pc:spChg>
        <pc:spChg chg="mod">
          <ac:chgData name="Jethro Hotbatahi Hasoloan" userId="6704a177-17bb-4244-9c06-d865e36c920b" providerId="ADAL" clId="{3E066727-BBB6-4D37-A6B5-32C7A00FA4F3}" dt="2026-10-23T11:13:37.160" v="209690"/>
          <ac:spMkLst>
            <pc:docMk/>
            <pc:sldMk cId="3493007384" sldId="2147483631"/>
            <ac:spMk id="87" creationId="{8D846141-134A-8253-E565-783D85917D73}"/>
          </ac:spMkLst>
        </pc:spChg>
        <pc:spChg chg="mod ord">
          <ac:chgData name="Jethro Hotbatahi Hasoloan" userId="6704a177-17bb-4244-9c06-d865e36c920b" providerId="ADAL" clId="{3E066727-BBB6-4D37-A6B5-32C7A00FA4F3}" dt="2026-10-23T11:13:37.160" v="209694"/>
          <ac:spMkLst>
            <pc:docMk/>
            <pc:sldMk cId="3493007384" sldId="2147483631"/>
            <ac:spMk id="89" creationId="{41D51DBD-C07E-75AF-CCE5-0ECD978F991D}"/>
          </ac:spMkLst>
        </pc:spChg>
        <pc:spChg chg="mod ord">
          <ac:chgData name="Jethro Hotbatahi Hasoloan" userId="6704a177-17bb-4244-9c06-d865e36c920b" providerId="ADAL" clId="{3E066727-BBB6-4D37-A6B5-32C7A00FA4F3}" dt="2026-10-23T11:13:37.160" v="209696"/>
          <ac:spMkLst>
            <pc:docMk/>
            <pc:sldMk cId="3493007384" sldId="2147483631"/>
            <ac:spMk id="90" creationId="{6A21A932-BE1D-E27C-FCC5-1B58650B0E0D}"/>
          </ac:spMkLst>
        </pc:spChg>
        <pc:spChg chg="mod ord">
          <ac:chgData name="Jethro Hotbatahi Hasoloan" userId="6704a177-17bb-4244-9c06-d865e36c920b" providerId="ADAL" clId="{3E066727-BBB6-4D37-A6B5-32C7A00FA4F3}" dt="2026-10-23T11:13:37.160" v="209698"/>
          <ac:spMkLst>
            <pc:docMk/>
            <pc:sldMk cId="3493007384" sldId="2147483631"/>
            <ac:spMk id="91" creationId="{844AAEB2-F5DA-BDC9-9FAA-745489BFBCE8}"/>
          </ac:spMkLst>
        </pc:spChg>
        <pc:spChg chg="mod">
          <ac:chgData name="Jethro Hotbatahi Hasoloan" userId="6704a177-17bb-4244-9c06-d865e36c920b" providerId="ADAL" clId="{3E066727-BBB6-4D37-A6B5-32C7A00FA4F3}" dt="2026-10-23T11:13:37.176" v="209701"/>
          <ac:spMkLst>
            <pc:docMk/>
            <pc:sldMk cId="3493007384" sldId="2147483631"/>
            <ac:spMk id="92" creationId="{FD026F59-863C-7359-B906-B1F48D544DC0}"/>
          </ac:spMkLst>
        </pc:spChg>
        <pc:spChg chg="mod">
          <ac:chgData name="Jethro Hotbatahi Hasoloan" userId="6704a177-17bb-4244-9c06-d865e36c920b" providerId="ADAL" clId="{3E066727-BBB6-4D37-A6B5-32C7A00FA4F3}" dt="2026-10-23T11:13:37.176" v="209702"/>
          <ac:spMkLst>
            <pc:docMk/>
            <pc:sldMk cId="3493007384" sldId="2147483631"/>
            <ac:spMk id="93" creationId="{10B5E238-8D74-2D85-754B-801F1562BE38}"/>
          </ac:spMkLst>
        </pc:spChg>
        <pc:spChg chg="mod">
          <ac:chgData name="Jethro Hotbatahi Hasoloan" userId="6704a177-17bb-4244-9c06-d865e36c920b" providerId="ADAL" clId="{3E066727-BBB6-4D37-A6B5-32C7A00FA4F3}" dt="2026-10-23T11:13:37.176" v="209703"/>
          <ac:spMkLst>
            <pc:docMk/>
            <pc:sldMk cId="3493007384" sldId="2147483631"/>
            <ac:spMk id="94" creationId="{676905D5-7E2F-F80D-6110-A385FEE1863E}"/>
          </ac:spMkLst>
        </pc:spChg>
        <pc:spChg chg="mod">
          <ac:chgData name="Jethro Hotbatahi Hasoloan" userId="6704a177-17bb-4244-9c06-d865e36c920b" providerId="ADAL" clId="{3E066727-BBB6-4D37-A6B5-32C7A00FA4F3}" dt="2026-10-23T11:13:37.177" v="209704"/>
          <ac:spMkLst>
            <pc:docMk/>
            <pc:sldMk cId="3493007384" sldId="2147483631"/>
            <ac:spMk id="95" creationId="{8E750F7C-0926-6665-1D97-A849BE628818}"/>
          </ac:spMkLst>
        </pc:spChg>
        <pc:spChg chg="mod">
          <ac:chgData name="Jethro Hotbatahi Hasoloan" userId="6704a177-17bb-4244-9c06-d865e36c920b" providerId="ADAL" clId="{3E066727-BBB6-4D37-A6B5-32C7A00FA4F3}" dt="2026-10-23T11:13:37.177" v="209705"/>
          <ac:spMkLst>
            <pc:docMk/>
            <pc:sldMk cId="3493007384" sldId="2147483631"/>
            <ac:spMk id="96" creationId="{21A8FED4-9BE1-B668-2A0D-9C57C2AC5EF8}"/>
          </ac:spMkLst>
        </pc:spChg>
        <pc:spChg chg="del mod ord">
          <ac:chgData name="Jethro Hotbatahi Hasoloan" userId="6704a177-17bb-4244-9c06-d865e36c920b" providerId="ADAL" clId="{3E066727-BBB6-4D37-A6B5-32C7A00FA4F3}" dt="2026-10-23T09:27:03.427" v="134341" actId="478"/>
          <ac:spMkLst>
            <pc:docMk/>
            <pc:sldMk cId="3493007384" sldId="2147483631"/>
            <ac:spMk id="97" creationId="{487CEF72-0B93-A3AD-130B-41360AFFD0C0}"/>
          </ac:spMkLst>
        </pc:spChg>
        <pc:spChg chg="del mod ord">
          <ac:chgData name="Jethro Hotbatahi Hasoloan" userId="6704a177-17bb-4244-9c06-d865e36c920b" providerId="ADAL" clId="{3E066727-BBB6-4D37-A6B5-32C7A00FA4F3}" dt="2026-10-23T09:27:03.427" v="134341" actId="478"/>
          <ac:spMkLst>
            <pc:docMk/>
            <pc:sldMk cId="3493007384" sldId="2147483631"/>
            <ac:spMk id="98" creationId="{B2B11472-6E4F-ACA1-E659-2F13BA13A3A1}"/>
          </ac:spMkLst>
        </pc:spChg>
        <pc:spChg chg="del mod ord">
          <ac:chgData name="Jethro Hotbatahi Hasoloan" userId="6704a177-17bb-4244-9c06-d865e36c920b" providerId="ADAL" clId="{3E066727-BBB6-4D37-A6B5-32C7A00FA4F3}" dt="2026-10-23T09:27:03.427" v="134341" actId="478"/>
          <ac:spMkLst>
            <pc:docMk/>
            <pc:sldMk cId="3493007384" sldId="2147483631"/>
            <ac:spMk id="99" creationId="{A371997F-403B-4646-B45F-5AC4DE574D59}"/>
          </ac:spMkLst>
        </pc:spChg>
        <pc:spChg chg="del mod ord">
          <ac:chgData name="Jethro Hotbatahi Hasoloan" userId="6704a177-17bb-4244-9c06-d865e36c920b" providerId="ADAL" clId="{3E066727-BBB6-4D37-A6B5-32C7A00FA4F3}" dt="2026-10-23T09:27:03.427" v="134341" actId="478"/>
          <ac:spMkLst>
            <pc:docMk/>
            <pc:sldMk cId="3493007384" sldId="2147483631"/>
            <ac:spMk id="100" creationId="{4547B764-00C3-6EA1-302A-78B90EE30B71}"/>
          </ac:spMkLst>
        </pc:spChg>
        <pc:spChg chg="del mod ord">
          <ac:chgData name="Jethro Hotbatahi Hasoloan" userId="6704a177-17bb-4244-9c06-d865e36c920b" providerId="ADAL" clId="{3E066727-BBB6-4D37-A6B5-32C7A00FA4F3}" dt="2026-10-23T09:27:03.427" v="134341" actId="478"/>
          <ac:spMkLst>
            <pc:docMk/>
            <pc:sldMk cId="3493007384" sldId="2147483631"/>
            <ac:spMk id="101" creationId="{29FA94FC-25FF-284F-EAA5-64A382C67262}"/>
          </ac:spMkLst>
        </pc:spChg>
        <pc:spChg chg="mod">
          <ac:chgData name="Jethro Hotbatahi Hasoloan" userId="6704a177-17bb-4244-9c06-d865e36c920b" providerId="ADAL" clId="{3E066727-BBB6-4D37-A6B5-32C7A00FA4F3}" dt="2026-10-23T11:13:37.177" v="209706"/>
          <ac:spMkLst>
            <pc:docMk/>
            <pc:sldMk cId="3493007384" sldId="2147483631"/>
            <ac:spMk id="103" creationId="{90002AB6-36CF-D58E-37F4-FC630704D158}"/>
          </ac:spMkLst>
        </pc:spChg>
        <pc:spChg chg="mod">
          <ac:chgData name="Jethro Hotbatahi Hasoloan" userId="6704a177-17bb-4244-9c06-d865e36c920b" providerId="ADAL" clId="{3E066727-BBB6-4D37-A6B5-32C7A00FA4F3}" dt="2026-10-23T11:13:37.177" v="209707"/>
          <ac:spMkLst>
            <pc:docMk/>
            <pc:sldMk cId="3493007384" sldId="2147483631"/>
            <ac:spMk id="104" creationId="{32A378AD-F3B9-CFDB-62B2-6BDE1E380B02}"/>
          </ac:spMkLst>
        </pc:spChg>
        <pc:spChg chg="add mod ord">
          <ac:chgData name="Jethro Hotbatahi Hasoloan" userId="6704a177-17bb-4244-9c06-d865e36c920b" providerId="ADAL" clId="{3E066727-BBB6-4D37-A6B5-32C7A00FA4F3}" dt="2026-10-23T11:13:37.177" v="209713"/>
          <ac:spMkLst>
            <pc:docMk/>
            <pc:sldMk cId="3493007384" sldId="2147483631"/>
            <ac:spMk id="107" creationId="{9701AA5E-71C5-EADD-E267-DAEC5669B0C7}"/>
          </ac:spMkLst>
        </pc:spChg>
        <pc:spChg chg="mod ord">
          <ac:chgData name="Jethro Hotbatahi Hasoloan" userId="6704a177-17bb-4244-9c06-d865e36c920b" providerId="ADAL" clId="{3E066727-BBB6-4D37-A6B5-32C7A00FA4F3}" dt="2026-10-23T11:13:37.177" v="209715"/>
          <ac:spMkLst>
            <pc:docMk/>
            <pc:sldMk cId="3493007384" sldId="2147483631"/>
            <ac:spMk id="108" creationId="{57EE6779-EC84-217A-3134-A82E1B62F498}"/>
          </ac:spMkLst>
        </pc:spChg>
        <pc:spChg chg="mod ord">
          <ac:chgData name="Jethro Hotbatahi Hasoloan" userId="6704a177-17bb-4244-9c06-d865e36c920b" providerId="ADAL" clId="{3E066727-BBB6-4D37-A6B5-32C7A00FA4F3}" dt="2026-10-23T11:13:37.177" v="209717"/>
          <ac:spMkLst>
            <pc:docMk/>
            <pc:sldMk cId="3493007384" sldId="2147483631"/>
            <ac:spMk id="109" creationId="{898D938E-69BE-22BE-FD84-090707B0C701}"/>
          </ac:spMkLst>
        </pc:spChg>
        <pc:spChg chg="mod ord">
          <ac:chgData name="Jethro Hotbatahi Hasoloan" userId="6704a177-17bb-4244-9c06-d865e36c920b" providerId="ADAL" clId="{3E066727-BBB6-4D37-A6B5-32C7A00FA4F3}" dt="2026-10-23T11:13:37.177" v="209719"/>
          <ac:spMkLst>
            <pc:docMk/>
            <pc:sldMk cId="3493007384" sldId="2147483631"/>
            <ac:spMk id="110" creationId="{621A9D70-36ED-29EA-6EBF-773BA593FBF5}"/>
          </ac:spMkLst>
        </pc:spChg>
        <pc:spChg chg="mod ord">
          <ac:chgData name="Jethro Hotbatahi Hasoloan" userId="6704a177-17bb-4244-9c06-d865e36c920b" providerId="ADAL" clId="{3E066727-BBB6-4D37-A6B5-32C7A00FA4F3}" dt="2026-10-23T11:13:37.177" v="209721"/>
          <ac:spMkLst>
            <pc:docMk/>
            <pc:sldMk cId="3493007384" sldId="2147483631"/>
            <ac:spMk id="111" creationId="{6317E373-CFA1-8F7C-D412-D47B642822FC}"/>
          </ac:spMkLst>
        </pc:spChg>
        <pc:spChg chg="mod ord">
          <ac:chgData name="Jethro Hotbatahi Hasoloan" userId="6704a177-17bb-4244-9c06-d865e36c920b" providerId="ADAL" clId="{3E066727-BBB6-4D37-A6B5-32C7A00FA4F3}" dt="2026-10-23T11:13:37.177" v="209723"/>
          <ac:spMkLst>
            <pc:docMk/>
            <pc:sldMk cId="3493007384" sldId="2147483631"/>
            <ac:spMk id="112" creationId="{4EA7E6AB-93CF-1060-7C59-F271A304E156}"/>
          </ac:spMkLst>
        </pc:spChg>
        <pc:spChg chg="mod ord">
          <ac:chgData name="Jethro Hotbatahi Hasoloan" userId="6704a177-17bb-4244-9c06-d865e36c920b" providerId="ADAL" clId="{3E066727-BBB6-4D37-A6B5-32C7A00FA4F3}" dt="2026-10-23T11:13:37.177" v="209725"/>
          <ac:spMkLst>
            <pc:docMk/>
            <pc:sldMk cId="3493007384" sldId="2147483631"/>
            <ac:spMk id="113" creationId="{F5598A96-ECB7-5CD5-9F93-1337F1850B0D}"/>
          </ac:spMkLst>
        </pc:spChg>
        <pc:spChg chg="mod ord">
          <ac:chgData name="Jethro Hotbatahi Hasoloan" userId="6704a177-17bb-4244-9c06-d865e36c920b" providerId="ADAL" clId="{3E066727-BBB6-4D37-A6B5-32C7A00FA4F3}" dt="2026-10-23T11:13:37.177" v="209727"/>
          <ac:spMkLst>
            <pc:docMk/>
            <pc:sldMk cId="3493007384" sldId="2147483631"/>
            <ac:spMk id="114" creationId="{C3545350-C78A-CF19-7625-624E265A2D26}"/>
          </ac:spMkLst>
        </pc:spChg>
        <pc:spChg chg="mod ord">
          <ac:chgData name="Jethro Hotbatahi Hasoloan" userId="6704a177-17bb-4244-9c06-d865e36c920b" providerId="ADAL" clId="{3E066727-BBB6-4D37-A6B5-32C7A00FA4F3}" dt="2026-10-23T11:13:37.177" v="209729"/>
          <ac:spMkLst>
            <pc:docMk/>
            <pc:sldMk cId="3493007384" sldId="2147483631"/>
            <ac:spMk id="115" creationId="{D1175731-DA0D-9D48-C08F-551382E66656}"/>
          </ac:spMkLst>
        </pc:spChg>
        <pc:spChg chg="del mod ord">
          <ac:chgData name="Jethro Hotbatahi Hasoloan" userId="6704a177-17bb-4244-9c06-d865e36c920b" providerId="ADAL" clId="{3E066727-BBB6-4D37-A6B5-32C7A00FA4F3}" dt="2026-10-23T11:08:37.195" v="198612"/>
          <ac:spMkLst>
            <pc:docMk/>
            <pc:sldMk cId="3493007384" sldId="2147483631"/>
            <ac:spMk id="116" creationId="{218112B7-4D48-63C5-96F0-A98E05A8D98D}"/>
          </ac:spMkLst>
        </pc:spChg>
        <pc:spChg chg="mod">
          <ac:chgData name="Jethro Hotbatahi Hasoloan" userId="6704a177-17bb-4244-9c06-d865e36c920b" providerId="ADAL" clId="{3E066727-BBB6-4D37-A6B5-32C7A00FA4F3}" dt="2026-10-23T11:13:37.177" v="209730"/>
          <ac:spMkLst>
            <pc:docMk/>
            <pc:sldMk cId="3493007384" sldId="2147483631"/>
            <ac:spMk id="117" creationId="{062F6808-A3B8-EEFE-D32A-0386AD53940F}"/>
          </ac:spMkLst>
        </pc:spChg>
        <pc:spChg chg="mod">
          <ac:chgData name="Jethro Hotbatahi Hasoloan" userId="6704a177-17bb-4244-9c06-d865e36c920b" providerId="ADAL" clId="{3E066727-BBB6-4D37-A6B5-32C7A00FA4F3}" dt="2026-10-23T11:13:37.177" v="209731"/>
          <ac:spMkLst>
            <pc:docMk/>
            <pc:sldMk cId="3493007384" sldId="2147483631"/>
            <ac:spMk id="118" creationId="{27CE4F40-6375-49D0-CC22-CE62D3F4DEB4}"/>
          </ac:spMkLst>
        </pc:spChg>
        <pc:spChg chg="mod">
          <ac:chgData name="Jethro Hotbatahi Hasoloan" userId="6704a177-17bb-4244-9c06-d865e36c920b" providerId="ADAL" clId="{3E066727-BBB6-4D37-A6B5-32C7A00FA4F3}" dt="2026-10-23T11:13:37.177" v="209732"/>
          <ac:spMkLst>
            <pc:docMk/>
            <pc:sldMk cId="3493007384" sldId="2147483631"/>
            <ac:spMk id="119" creationId="{72C30A05-7C95-08B3-DE67-F4299F6444CD}"/>
          </ac:spMkLst>
        </pc:spChg>
        <pc:spChg chg="mod">
          <ac:chgData name="Jethro Hotbatahi Hasoloan" userId="6704a177-17bb-4244-9c06-d865e36c920b" providerId="ADAL" clId="{3E066727-BBB6-4D37-A6B5-32C7A00FA4F3}" dt="2026-10-23T11:13:37.177" v="209733"/>
          <ac:spMkLst>
            <pc:docMk/>
            <pc:sldMk cId="3493007384" sldId="2147483631"/>
            <ac:spMk id="120" creationId="{7A357CE9-4591-4BFA-88D8-503B0BF111DF}"/>
          </ac:spMkLst>
        </pc:spChg>
        <pc:spChg chg="mod">
          <ac:chgData name="Jethro Hotbatahi Hasoloan" userId="6704a177-17bb-4244-9c06-d865e36c920b" providerId="ADAL" clId="{3E066727-BBB6-4D37-A6B5-32C7A00FA4F3}" dt="2026-10-23T11:13:37.177" v="209734"/>
          <ac:spMkLst>
            <pc:docMk/>
            <pc:sldMk cId="3493007384" sldId="2147483631"/>
            <ac:spMk id="121" creationId="{715513F2-9364-2398-CF1B-2095293292C5}"/>
          </ac:spMkLst>
        </pc:spChg>
        <pc:spChg chg="del mod ord">
          <ac:chgData name="Jethro Hotbatahi Hasoloan" userId="6704a177-17bb-4244-9c06-d865e36c920b" providerId="ADAL" clId="{3E066727-BBB6-4D37-A6B5-32C7A00FA4F3}" dt="2026-10-23T11:08:11.170" v="195960"/>
          <ac:spMkLst>
            <pc:docMk/>
            <pc:sldMk cId="3493007384" sldId="2147483631"/>
            <ac:spMk id="122" creationId="{8041BA72-48B3-713E-940B-22F20B28F433}"/>
          </ac:spMkLst>
        </pc:spChg>
        <pc:spChg chg="mod ord">
          <ac:chgData name="Jethro Hotbatahi Hasoloan" userId="6704a177-17bb-4244-9c06-d865e36c920b" providerId="ADAL" clId="{3E066727-BBB6-4D37-A6B5-32C7A00FA4F3}" dt="2026-10-23T11:13:37.177" v="209736"/>
          <ac:spMkLst>
            <pc:docMk/>
            <pc:sldMk cId="3493007384" sldId="2147483631"/>
            <ac:spMk id="123" creationId="{026D3119-72E3-0677-5076-BE458C0337E4}"/>
          </ac:spMkLst>
        </pc:spChg>
        <pc:spChg chg="mod ord">
          <ac:chgData name="Jethro Hotbatahi Hasoloan" userId="6704a177-17bb-4244-9c06-d865e36c920b" providerId="ADAL" clId="{3E066727-BBB6-4D37-A6B5-32C7A00FA4F3}" dt="2026-10-23T11:13:37.177" v="209738"/>
          <ac:spMkLst>
            <pc:docMk/>
            <pc:sldMk cId="3493007384" sldId="2147483631"/>
            <ac:spMk id="124" creationId="{B1547AFD-971C-58C4-81B1-CC6673383D5B}"/>
          </ac:spMkLst>
        </pc:spChg>
        <pc:spChg chg="add mod ord">
          <ac:chgData name="Jethro Hotbatahi Hasoloan" userId="6704a177-17bb-4244-9c06-d865e36c920b" providerId="ADAL" clId="{3E066727-BBB6-4D37-A6B5-32C7A00FA4F3}" dt="2026-10-23T11:13:37.177" v="209740"/>
          <ac:spMkLst>
            <pc:docMk/>
            <pc:sldMk cId="3493007384" sldId="2147483631"/>
            <ac:spMk id="125" creationId="{D8F7650C-7057-F8B6-D2E2-F68794C55CD1}"/>
          </ac:spMkLst>
        </pc:spChg>
        <pc:spChg chg="mod">
          <ac:chgData name="Jethro Hotbatahi Hasoloan" userId="6704a177-17bb-4244-9c06-d865e36c920b" providerId="ADAL" clId="{3E066727-BBB6-4D37-A6B5-32C7A00FA4F3}" dt="2026-10-23T11:13:37.177" v="209741"/>
          <ac:spMkLst>
            <pc:docMk/>
            <pc:sldMk cId="3493007384" sldId="2147483631"/>
            <ac:spMk id="126" creationId="{2B8FD419-6A68-B645-5CE1-FA248C7C782A}"/>
          </ac:spMkLst>
        </pc:spChg>
        <pc:spChg chg="mod">
          <ac:chgData name="Jethro Hotbatahi Hasoloan" userId="6704a177-17bb-4244-9c06-d865e36c920b" providerId="ADAL" clId="{3E066727-BBB6-4D37-A6B5-32C7A00FA4F3}" dt="2026-10-23T11:13:37.177" v="209742"/>
          <ac:spMkLst>
            <pc:docMk/>
            <pc:sldMk cId="3493007384" sldId="2147483631"/>
            <ac:spMk id="127" creationId="{B9D3AC3F-3FF6-B741-3B54-52B310A3E78C}"/>
          </ac:spMkLst>
        </pc:spChg>
        <pc:spChg chg="mod">
          <ac:chgData name="Jethro Hotbatahi Hasoloan" userId="6704a177-17bb-4244-9c06-d865e36c920b" providerId="ADAL" clId="{3E066727-BBB6-4D37-A6B5-32C7A00FA4F3}" dt="2026-10-23T11:13:37.177" v="209743"/>
          <ac:spMkLst>
            <pc:docMk/>
            <pc:sldMk cId="3493007384" sldId="2147483631"/>
            <ac:spMk id="128" creationId="{86D91ECF-1660-A244-3FC2-5469F8DFB434}"/>
          </ac:spMkLst>
        </pc:spChg>
        <pc:spChg chg="mod">
          <ac:chgData name="Jethro Hotbatahi Hasoloan" userId="6704a177-17bb-4244-9c06-d865e36c920b" providerId="ADAL" clId="{3E066727-BBB6-4D37-A6B5-32C7A00FA4F3}" dt="2026-10-22T05:22:46.107" v="127144"/>
          <ac:spMkLst>
            <pc:docMk/>
            <pc:sldMk cId="3493007384" sldId="2147483631"/>
            <ac:spMk id="130" creationId="{BEADD361-3379-5208-1E25-9F3185522305}"/>
          </ac:spMkLst>
        </pc:spChg>
        <pc:spChg chg="mod">
          <ac:chgData name="Jethro Hotbatahi Hasoloan" userId="6704a177-17bb-4244-9c06-d865e36c920b" providerId="ADAL" clId="{3E066727-BBB6-4D37-A6B5-32C7A00FA4F3}" dt="2026-10-22T05:22:46.107" v="127144"/>
          <ac:spMkLst>
            <pc:docMk/>
            <pc:sldMk cId="3493007384" sldId="2147483631"/>
            <ac:spMk id="132" creationId="{00CB292C-45EB-0C39-7F8D-FA26B601390A}"/>
          </ac:spMkLst>
        </pc:spChg>
        <pc:spChg chg="mod ord">
          <ac:chgData name="Jethro Hotbatahi Hasoloan" userId="6704a177-17bb-4244-9c06-d865e36c920b" providerId="ADAL" clId="{3E066727-BBB6-4D37-A6B5-32C7A00FA4F3}" dt="2026-10-23T11:13:37.177" v="209747"/>
          <ac:spMkLst>
            <pc:docMk/>
            <pc:sldMk cId="3493007384" sldId="2147483631"/>
            <ac:spMk id="135" creationId="{61E016CA-DD80-8B1A-C46E-B3B32B159BCF}"/>
          </ac:spMkLst>
        </pc:spChg>
        <pc:spChg chg="mod ord">
          <ac:chgData name="Jethro Hotbatahi Hasoloan" userId="6704a177-17bb-4244-9c06-d865e36c920b" providerId="ADAL" clId="{3E066727-BBB6-4D37-A6B5-32C7A00FA4F3}" dt="2026-10-23T11:13:37.177" v="209749"/>
          <ac:spMkLst>
            <pc:docMk/>
            <pc:sldMk cId="3493007384" sldId="2147483631"/>
            <ac:spMk id="136" creationId="{2DA74F4E-A0D5-6EE5-C4C4-5379BF5AF23C}"/>
          </ac:spMkLst>
        </pc:spChg>
        <pc:spChg chg="mod ord">
          <ac:chgData name="Jethro Hotbatahi Hasoloan" userId="6704a177-17bb-4244-9c06-d865e36c920b" providerId="ADAL" clId="{3E066727-BBB6-4D37-A6B5-32C7A00FA4F3}" dt="2026-10-23T11:13:37.177" v="209751"/>
          <ac:spMkLst>
            <pc:docMk/>
            <pc:sldMk cId="3493007384" sldId="2147483631"/>
            <ac:spMk id="137" creationId="{7B55C601-2810-C78B-50AA-E004CAF44EBD}"/>
          </ac:spMkLst>
        </pc:spChg>
        <pc:spChg chg="mod ord">
          <ac:chgData name="Jethro Hotbatahi Hasoloan" userId="6704a177-17bb-4244-9c06-d865e36c920b" providerId="ADAL" clId="{3E066727-BBB6-4D37-A6B5-32C7A00FA4F3}" dt="2026-10-23T11:13:37.177" v="209753"/>
          <ac:spMkLst>
            <pc:docMk/>
            <pc:sldMk cId="3493007384" sldId="2147483631"/>
            <ac:spMk id="138" creationId="{B955B1C9-37EE-17B7-2593-6DF6737C3520}"/>
          </ac:spMkLst>
        </pc:spChg>
        <pc:spChg chg="mod ord">
          <ac:chgData name="Jethro Hotbatahi Hasoloan" userId="6704a177-17bb-4244-9c06-d865e36c920b" providerId="ADAL" clId="{3E066727-BBB6-4D37-A6B5-32C7A00FA4F3}" dt="2026-10-23T11:13:37.177" v="209755"/>
          <ac:spMkLst>
            <pc:docMk/>
            <pc:sldMk cId="3493007384" sldId="2147483631"/>
            <ac:spMk id="139" creationId="{F7BA4605-0A08-7328-AC43-525011D6A426}"/>
          </ac:spMkLst>
        </pc:spChg>
        <pc:spChg chg="mod ord">
          <ac:chgData name="Jethro Hotbatahi Hasoloan" userId="6704a177-17bb-4244-9c06-d865e36c920b" providerId="ADAL" clId="{3E066727-BBB6-4D37-A6B5-32C7A00FA4F3}" dt="2026-10-23T11:13:37.177" v="209757"/>
          <ac:spMkLst>
            <pc:docMk/>
            <pc:sldMk cId="3493007384" sldId="2147483631"/>
            <ac:spMk id="140" creationId="{64E2ABA6-20EF-16D6-F132-E10762188F4C}"/>
          </ac:spMkLst>
        </pc:spChg>
        <pc:spChg chg="mod ord">
          <ac:chgData name="Jethro Hotbatahi Hasoloan" userId="6704a177-17bb-4244-9c06-d865e36c920b" providerId="ADAL" clId="{3E066727-BBB6-4D37-A6B5-32C7A00FA4F3}" dt="2026-10-23T11:13:37.177" v="209759"/>
          <ac:spMkLst>
            <pc:docMk/>
            <pc:sldMk cId="3493007384" sldId="2147483631"/>
            <ac:spMk id="141" creationId="{BB670784-49DF-9D53-3ED7-D31EE2F13301}"/>
          </ac:spMkLst>
        </pc:spChg>
        <pc:spChg chg="mod ord">
          <ac:chgData name="Jethro Hotbatahi Hasoloan" userId="6704a177-17bb-4244-9c06-d865e36c920b" providerId="ADAL" clId="{3E066727-BBB6-4D37-A6B5-32C7A00FA4F3}" dt="2026-10-23T11:13:37.177" v="209761"/>
          <ac:spMkLst>
            <pc:docMk/>
            <pc:sldMk cId="3493007384" sldId="2147483631"/>
            <ac:spMk id="142" creationId="{63F96342-A247-7B3B-6CB0-C83D23C0EC05}"/>
          </ac:spMkLst>
        </pc:spChg>
        <pc:spChg chg="del mod ord">
          <ac:chgData name="Jethro Hotbatahi Hasoloan" userId="6704a177-17bb-4244-9c06-d865e36c920b" providerId="ADAL" clId="{3E066727-BBB6-4D37-A6B5-32C7A00FA4F3}" dt="2026-10-23T09:27:03.427" v="134341" actId="478"/>
          <ac:spMkLst>
            <pc:docMk/>
            <pc:sldMk cId="3493007384" sldId="2147483631"/>
            <ac:spMk id="143" creationId="{05541C21-333B-D7CF-91D6-4E5E15609E38}"/>
          </ac:spMkLst>
        </pc:spChg>
        <pc:spChg chg="mod ord">
          <ac:chgData name="Jethro Hotbatahi Hasoloan" userId="6704a177-17bb-4244-9c06-d865e36c920b" providerId="ADAL" clId="{3E066727-BBB6-4D37-A6B5-32C7A00FA4F3}" dt="2026-10-23T11:13:37.189" v="209763"/>
          <ac:spMkLst>
            <pc:docMk/>
            <pc:sldMk cId="3493007384" sldId="2147483631"/>
            <ac:spMk id="144" creationId="{4B33E266-AB9F-6706-1173-90BBFE9E3611}"/>
          </ac:spMkLst>
        </pc:spChg>
        <pc:spChg chg="mod ord">
          <ac:chgData name="Jethro Hotbatahi Hasoloan" userId="6704a177-17bb-4244-9c06-d865e36c920b" providerId="ADAL" clId="{3E066727-BBB6-4D37-A6B5-32C7A00FA4F3}" dt="2026-10-23T11:13:37.189" v="209765"/>
          <ac:spMkLst>
            <pc:docMk/>
            <pc:sldMk cId="3493007384" sldId="2147483631"/>
            <ac:spMk id="145" creationId="{3CE5275E-C35B-8DD6-34AD-3B7A217FFD0C}"/>
          </ac:spMkLst>
        </pc:spChg>
        <pc:spChg chg="mod">
          <ac:chgData name="Jethro Hotbatahi Hasoloan" userId="6704a177-17bb-4244-9c06-d865e36c920b" providerId="ADAL" clId="{3E066727-BBB6-4D37-A6B5-32C7A00FA4F3}" dt="2026-10-23T11:13:37.189" v="209766"/>
          <ac:spMkLst>
            <pc:docMk/>
            <pc:sldMk cId="3493007384" sldId="2147483631"/>
            <ac:spMk id="146" creationId="{D2DE3AB9-10EC-F0E0-7676-CDEF67780843}"/>
          </ac:spMkLst>
        </pc:spChg>
        <pc:spChg chg="mod">
          <ac:chgData name="Jethro Hotbatahi Hasoloan" userId="6704a177-17bb-4244-9c06-d865e36c920b" providerId="ADAL" clId="{3E066727-BBB6-4D37-A6B5-32C7A00FA4F3}" dt="2026-10-23T11:13:37.189" v="209767"/>
          <ac:spMkLst>
            <pc:docMk/>
            <pc:sldMk cId="3493007384" sldId="2147483631"/>
            <ac:spMk id="147" creationId="{4F9B5433-DE9F-2CDA-AEAD-E214CB9CE718}"/>
          </ac:spMkLst>
        </pc:spChg>
        <pc:spChg chg="add del mod modVis">
          <ac:chgData name="Jethro Hotbatahi Hasoloan" userId="6704a177-17bb-4244-9c06-d865e36c920b" providerId="ADAL" clId="{3E066727-BBB6-4D37-A6B5-32C7A00FA4F3}" dt="2026-10-23T06:57:20.936" v="130315"/>
          <ac:spMkLst>
            <pc:docMk/>
            <pc:sldMk cId="3493007384" sldId="2147483631"/>
            <ac:spMk id="148" creationId="{5125DB8C-3D54-C6FC-487B-E4A822B667B0}"/>
          </ac:spMkLst>
        </pc:spChg>
        <pc:spChg chg="add del mod modVis">
          <ac:chgData name="Jethro Hotbatahi Hasoloan" userId="6704a177-17bb-4244-9c06-d865e36c920b" providerId="ADAL" clId="{3E066727-BBB6-4D37-A6B5-32C7A00FA4F3}" dt="2026-10-22T05:22:50.926" v="128880"/>
          <ac:spMkLst>
            <pc:docMk/>
            <pc:sldMk cId="3493007384" sldId="2147483631"/>
            <ac:spMk id="148" creationId="{F3EC714D-3A8C-059F-8CBB-435D1E015CB9}"/>
          </ac:spMkLst>
        </pc:spChg>
        <pc:spChg chg="add mod ord">
          <ac:chgData name="Jethro Hotbatahi Hasoloan" userId="6704a177-17bb-4244-9c06-d865e36c920b" providerId="ADAL" clId="{3E066727-BBB6-4D37-A6B5-32C7A00FA4F3}" dt="2026-10-23T11:13:37.145" v="209590"/>
          <ac:spMkLst>
            <pc:docMk/>
            <pc:sldMk cId="3493007384" sldId="2147483631"/>
            <ac:spMk id="149" creationId="{96ACA065-2B1D-C39A-1B6D-6C7568697B13}"/>
          </ac:spMkLst>
        </pc:spChg>
        <pc:spChg chg="add del mod modVis">
          <ac:chgData name="Jethro Hotbatahi Hasoloan" userId="6704a177-17bb-4244-9c06-d865e36c920b" providerId="ADAL" clId="{3E066727-BBB6-4D37-A6B5-32C7A00FA4F3}" dt="2026-10-23T06:57:23.572" v="130650"/>
          <ac:spMkLst>
            <pc:docMk/>
            <pc:sldMk cId="3493007384" sldId="2147483631"/>
            <ac:spMk id="151" creationId="{76DDEB4C-081C-BEC5-CC44-5090C2988737}"/>
          </ac:spMkLst>
        </pc:spChg>
        <pc:spChg chg="add mod ord">
          <ac:chgData name="Jethro Hotbatahi Hasoloan" userId="6704a177-17bb-4244-9c06-d865e36c920b" providerId="ADAL" clId="{3E066727-BBB6-4D37-A6B5-32C7A00FA4F3}" dt="2026-10-23T11:13:37.145" v="209594"/>
          <ac:spMkLst>
            <pc:docMk/>
            <pc:sldMk cId="3493007384" sldId="2147483631"/>
            <ac:spMk id="152" creationId="{16CEC6F5-761E-1C05-884E-0C5409C783D1}"/>
          </ac:spMkLst>
        </pc:spChg>
        <pc:spChg chg="add del mod modVis">
          <ac:chgData name="Jethro Hotbatahi Hasoloan" userId="6704a177-17bb-4244-9c06-d865e36c920b" providerId="ADAL" clId="{3E066727-BBB6-4D37-A6B5-32C7A00FA4F3}" dt="2026-10-23T06:57:25.919" v="131507"/>
          <ac:spMkLst>
            <pc:docMk/>
            <pc:sldMk cId="3493007384" sldId="2147483631"/>
            <ac:spMk id="154" creationId="{04034E3A-D5E3-857D-A376-5C8E02CF18E7}"/>
          </ac:spMkLst>
        </pc:spChg>
        <pc:spChg chg="add del mod ord">
          <ac:chgData name="Jethro Hotbatahi Hasoloan" userId="6704a177-17bb-4244-9c06-d865e36c920b" providerId="ADAL" clId="{3E066727-BBB6-4D37-A6B5-32C7A00FA4F3}" dt="2026-10-23T06:57:26.881" v="131563"/>
          <ac:spMkLst>
            <pc:docMk/>
            <pc:sldMk cId="3493007384" sldId="2147483631"/>
            <ac:spMk id="155" creationId="{701DCBD6-9951-9AE3-E151-321F93CDB232}"/>
          </ac:spMkLst>
        </pc:spChg>
        <pc:spChg chg="add del mod ord">
          <ac:chgData name="Jethro Hotbatahi Hasoloan" userId="6704a177-17bb-4244-9c06-d865e36c920b" providerId="ADAL" clId="{3E066727-BBB6-4D37-A6B5-32C7A00FA4F3}" dt="2026-10-23T06:57:26.881" v="131565"/>
          <ac:spMkLst>
            <pc:docMk/>
            <pc:sldMk cId="3493007384" sldId="2147483631"/>
            <ac:spMk id="156" creationId="{0A9E463B-D4AC-08DD-2484-DB7F989ECA9B}"/>
          </ac:spMkLst>
        </pc:spChg>
        <pc:spChg chg="add mod ord">
          <ac:chgData name="Jethro Hotbatahi Hasoloan" userId="6704a177-17bb-4244-9c06-d865e36c920b" providerId="ADAL" clId="{3E066727-BBB6-4D37-A6B5-32C7A00FA4F3}" dt="2026-10-23T11:13:37.145" v="209598"/>
          <ac:spMkLst>
            <pc:docMk/>
            <pc:sldMk cId="3493007384" sldId="2147483631"/>
            <ac:spMk id="157" creationId="{161E2CB0-7E26-F5B4-689D-3114CB78C1CB}"/>
          </ac:spMkLst>
        </pc:spChg>
        <pc:spChg chg="add del mod">
          <ac:chgData name="Jethro Hotbatahi Hasoloan" userId="6704a177-17bb-4244-9c06-d865e36c920b" providerId="ADAL" clId="{3E066727-BBB6-4D37-A6B5-32C7A00FA4F3}" dt="2026-10-23T06:57:26.897" v="131566"/>
          <ac:spMkLst>
            <pc:docMk/>
            <pc:sldMk cId="3493007384" sldId="2147483631"/>
            <ac:spMk id="158" creationId="{5E87B4DF-3480-22AE-E6F4-CB07E2B616DA}"/>
          </ac:spMkLst>
        </pc:spChg>
        <pc:spChg chg="add del mod ord">
          <ac:chgData name="Jethro Hotbatahi Hasoloan" userId="6704a177-17bb-4244-9c06-d865e36c920b" providerId="ADAL" clId="{3E066727-BBB6-4D37-A6B5-32C7A00FA4F3}" dt="2026-10-23T06:57:26.898" v="131568"/>
          <ac:spMkLst>
            <pc:docMk/>
            <pc:sldMk cId="3493007384" sldId="2147483631"/>
            <ac:spMk id="159" creationId="{F48ED0CA-FFD1-805C-8E8C-5E3F78C7C0AD}"/>
          </ac:spMkLst>
        </pc:spChg>
        <pc:spChg chg="add del mod ord">
          <ac:chgData name="Jethro Hotbatahi Hasoloan" userId="6704a177-17bb-4244-9c06-d865e36c920b" providerId="ADAL" clId="{3E066727-BBB6-4D37-A6B5-32C7A00FA4F3}" dt="2026-10-23T06:57:26.898" v="131570"/>
          <ac:spMkLst>
            <pc:docMk/>
            <pc:sldMk cId="3493007384" sldId="2147483631"/>
            <ac:spMk id="160" creationId="{AF49DE67-2270-AA25-E476-E549341476DA}"/>
          </ac:spMkLst>
        </pc:spChg>
        <pc:spChg chg="add del mod">
          <ac:chgData name="Jethro Hotbatahi Hasoloan" userId="6704a177-17bb-4244-9c06-d865e36c920b" providerId="ADAL" clId="{3E066727-BBB6-4D37-A6B5-32C7A00FA4F3}" dt="2026-10-23T06:57:26.914" v="131607"/>
          <ac:spMkLst>
            <pc:docMk/>
            <pc:sldMk cId="3493007384" sldId="2147483631"/>
            <ac:spMk id="161" creationId="{A40C6758-A54D-5D91-6953-07E9D98B56AF}"/>
          </ac:spMkLst>
        </pc:spChg>
        <pc:spChg chg="add del mod">
          <ac:chgData name="Jethro Hotbatahi Hasoloan" userId="6704a177-17bb-4244-9c06-d865e36c920b" providerId="ADAL" clId="{3E066727-BBB6-4D37-A6B5-32C7A00FA4F3}" dt="2026-10-23T06:57:26.914" v="131606"/>
          <ac:spMkLst>
            <pc:docMk/>
            <pc:sldMk cId="3493007384" sldId="2147483631"/>
            <ac:spMk id="162" creationId="{BFD0319B-B73D-64EE-373D-BC5DC01C28D1}"/>
          </ac:spMkLst>
        </pc:spChg>
        <pc:spChg chg="add del mod">
          <ac:chgData name="Jethro Hotbatahi Hasoloan" userId="6704a177-17bb-4244-9c06-d865e36c920b" providerId="ADAL" clId="{3E066727-BBB6-4D37-A6B5-32C7A00FA4F3}" dt="2026-10-23T06:57:26.914" v="131605"/>
          <ac:spMkLst>
            <pc:docMk/>
            <pc:sldMk cId="3493007384" sldId="2147483631"/>
            <ac:spMk id="163" creationId="{E457C4EC-EBFF-667C-7033-2EF3F954D35A}"/>
          </ac:spMkLst>
        </pc:spChg>
        <pc:spChg chg="add del mod">
          <ac:chgData name="Jethro Hotbatahi Hasoloan" userId="6704a177-17bb-4244-9c06-d865e36c920b" providerId="ADAL" clId="{3E066727-BBB6-4D37-A6B5-32C7A00FA4F3}" dt="2026-10-23T06:57:26.914" v="131604"/>
          <ac:spMkLst>
            <pc:docMk/>
            <pc:sldMk cId="3493007384" sldId="2147483631"/>
            <ac:spMk id="164" creationId="{E36105F8-9D09-915A-902D-F1D5BA65FE1A}"/>
          </ac:spMkLst>
        </pc:spChg>
        <pc:spChg chg="add del mod">
          <ac:chgData name="Jethro Hotbatahi Hasoloan" userId="6704a177-17bb-4244-9c06-d865e36c920b" providerId="ADAL" clId="{3E066727-BBB6-4D37-A6B5-32C7A00FA4F3}" dt="2026-10-23T06:57:26.914" v="131603"/>
          <ac:spMkLst>
            <pc:docMk/>
            <pc:sldMk cId="3493007384" sldId="2147483631"/>
            <ac:spMk id="165" creationId="{DA9E1451-2233-ED54-32CB-08547605DB58}"/>
          </ac:spMkLst>
        </pc:spChg>
        <pc:spChg chg="add del mod">
          <ac:chgData name="Jethro Hotbatahi Hasoloan" userId="6704a177-17bb-4244-9c06-d865e36c920b" providerId="ADAL" clId="{3E066727-BBB6-4D37-A6B5-32C7A00FA4F3}" dt="2026-10-23T06:57:26.914" v="131602"/>
          <ac:spMkLst>
            <pc:docMk/>
            <pc:sldMk cId="3493007384" sldId="2147483631"/>
            <ac:spMk id="166" creationId="{B29CE866-4FBC-F5B0-E0C4-EBA4D98C9094}"/>
          </ac:spMkLst>
        </pc:spChg>
        <pc:spChg chg="add del mod">
          <ac:chgData name="Jethro Hotbatahi Hasoloan" userId="6704a177-17bb-4244-9c06-d865e36c920b" providerId="ADAL" clId="{3E066727-BBB6-4D37-A6B5-32C7A00FA4F3}" dt="2026-10-23T06:57:26.914" v="131601"/>
          <ac:spMkLst>
            <pc:docMk/>
            <pc:sldMk cId="3493007384" sldId="2147483631"/>
            <ac:spMk id="167" creationId="{10CAA462-46EB-B75F-2FB6-12E1D436FC1E}"/>
          </ac:spMkLst>
        </pc:spChg>
        <pc:spChg chg="add del mod">
          <ac:chgData name="Jethro Hotbatahi Hasoloan" userId="6704a177-17bb-4244-9c06-d865e36c920b" providerId="ADAL" clId="{3E066727-BBB6-4D37-A6B5-32C7A00FA4F3}" dt="2026-10-23T06:57:26.914" v="131600"/>
          <ac:spMkLst>
            <pc:docMk/>
            <pc:sldMk cId="3493007384" sldId="2147483631"/>
            <ac:spMk id="168" creationId="{B1E12670-2B5C-C366-7AC1-802AF23CFCDE}"/>
          </ac:spMkLst>
        </pc:spChg>
        <pc:spChg chg="add del mod">
          <ac:chgData name="Jethro Hotbatahi Hasoloan" userId="6704a177-17bb-4244-9c06-d865e36c920b" providerId="ADAL" clId="{3E066727-BBB6-4D37-A6B5-32C7A00FA4F3}" dt="2026-10-23T06:57:26.914" v="131599"/>
          <ac:spMkLst>
            <pc:docMk/>
            <pc:sldMk cId="3493007384" sldId="2147483631"/>
            <ac:spMk id="169" creationId="{2B49709F-B657-91BA-A239-64155D1BC41D}"/>
          </ac:spMkLst>
        </pc:spChg>
        <pc:spChg chg="add del mod">
          <ac:chgData name="Jethro Hotbatahi Hasoloan" userId="6704a177-17bb-4244-9c06-d865e36c920b" providerId="ADAL" clId="{3E066727-BBB6-4D37-A6B5-32C7A00FA4F3}" dt="2026-10-23T06:57:26.914" v="131598"/>
          <ac:spMkLst>
            <pc:docMk/>
            <pc:sldMk cId="3493007384" sldId="2147483631"/>
            <ac:spMk id="170" creationId="{EA84DBAC-3A81-086B-40B3-796577C7D6FC}"/>
          </ac:spMkLst>
        </pc:spChg>
        <pc:spChg chg="add del mod">
          <ac:chgData name="Jethro Hotbatahi Hasoloan" userId="6704a177-17bb-4244-9c06-d865e36c920b" providerId="ADAL" clId="{3E066727-BBB6-4D37-A6B5-32C7A00FA4F3}" dt="2026-10-23T06:57:26.914" v="131597"/>
          <ac:spMkLst>
            <pc:docMk/>
            <pc:sldMk cId="3493007384" sldId="2147483631"/>
            <ac:spMk id="171" creationId="{7656E1CC-AEB9-F7AE-88F8-86F7558D96F1}"/>
          </ac:spMkLst>
        </pc:spChg>
        <pc:spChg chg="add del mod">
          <ac:chgData name="Jethro Hotbatahi Hasoloan" userId="6704a177-17bb-4244-9c06-d865e36c920b" providerId="ADAL" clId="{3E066727-BBB6-4D37-A6B5-32C7A00FA4F3}" dt="2026-10-23T06:57:26.914" v="131596"/>
          <ac:spMkLst>
            <pc:docMk/>
            <pc:sldMk cId="3493007384" sldId="2147483631"/>
            <ac:spMk id="172" creationId="{903E7654-A5D1-5842-2205-B5B5C820D363}"/>
          </ac:spMkLst>
        </pc:spChg>
        <pc:spChg chg="add del mod">
          <ac:chgData name="Jethro Hotbatahi Hasoloan" userId="6704a177-17bb-4244-9c06-d865e36c920b" providerId="ADAL" clId="{3E066727-BBB6-4D37-A6B5-32C7A00FA4F3}" dt="2026-10-23T06:57:26.914" v="131595"/>
          <ac:spMkLst>
            <pc:docMk/>
            <pc:sldMk cId="3493007384" sldId="2147483631"/>
            <ac:spMk id="173" creationId="{F003E7AC-09C5-9A21-CB46-79A0BA3EAA7A}"/>
          </ac:spMkLst>
        </pc:spChg>
        <pc:spChg chg="add del mod">
          <ac:chgData name="Jethro Hotbatahi Hasoloan" userId="6704a177-17bb-4244-9c06-d865e36c920b" providerId="ADAL" clId="{3E066727-BBB6-4D37-A6B5-32C7A00FA4F3}" dt="2026-10-23T06:57:26.914" v="131594"/>
          <ac:spMkLst>
            <pc:docMk/>
            <pc:sldMk cId="3493007384" sldId="2147483631"/>
            <ac:spMk id="174" creationId="{1902125F-8328-75D3-D522-DAE5327E754A}"/>
          </ac:spMkLst>
        </pc:spChg>
        <pc:spChg chg="add del mod">
          <ac:chgData name="Jethro Hotbatahi Hasoloan" userId="6704a177-17bb-4244-9c06-d865e36c920b" providerId="ADAL" clId="{3E066727-BBB6-4D37-A6B5-32C7A00FA4F3}" dt="2026-10-23T06:57:26.914" v="131593"/>
          <ac:spMkLst>
            <pc:docMk/>
            <pc:sldMk cId="3493007384" sldId="2147483631"/>
            <ac:spMk id="175" creationId="{CCD0AEBF-EBB4-330D-D5A7-C534C4821536}"/>
          </ac:spMkLst>
        </pc:spChg>
        <pc:spChg chg="add del mod modVis">
          <ac:chgData name="Jethro Hotbatahi Hasoloan" userId="6704a177-17bb-4244-9c06-d865e36c920b" providerId="ADAL" clId="{3E066727-BBB6-4D37-A6B5-32C7A00FA4F3}" dt="2026-10-23T06:57:27.041" v="131839"/>
          <ac:spMkLst>
            <pc:docMk/>
            <pc:sldMk cId="3493007384" sldId="2147483631"/>
            <ac:spMk id="177" creationId="{8E2102F1-F693-96D4-BF6F-77363F142995}"/>
          </ac:spMkLst>
        </pc:spChg>
        <pc:spChg chg="add del mod modVis">
          <ac:chgData name="Jethro Hotbatahi Hasoloan" userId="6704a177-17bb-4244-9c06-d865e36c920b" providerId="ADAL" clId="{3E066727-BBB6-4D37-A6B5-32C7A00FA4F3}" dt="2026-10-23T06:57:29.624" v="132240"/>
          <ac:spMkLst>
            <pc:docMk/>
            <pc:sldMk cId="3493007384" sldId="2147483631"/>
            <ac:spMk id="180" creationId="{744B11B6-135C-564B-B9F6-EFD554655474}"/>
          </ac:spMkLst>
        </pc:spChg>
        <pc:spChg chg="add mod ord">
          <ac:chgData name="Jethro Hotbatahi Hasoloan" userId="6704a177-17bb-4244-9c06-d865e36c920b" providerId="ADAL" clId="{3E066727-BBB6-4D37-A6B5-32C7A00FA4F3}" dt="2026-10-23T11:13:37.145" v="209602"/>
          <ac:spMkLst>
            <pc:docMk/>
            <pc:sldMk cId="3493007384" sldId="2147483631"/>
            <ac:spMk id="181" creationId="{3AD7AF51-DB24-3FDB-C057-61022F1B791C}"/>
          </ac:spMkLst>
        </pc:spChg>
        <pc:spChg chg="add mod ord">
          <ac:chgData name="Jethro Hotbatahi Hasoloan" userId="6704a177-17bb-4244-9c06-d865e36c920b" providerId="ADAL" clId="{3E066727-BBB6-4D37-A6B5-32C7A00FA4F3}" dt="2026-10-23T11:13:37.145" v="209604"/>
          <ac:spMkLst>
            <pc:docMk/>
            <pc:sldMk cId="3493007384" sldId="2147483631"/>
            <ac:spMk id="182" creationId="{A71C8FD7-0546-3DED-C20D-40162948637C}"/>
          </ac:spMkLst>
        </pc:spChg>
        <pc:spChg chg="add del mod modVis">
          <ac:chgData name="Jethro Hotbatahi Hasoloan" userId="6704a177-17bb-4244-9c06-d865e36c920b" providerId="ADAL" clId="{3E066727-BBB6-4D37-A6B5-32C7A00FA4F3}" dt="2026-10-23T06:58:28.799" v="132529"/>
          <ac:spMkLst>
            <pc:docMk/>
            <pc:sldMk cId="3493007384" sldId="2147483631"/>
            <ac:spMk id="184" creationId="{738C9C0F-F27A-A859-1252-075B2400E166}"/>
          </ac:spMkLst>
        </pc:spChg>
        <pc:spChg chg="add del mod">
          <ac:chgData name="Jethro Hotbatahi Hasoloan" userId="6704a177-17bb-4244-9c06-d865e36c920b" providerId="ADAL" clId="{3E066727-BBB6-4D37-A6B5-32C7A00FA4F3}" dt="2026-10-23T06:58:29.836" v="132741"/>
          <ac:spMkLst>
            <pc:docMk/>
            <pc:sldMk cId="3493007384" sldId="2147483631"/>
            <ac:spMk id="186" creationId="{B61AC4DF-2B7B-7B28-4928-ADED7BEDD7F5}"/>
          </ac:spMkLst>
        </pc:spChg>
        <pc:spChg chg="add del mod">
          <ac:chgData name="Jethro Hotbatahi Hasoloan" userId="6704a177-17bb-4244-9c06-d865e36c920b" providerId="ADAL" clId="{3E066727-BBB6-4D37-A6B5-32C7A00FA4F3}" dt="2026-10-23T06:58:29.836" v="132742"/>
          <ac:spMkLst>
            <pc:docMk/>
            <pc:sldMk cId="3493007384" sldId="2147483631"/>
            <ac:spMk id="187" creationId="{27AB892E-4D7D-834F-948E-CA026A07877F}"/>
          </ac:spMkLst>
        </pc:spChg>
        <pc:spChg chg="add del mod">
          <ac:chgData name="Jethro Hotbatahi Hasoloan" userId="6704a177-17bb-4244-9c06-d865e36c920b" providerId="ADAL" clId="{3E066727-BBB6-4D37-A6B5-32C7A00FA4F3}" dt="2026-10-23T06:58:29.836" v="132743"/>
          <ac:spMkLst>
            <pc:docMk/>
            <pc:sldMk cId="3493007384" sldId="2147483631"/>
            <ac:spMk id="188" creationId="{3D5DEB1D-D720-3D53-AA7A-83C27A7C81BD}"/>
          </ac:spMkLst>
        </pc:spChg>
        <pc:spChg chg="add del mod">
          <ac:chgData name="Jethro Hotbatahi Hasoloan" userId="6704a177-17bb-4244-9c06-d865e36c920b" providerId="ADAL" clId="{3E066727-BBB6-4D37-A6B5-32C7A00FA4F3}" dt="2026-10-23T06:58:29.836" v="132744"/>
          <ac:spMkLst>
            <pc:docMk/>
            <pc:sldMk cId="3493007384" sldId="2147483631"/>
            <ac:spMk id="189" creationId="{7CB388E4-77A3-62E3-53DE-20DA71E50817}"/>
          </ac:spMkLst>
        </pc:spChg>
        <pc:spChg chg="add del mod modVis">
          <ac:chgData name="Jethro Hotbatahi Hasoloan" userId="6704a177-17bb-4244-9c06-d865e36c920b" providerId="ADAL" clId="{3E066727-BBB6-4D37-A6B5-32C7A00FA4F3}" dt="2026-10-23T06:58:29.978" v="132987"/>
          <ac:spMkLst>
            <pc:docMk/>
            <pc:sldMk cId="3493007384" sldId="2147483631"/>
            <ac:spMk id="190" creationId="{A2D2D138-0235-0D29-EED3-E8487885D5BD}"/>
          </ac:spMkLst>
        </pc:spChg>
        <pc:spChg chg="add del mod modVis">
          <ac:chgData name="Jethro Hotbatahi Hasoloan" userId="6704a177-17bb-4244-9c06-d865e36c920b" providerId="ADAL" clId="{3E066727-BBB6-4D37-A6B5-32C7A00FA4F3}" dt="2026-10-23T09:04:00.957" v="134030"/>
          <ac:spMkLst>
            <pc:docMk/>
            <pc:sldMk cId="3493007384" sldId="2147483631"/>
            <ac:spMk id="192" creationId="{C9C00B3B-A2C9-A350-7E3A-3A275B6BEA14}"/>
          </ac:spMkLst>
        </pc:spChg>
        <pc:spChg chg="add del mod">
          <ac:chgData name="Jethro Hotbatahi Hasoloan" userId="6704a177-17bb-4244-9c06-d865e36c920b" providerId="ADAL" clId="{3E066727-BBB6-4D37-A6B5-32C7A00FA4F3}" dt="2026-10-23T11:06:51.224" v="189432"/>
          <ac:spMkLst>
            <pc:docMk/>
            <pc:sldMk cId="3493007384" sldId="2147483631"/>
            <ac:spMk id="194" creationId="{003B91C2-4E13-2E60-3988-F3209DE9B3AE}"/>
          </ac:spMkLst>
        </pc:spChg>
        <pc:spChg chg="add del mod">
          <ac:chgData name="Jethro Hotbatahi Hasoloan" userId="6704a177-17bb-4244-9c06-d865e36c920b" providerId="ADAL" clId="{3E066727-BBB6-4D37-A6B5-32C7A00FA4F3}" dt="2026-10-23T11:06:51.226" v="189433"/>
          <ac:spMkLst>
            <pc:docMk/>
            <pc:sldMk cId="3493007384" sldId="2147483631"/>
            <ac:spMk id="195" creationId="{D3898111-FFD7-D8BC-D8B8-DF4540A27C88}"/>
          </ac:spMkLst>
        </pc:spChg>
        <pc:spChg chg="add del mod modVis">
          <ac:chgData name="Jethro Hotbatahi Hasoloan" userId="6704a177-17bb-4244-9c06-d865e36c920b" providerId="ADAL" clId="{3E066727-BBB6-4D37-A6B5-32C7A00FA4F3}" dt="2026-10-23T11:06:51.405" v="189664"/>
          <ac:spMkLst>
            <pc:docMk/>
            <pc:sldMk cId="3493007384" sldId="2147483631"/>
            <ac:spMk id="196" creationId="{AA3084C0-1F2B-2E14-8C3E-1FCC8F1E4B93}"/>
          </ac:spMkLst>
        </pc:spChg>
        <pc:spChg chg="add del mod modVis">
          <ac:chgData name="Jethro Hotbatahi Hasoloan" userId="6704a177-17bb-4244-9c06-d865e36c920b" providerId="ADAL" clId="{3E066727-BBB6-4D37-A6B5-32C7A00FA4F3}" dt="2026-10-23T11:06:53.348" v="189991"/>
          <ac:spMkLst>
            <pc:docMk/>
            <pc:sldMk cId="3493007384" sldId="2147483631"/>
            <ac:spMk id="198" creationId="{9D2DB3CA-4F40-551C-2E6A-B5E58497AA20}"/>
          </ac:spMkLst>
        </pc:spChg>
        <pc:spChg chg="add del mod modVis">
          <ac:chgData name="Jethro Hotbatahi Hasoloan" userId="6704a177-17bb-4244-9c06-d865e36c920b" providerId="ADAL" clId="{3E066727-BBB6-4D37-A6B5-32C7A00FA4F3}" dt="2026-10-23T11:06:59.880" v="190523"/>
          <ac:spMkLst>
            <pc:docMk/>
            <pc:sldMk cId="3493007384" sldId="2147483631"/>
            <ac:spMk id="201" creationId="{C74007EA-D27C-AE4F-7FB5-430F5F830607}"/>
          </ac:spMkLst>
        </pc:spChg>
        <pc:spChg chg="add del mod modVis">
          <ac:chgData name="Jethro Hotbatahi Hasoloan" userId="6704a177-17bb-4244-9c06-d865e36c920b" providerId="ADAL" clId="{3E066727-BBB6-4D37-A6B5-32C7A00FA4F3}" dt="2026-10-23T11:07:04.242" v="191092"/>
          <ac:spMkLst>
            <pc:docMk/>
            <pc:sldMk cId="3493007384" sldId="2147483631"/>
            <ac:spMk id="204" creationId="{4FA66EB6-6237-A574-948A-080CE9B94AEA}"/>
          </ac:spMkLst>
        </pc:spChg>
        <pc:spChg chg="add del mod ord">
          <ac:chgData name="Jethro Hotbatahi Hasoloan" userId="6704a177-17bb-4244-9c06-d865e36c920b" providerId="ADAL" clId="{3E066727-BBB6-4D37-A6B5-32C7A00FA4F3}" dt="2026-10-23T11:07:34.516" v="194236"/>
          <ac:spMkLst>
            <pc:docMk/>
            <pc:sldMk cId="3493007384" sldId="2147483631"/>
            <ac:spMk id="205" creationId="{C5494A81-FD87-53A0-0DD3-811518306DBA}"/>
          </ac:spMkLst>
        </pc:spChg>
        <pc:spChg chg="add del mod modVis">
          <ac:chgData name="Jethro Hotbatahi Hasoloan" userId="6704a177-17bb-4244-9c06-d865e36c920b" providerId="ADAL" clId="{3E066727-BBB6-4D37-A6B5-32C7A00FA4F3}" dt="2026-10-23T11:07:06.576" v="191420"/>
          <ac:spMkLst>
            <pc:docMk/>
            <pc:sldMk cId="3493007384" sldId="2147483631"/>
            <ac:spMk id="207" creationId="{E60C8093-1261-C31B-D2C8-DFEEB2B0DD64}"/>
          </ac:spMkLst>
        </pc:spChg>
        <pc:spChg chg="add del mod ord">
          <ac:chgData name="Jethro Hotbatahi Hasoloan" userId="6704a177-17bb-4244-9c06-d865e36c920b" providerId="ADAL" clId="{3E066727-BBB6-4D37-A6B5-32C7A00FA4F3}" dt="2026-10-23T11:07:34.516" v="194240"/>
          <ac:spMkLst>
            <pc:docMk/>
            <pc:sldMk cId="3493007384" sldId="2147483631"/>
            <ac:spMk id="208" creationId="{37B59CB7-EDB0-3EED-3954-65DC6E42DDAF}"/>
          </ac:spMkLst>
        </pc:spChg>
        <pc:spChg chg="add del mod modVis">
          <ac:chgData name="Jethro Hotbatahi Hasoloan" userId="6704a177-17bb-4244-9c06-d865e36c920b" providerId="ADAL" clId="{3E066727-BBB6-4D37-A6B5-32C7A00FA4F3}" dt="2026-10-23T11:07:12.159" v="191746"/>
          <ac:spMkLst>
            <pc:docMk/>
            <pc:sldMk cId="3493007384" sldId="2147483631"/>
            <ac:spMk id="210" creationId="{169DA5AB-4895-14B4-C9CA-A0A3805AE701}"/>
          </ac:spMkLst>
        </pc:spChg>
        <pc:spChg chg="add mod ord">
          <ac:chgData name="Jethro Hotbatahi Hasoloan" userId="6704a177-17bb-4244-9c06-d865e36c920b" providerId="ADAL" clId="{3E066727-BBB6-4D37-A6B5-32C7A00FA4F3}" dt="2026-10-23T11:13:37.160" v="209672"/>
          <ac:spMkLst>
            <pc:docMk/>
            <pc:sldMk cId="3493007384" sldId="2147483631"/>
            <ac:spMk id="211" creationId="{E1BDF3B3-B98B-0BF1-D68B-65B1F4623ECC}"/>
          </ac:spMkLst>
        </pc:spChg>
        <pc:spChg chg="add del mod modVis">
          <ac:chgData name="Jethro Hotbatahi Hasoloan" userId="6704a177-17bb-4244-9c06-d865e36c920b" providerId="ADAL" clId="{3E066727-BBB6-4D37-A6B5-32C7A00FA4F3}" dt="2026-10-23T11:07:13.571" v="192072"/>
          <ac:spMkLst>
            <pc:docMk/>
            <pc:sldMk cId="3493007384" sldId="2147483631"/>
            <ac:spMk id="213" creationId="{DE8412BC-BEE2-CE8D-A0E0-23D8485E718A}"/>
          </ac:spMkLst>
        </pc:spChg>
        <pc:spChg chg="add del mod ord">
          <ac:chgData name="Jethro Hotbatahi Hasoloan" userId="6704a177-17bb-4244-9c06-d865e36c920b" providerId="ADAL" clId="{3E066727-BBB6-4D37-A6B5-32C7A00FA4F3}" dt="2026-10-23T11:07:34.507" v="194232"/>
          <ac:spMkLst>
            <pc:docMk/>
            <pc:sldMk cId="3493007384" sldId="2147483631"/>
            <ac:spMk id="214" creationId="{DEDCDCB4-0217-9649-9A90-A474FF2AE22D}"/>
          </ac:spMkLst>
        </pc:spChg>
        <pc:spChg chg="add del mod modVis">
          <ac:chgData name="Jethro Hotbatahi Hasoloan" userId="6704a177-17bb-4244-9c06-d865e36c920b" providerId="ADAL" clId="{3E066727-BBB6-4D37-A6B5-32C7A00FA4F3}" dt="2026-10-23T11:07:15.906" v="192389"/>
          <ac:spMkLst>
            <pc:docMk/>
            <pc:sldMk cId="3493007384" sldId="2147483631"/>
            <ac:spMk id="216" creationId="{F39988CD-4BEE-AE28-B987-C378949AC221}"/>
          </ac:spMkLst>
        </pc:spChg>
        <pc:spChg chg="add del mod ord">
          <ac:chgData name="Jethro Hotbatahi Hasoloan" userId="6704a177-17bb-4244-9c06-d865e36c920b" providerId="ADAL" clId="{3E066727-BBB6-4D37-A6B5-32C7A00FA4F3}" dt="2026-10-23T11:07:34.516" v="194234"/>
          <ac:spMkLst>
            <pc:docMk/>
            <pc:sldMk cId="3493007384" sldId="2147483631"/>
            <ac:spMk id="217" creationId="{AFF86F89-DA54-C885-9BD5-FA691A2575ED}"/>
          </ac:spMkLst>
        </pc:spChg>
        <pc:spChg chg="add del mod modVis">
          <ac:chgData name="Jethro Hotbatahi Hasoloan" userId="6704a177-17bb-4244-9c06-d865e36c920b" providerId="ADAL" clId="{3E066727-BBB6-4D37-A6B5-32C7A00FA4F3}" dt="2026-10-23T11:07:17.518" v="192719"/>
          <ac:spMkLst>
            <pc:docMk/>
            <pc:sldMk cId="3493007384" sldId="2147483631"/>
            <ac:spMk id="219" creationId="{62D4D819-353F-9D93-67D8-48AE6597A0D0}"/>
          </ac:spMkLst>
        </pc:spChg>
        <pc:spChg chg="add del mod ord">
          <ac:chgData name="Jethro Hotbatahi Hasoloan" userId="6704a177-17bb-4244-9c06-d865e36c920b" providerId="ADAL" clId="{3E066727-BBB6-4D37-A6B5-32C7A00FA4F3}" dt="2026-10-23T11:07:34.516" v="194238"/>
          <ac:spMkLst>
            <pc:docMk/>
            <pc:sldMk cId="3493007384" sldId="2147483631"/>
            <ac:spMk id="220" creationId="{730746F0-46D5-594F-046F-5FC29112CDBC}"/>
          </ac:spMkLst>
        </pc:spChg>
        <pc:spChg chg="add del mod modVis">
          <ac:chgData name="Jethro Hotbatahi Hasoloan" userId="6704a177-17bb-4244-9c06-d865e36c920b" providerId="ADAL" clId="{3E066727-BBB6-4D37-A6B5-32C7A00FA4F3}" dt="2026-10-23T11:07:20.409" v="193079"/>
          <ac:spMkLst>
            <pc:docMk/>
            <pc:sldMk cId="3493007384" sldId="2147483631"/>
            <ac:spMk id="222" creationId="{538423D5-1CBF-6F64-8513-8CC0388A2521}"/>
          </ac:spMkLst>
        </pc:spChg>
        <pc:spChg chg="add del mod ord">
          <ac:chgData name="Jethro Hotbatahi Hasoloan" userId="6704a177-17bb-4244-9c06-d865e36c920b" providerId="ADAL" clId="{3E066727-BBB6-4D37-A6B5-32C7A00FA4F3}" dt="2026-10-23T11:07:34.516" v="194242"/>
          <ac:spMkLst>
            <pc:docMk/>
            <pc:sldMk cId="3493007384" sldId="2147483631"/>
            <ac:spMk id="223" creationId="{8CAC3A79-3A34-89DF-0D5D-EBD58AB5F7E8}"/>
          </ac:spMkLst>
        </pc:spChg>
        <pc:spChg chg="add del mod modVis">
          <ac:chgData name="Jethro Hotbatahi Hasoloan" userId="6704a177-17bb-4244-9c06-d865e36c920b" providerId="ADAL" clId="{3E066727-BBB6-4D37-A6B5-32C7A00FA4F3}" dt="2026-10-23T11:07:23.734" v="193356"/>
          <ac:spMkLst>
            <pc:docMk/>
            <pc:sldMk cId="3493007384" sldId="2147483631"/>
            <ac:spMk id="225" creationId="{CB5C5EDC-EF46-2752-CCA9-01D9845C16EC}"/>
          </ac:spMkLst>
        </pc:spChg>
        <pc:spChg chg="add del mod modVis">
          <ac:chgData name="Jethro Hotbatahi Hasoloan" userId="6704a177-17bb-4244-9c06-d865e36c920b" providerId="ADAL" clId="{3E066727-BBB6-4D37-A6B5-32C7A00FA4F3}" dt="2026-10-23T11:07:26.045" v="193633"/>
          <ac:spMkLst>
            <pc:docMk/>
            <pc:sldMk cId="3493007384" sldId="2147483631"/>
            <ac:spMk id="227" creationId="{7F8C2B45-97FC-7AAA-D364-E8F621DFFF93}"/>
          </ac:spMkLst>
        </pc:spChg>
        <pc:spChg chg="add del mod modVis">
          <ac:chgData name="Jethro Hotbatahi Hasoloan" userId="6704a177-17bb-4244-9c06-d865e36c920b" providerId="ADAL" clId="{3E066727-BBB6-4D37-A6B5-32C7A00FA4F3}" dt="2026-10-23T11:07:28.663" v="193910"/>
          <ac:spMkLst>
            <pc:docMk/>
            <pc:sldMk cId="3493007384" sldId="2147483631"/>
            <ac:spMk id="229" creationId="{AE05AA3B-F7C8-75E2-B157-AEE316DB369A}"/>
          </ac:spMkLst>
        </pc:spChg>
        <pc:spChg chg="add del mod modVis">
          <ac:chgData name="Jethro Hotbatahi Hasoloan" userId="6704a177-17bb-4244-9c06-d865e36c920b" providerId="ADAL" clId="{3E066727-BBB6-4D37-A6B5-32C7A00FA4F3}" dt="2026-10-23T11:07:31.245" v="194187"/>
          <ac:spMkLst>
            <pc:docMk/>
            <pc:sldMk cId="3493007384" sldId="2147483631"/>
            <ac:spMk id="231" creationId="{6DD54406-F11F-4E52-6690-4F385A9590D8}"/>
          </ac:spMkLst>
        </pc:spChg>
        <pc:spChg chg="add del mod modVis">
          <ac:chgData name="Jethro Hotbatahi Hasoloan" userId="6704a177-17bb-4244-9c06-d865e36c920b" providerId="ADAL" clId="{3E066727-BBB6-4D37-A6B5-32C7A00FA4F3}" dt="2026-10-23T11:07:34.620" v="194475"/>
          <ac:spMkLst>
            <pc:docMk/>
            <pc:sldMk cId="3493007384" sldId="2147483631"/>
            <ac:spMk id="233" creationId="{B4E31D89-7B18-7C88-B5C3-5019484F2D4D}"/>
          </ac:spMkLst>
        </pc:spChg>
        <pc:spChg chg="add del mod modVis">
          <ac:chgData name="Jethro Hotbatahi Hasoloan" userId="6704a177-17bb-4244-9c06-d865e36c920b" providerId="ADAL" clId="{3E066727-BBB6-4D37-A6B5-32C7A00FA4F3}" dt="2026-10-23T11:07:54.764" v="194771"/>
          <ac:spMkLst>
            <pc:docMk/>
            <pc:sldMk cId="3493007384" sldId="2147483631"/>
            <ac:spMk id="235" creationId="{FA407372-6321-1E1D-DED0-46C93C7B588C}"/>
          </ac:spMkLst>
        </pc:spChg>
        <pc:spChg chg="add del mod modVis">
          <ac:chgData name="Jethro Hotbatahi Hasoloan" userId="6704a177-17bb-4244-9c06-d865e36c920b" providerId="ADAL" clId="{3E066727-BBB6-4D37-A6B5-32C7A00FA4F3}" dt="2026-10-23T11:07:56.209" v="195050"/>
          <ac:spMkLst>
            <pc:docMk/>
            <pc:sldMk cId="3493007384" sldId="2147483631"/>
            <ac:spMk id="237" creationId="{227733D1-A64F-BFCD-7415-16B999058C8A}"/>
          </ac:spMkLst>
        </pc:spChg>
        <pc:spChg chg="add del mod modVis">
          <ac:chgData name="Jethro Hotbatahi Hasoloan" userId="6704a177-17bb-4244-9c06-d865e36c920b" providerId="ADAL" clId="{3E066727-BBB6-4D37-A6B5-32C7A00FA4F3}" dt="2026-10-23T11:07:59.290" v="195325"/>
          <ac:spMkLst>
            <pc:docMk/>
            <pc:sldMk cId="3493007384" sldId="2147483631"/>
            <ac:spMk id="239" creationId="{86604038-6C06-CB22-5EFE-8535068762D0}"/>
          </ac:spMkLst>
        </pc:spChg>
        <pc:spChg chg="add del mod modVis">
          <ac:chgData name="Jethro Hotbatahi Hasoloan" userId="6704a177-17bb-4244-9c06-d865e36c920b" providerId="ADAL" clId="{3E066727-BBB6-4D37-A6B5-32C7A00FA4F3}" dt="2026-10-23T11:08:02.069" v="195600"/>
          <ac:spMkLst>
            <pc:docMk/>
            <pc:sldMk cId="3493007384" sldId="2147483631"/>
            <ac:spMk id="241" creationId="{27E32CF0-AB4D-9F53-4CFB-CCC6B0B55C46}"/>
          </ac:spMkLst>
        </pc:spChg>
        <pc:spChg chg="add del mod modVis">
          <ac:chgData name="Jethro Hotbatahi Hasoloan" userId="6704a177-17bb-4244-9c06-d865e36c920b" providerId="ADAL" clId="{3E066727-BBB6-4D37-A6B5-32C7A00FA4F3}" dt="2026-10-23T11:08:06.029" v="195899"/>
          <ac:spMkLst>
            <pc:docMk/>
            <pc:sldMk cId="3493007384" sldId="2147483631"/>
            <ac:spMk id="243" creationId="{8662EC1D-35DA-EB86-9AD9-625B9EB8D700}"/>
          </ac:spMkLst>
        </pc:spChg>
        <pc:spChg chg="add del mod modVis">
          <ac:chgData name="Jethro Hotbatahi Hasoloan" userId="6704a177-17bb-4244-9c06-d865e36c920b" providerId="ADAL" clId="{3E066727-BBB6-4D37-A6B5-32C7A00FA4F3}" dt="2026-10-23T11:08:11.265" v="196180"/>
          <ac:spMkLst>
            <pc:docMk/>
            <pc:sldMk cId="3493007384" sldId="2147483631"/>
            <ac:spMk id="245" creationId="{D6D1FD89-8839-AE89-98E2-ED321337A843}"/>
          </ac:spMkLst>
        </pc:spChg>
        <pc:spChg chg="add del mod modVis">
          <ac:chgData name="Jethro Hotbatahi Hasoloan" userId="6704a177-17bb-4244-9c06-d865e36c920b" providerId="ADAL" clId="{3E066727-BBB6-4D37-A6B5-32C7A00FA4F3}" dt="2026-10-23T11:08:13.658" v="196455"/>
          <ac:spMkLst>
            <pc:docMk/>
            <pc:sldMk cId="3493007384" sldId="2147483631"/>
            <ac:spMk id="247" creationId="{7CE7F063-CB91-7ABA-FDCB-99E3D8971B6A}"/>
          </ac:spMkLst>
        </pc:spChg>
        <pc:spChg chg="add del mod modVis">
          <ac:chgData name="Jethro Hotbatahi Hasoloan" userId="6704a177-17bb-4244-9c06-d865e36c920b" providerId="ADAL" clId="{3E066727-BBB6-4D37-A6B5-32C7A00FA4F3}" dt="2026-10-23T11:08:16.434" v="196725"/>
          <ac:spMkLst>
            <pc:docMk/>
            <pc:sldMk cId="3493007384" sldId="2147483631"/>
            <ac:spMk id="249" creationId="{82F5D4DE-3E29-8C62-4F66-CAF759FDE780}"/>
          </ac:spMkLst>
        </pc:spChg>
        <pc:spChg chg="add del mod modVis">
          <ac:chgData name="Jethro Hotbatahi Hasoloan" userId="6704a177-17bb-4244-9c06-d865e36c920b" providerId="ADAL" clId="{3E066727-BBB6-4D37-A6B5-32C7A00FA4F3}" dt="2026-10-23T11:08:19.370" v="197000"/>
          <ac:spMkLst>
            <pc:docMk/>
            <pc:sldMk cId="3493007384" sldId="2147483631"/>
            <ac:spMk id="251" creationId="{CB0FF32C-1864-5AFE-9AA3-B78802366727}"/>
          </ac:spMkLst>
        </pc:spChg>
        <pc:spChg chg="add del mod modVis">
          <ac:chgData name="Jethro Hotbatahi Hasoloan" userId="6704a177-17bb-4244-9c06-d865e36c920b" providerId="ADAL" clId="{3E066727-BBB6-4D37-A6B5-32C7A00FA4F3}" dt="2026-10-23T11:08:22.930" v="197292"/>
          <ac:spMkLst>
            <pc:docMk/>
            <pc:sldMk cId="3493007384" sldId="2147483631"/>
            <ac:spMk id="253" creationId="{62E9608D-8FDD-A62F-4054-C064D0B7005F}"/>
          </ac:spMkLst>
        </pc:spChg>
        <pc:spChg chg="add del mod modVis">
          <ac:chgData name="Jethro Hotbatahi Hasoloan" userId="6704a177-17bb-4244-9c06-d865e36c920b" providerId="ADAL" clId="{3E066727-BBB6-4D37-A6B5-32C7A00FA4F3}" dt="2026-10-23T11:08:27.367" v="197620"/>
          <ac:spMkLst>
            <pc:docMk/>
            <pc:sldMk cId="3493007384" sldId="2147483631"/>
            <ac:spMk id="255" creationId="{AD09E8C0-F52B-6F04-E9E1-72AAEB8AC529}"/>
          </ac:spMkLst>
        </pc:spChg>
        <pc:spChg chg="add del mod ord">
          <ac:chgData name="Jethro Hotbatahi Hasoloan" userId="6704a177-17bb-4244-9c06-d865e36c920b" providerId="ADAL" clId="{3E066727-BBB6-4D37-A6B5-32C7A00FA4F3}" dt="2026-10-23T11:08:37.195" v="198606"/>
          <ac:spMkLst>
            <pc:docMk/>
            <pc:sldMk cId="3493007384" sldId="2147483631"/>
            <ac:spMk id="256" creationId="{E4648D8A-4DE1-259C-7360-27E6CE8D91EA}"/>
          </ac:spMkLst>
        </pc:spChg>
        <pc:spChg chg="add del mod modVis">
          <ac:chgData name="Jethro Hotbatahi Hasoloan" userId="6704a177-17bb-4244-9c06-d865e36c920b" providerId="ADAL" clId="{3E066727-BBB6-4D37-A6B5-32C7A00FA4F3}" dt="2026-10-23T11:08:29.951" v="197899"/>
          <ac:spMkLst>
            <pc:docMk/>
            <pc:sldMk cId="3493007384" sldId="2147483631"/>
            <ac:spMk id="258" creationId="{08F76628-5D9E-4631-A503-E323EB70BCCD}"/>
          </ac:spMkLst>
        </pc:spChg>
        <pc:spChg chg="add del mod modVis">
          <ac:chgData name="Jethro Hotbatahi Hasoloan" userId="6704a177-17bb-4244-9c06-d865e36c920b" providerId="ADAL" clId="{3E066727-BBB6-4D37-A6B5-32C7A00FA4F3}" dt="2026-10-23T11:08:33.365" v="198229"/>
          <ac:spMkLst>
            <pc:docMk/>
            <pc:sldMk cId="3493007384" sldId="2147483631"/>
            <ac:spMk id="261" creationId="{EBE3AFC8-ABC1-911D-AB50-FF39F917FD53}"/>
          </ac:spMkLst>
        </pc:spChg>
        <pc:spChg chg="add del mod ord">
          <ac:chgData name="Jethro Hotbatahi Hasoloan" userId="6704a177-17bb-4244-9c06-d865e36c920b" providerId="ADAL" clId="{3E066727-BBB6-4D37-A6B5-32C7A00FA4F3}" dt="2026-10-23T11:08:37.195" v="198608"/>
          <ac:spMkLst>
            <pc:docMk/>
            <pc:sldMk cId="3493007384" sldId="2147483631"/>
            <ac:spMk id="262" creationId="{EC6E45DA-0BA7-0455-DFCC-E6FAAF581D51}"/>
          </ac:spMkLst>
        </pc:spChg>
        <pc:spChg chg="add del mod modVis">
          <ac:chgData name="Jethro Hotbatahi Hasoloan" userId="6704a177-17bb-4244-9c06-d865e36c920b" providerId="ADAL" clId="{3E066727-BBB6-4D37-A6B5-32C7A00FA4F3}" dt="2026-10-23T11:08:35.758" v="198561"/>
          <ac:spMkLst>
            <pc:docMk/>
            <pc:sldMk cId="3493007384" sldId="2147483631"/>
            <ac:spMk id="264" creationId="{2A55632F-2745-4411-C654-155F62D22427}"/>
          </ac:spMkLst>
        </pc:spChg>
        <pc:spChg chg="add del mod ord">
          <ac:chgData name="Jethro Hotbatahi Hasoloan" userId="6704a177-17bb-4244-9c06-d865e36c920b" providerId="ADAL" clId="{3E066727-BBB6-4D37-A6B5-32C7A00FA4F3}" dt="2026-10-23T11:08:37.195" v="198610"/>
          <ac:spMkLst>
            <pc:docMk/>
            <pc:sldMk cId="3493007384" sldId="2147483631"/>
            <ac:spMk id="265" creationId="{F4F09348-C200-B7CF-F948-E3D2E363255E}"/>
          </ac:spMkLst>
        </pc:spChg>
        <pc:spChg chg="add del mod modVis">
          <ac:chgData name="Jethro Hotbatahi Hasoloan" userId="6704a177-17bb-4244-9c06-d865e36c920b" providerId="ADAL" clId="{3E066727-BBB6-4D37-A6B5-32C7A00FA4F3}" dt="2026-10-23T11:08:37.308" v="198858"/>
          <ac:spMkLst>
            <pc:docMk/>
            <pc:sldMk cId="3493007384" sldId="2147483631"/>
            <ac:spMk id="267" creationId="{D27BDBC8-1A53-7D22-BE1B-26F8A698ADC0}"/>
          </ac:spMkLst>
        </pc:spChg>
        <pc:spChg chg="add del mod modVis">
          <ac:chgData name="Jethro Hotbatahi Hasoloan" userId="6704a177-17bb-4244-9c06-d865e36c920b" providerId="ADAL" clId="{3E066727-BBB6-4D37-A6B5-32C7A00FA4F3}" dt="2026-10-23T11:09:11.514" v="199122"/>
          <ac:spMkLst>
            <pc:docMk/>
            <pc:sldMk cId="3493007384" sldId="2147483631"/>
            <ac:spMk id="269" creationId="{BB3934EE-05CF-EADA-B2D8-44D01BC6992D}"/>
          </ac:spMkLst>
        </pc:spChg>
        <pc:spChg chg="add del mod modVis">
          <ac:chgData name="Jethro Hotbatahi Hasoloan" userId="6704a177-17bb-4244-9c06-d865e36c920b" providerId="ADAL" clId="{3E066727-BBB6-4D37-A6B5-32C7A00FA4F3}" dt="2026-10-23T11:09:13.744" v="199438"/>
          <ac:spMkLst>
            <pc:docMk/>
            <pc:sldMk cId="3493007384" sldId="2147483631"/>
            <ac:spMk id="271" creationId="{B0E577CE-3AD8-A533-160E-4ED47994A37F}"/>
          </ac:spMkLst>
        </pc:spChg>
        <pc:spChg chg="add mod ord">
          <ac:chgData name="Jethro Hotbatahi Hasoloan" userId="6704a177-17bb-4244-9c06-d865e36c920b" providerId="ADAL" clId="{3E066727-BBB6-4D37-A6B5-32C7A00FA4F3}" dt="2026-10-23T11:13:37.160" v="209700"/>
          <ac:spMkLst>
            <pc:docMk/>
            <pc:sldMk cId="3493007384" sldId="2147483631"/>
            <ac:spMk id="272" creationId="{13A17E06-9ED6-49F6-E105-01055F0D0B3B}"/>
          </ac:spMkLst>
        </pc:spChg>
        <pc:spChg chg="add del mod modVis">
          <ac:chgData name="Jethro Hotbatahi Hasoloan" userId="6704a177-17bb-4244-9c06-d865e36c920b" providerId="ADAL" clId="{3E066727-BBB6-4D37-A6B5-32C7A00FA4F3}" dt="2026-10-23T11:09:17.194" v="199704"/>
          <ac:spMkLst>
            <pc:docMk/>
            <pc:sldMk cId="3493007384" sldId="2147483631"/>
            <ac:spMk id="274" creationId="{6144279E-A993-9B99-C326-8416D7F97DF4}"/>
          </ac:spMkLst>
        </pc:spChg>
        <pc:spChg chg="add del mod modVis">
          <ac:chgData name="Jethro Hotbatahi Hasoloan" userId="6704a177-17bb-4244-9c06-d865e36c920b" providerId="ADAL" clId="{3E066727-BBB6-4D37-A6B5-32C7A00FA4F3}" dt="2026-10-23T11:10:46.928" v="200603"/>
          <ac:spMkLst>
            <pc:docMk/>
            <pc:sldMk cId="3493007384" sldId="2147483631"/>
            <ac:spMk id="280" creationId="{587E00C3-CEAB-F034-E160-ACF72A953699}"/>
          </ac:spMkLst>
        </pc:spChg>
        <pc:spChg chg="add del mod modVis">
          <ac:chgData name="Jethro Hotbatahi Hasoloan" userId="6704a177-17bb-4244-9c06-d865e36c920b" providerId="ADAL" clId="{3E066727-BBB6-4D37-A6B5-32C7A00FA4F3}" dt="2026-10-23T11:10:54.569" v="200862"/>
          <ac:spMkLst>
            <pc:docMk/>
            <pc:sldMk cId="3493007384" sldId="2147483631"/>
            <ac:spMk id="281" creationId="{C3720919-0232-F048-A761-B547824D00D7}"/>
          </ac:spMkLst>
        </pc:spChg>
        <pc:spChg chg="add del mod modVis">
          <ac:chgData name="Jethro Hotbatahi Hasoloan" userId="6704a177-17bb-4244-9c06-d865e36c920b" providerId="ADAL" clId="{3E066727-BBB6-4D37-A6B5-32C7A00FA4F3}" dt="2026-10-23T11:10:56.524" v="201121"/>
          <ac:spMkLst>
            <pc:docMk/>
            <pc:sldMk cId="3493007384" sldId="2147483631"/>
            <ac:spMk id="283" creationId="{16618BB5-F8F8-75C6-9970-B976816DBF3C}"/>
          </ac:spMkLst>
        </pc:spChg>
        <pc:spChg chg="add del mod modVis">
          <ac:chgData name="Jethro Hotbatahi Hasoloan" userId="6704a177-17bb-4244-9c06-d865e36c920b" providerId="ADAL" clId="{3E066727-BBB6-4D37-A6B5-32C7A00FA4F3}" dt="2026-10-23T11:10:59.349" v="201380"/>
          <ac:spMkLst>
            <pc:docMk/>
            <pc:sldMk cId="3493007384" sldId="2147483631"/>
            <ac:spMk id="285" creationId="{EC244894-1167-C5A2-EF3A-7723BEE145CD}"/>
          </ac:spMkLst>
        </pc:spChg>
        <pc:spChg chg="add del mod modVis">
          <ac:chgData name="Jethro Hotbatahi Hasoloan" userId="6704a177-17bb-4244-9c06-d865e36c920b" providerId="ADAL" clId="{3E066727-BBB6-4D37-A6B5-32C7A00FA4F3}" dt="2026-10-23T11:11:02.255" v="201639"/>
          <ac:spMkLst>
            <pc:docMk/>
            <pc:sldMk cId="3493007384" sldId="2147483631"/>
            <ac:spMk id="287" creationId="{6110D777-364A-97D2-E51E-BC128F243D2E}"/>
          </ac:spMkLst>
        </pc:spChg>
        <pc:spChg chg="add del mod modVis">
          <ac:chgData name="Jethro Hotbatahi Hasoloan" userId="6704a177-17bb-4244-9c06-d865e36c920b" providerId="ADAL" clId="{3E066727-BBB6-4D37-A6B5-32C7A00FA4F3}" dt="2026-10-23T11:11:04.728" v="201918"/>
          <ac:spMkLst>
            <pc:docMk/>
            <pc:sldMk cId="3493007384" sldId="2147483631"/>
            <ac:spMk id="289" creationId="{CC313AB0-76D7-00F7-9433-260010EB4F33}"/>
          </ac:spMkLst>
        </pc:spChg>
        <pc:spChg chg="add del mod modVis">
          <ac:chgData name="Jethro Hotbatahi Hasoloan" userId="6704a177-17bb-4244-9c06-d865e36c920b" providerId="ADAL" clId="{3E066727-BBB6-4D37-A6B5-32C7A00FA4F3}" dt="2026-10-23T11:11:10.898" v="202193"/>
          <ac:spMkLst>
            <pc:docMk/>
            <pc:sldMk cId="3493007384" sldId="2147483631"/>
            <ac:spMk id="291" creationId="{5C14B387-5189-EAB2-914E-1061CF366FC5}"/>
          </ac:spMkLst>
        </pc:spChg>
        <pc:spChg chg="add del mod modVis">
          <ac:chgData name="Jethro Hotbatahi Hasoloan" userId="6704a177-17bb-4244-9c06-d865e36c920b" providerId="ADAL" clId="{3E066727-BBB6-4D37-A6B5-32C7A00FA4F3}" dt="2026-10-23T11:11:11.980" v="202468"/>
          <ac:spMkLst>
            <pc:docMk/>
            <pc:sldMk cId="3493007384" sldId="2147483631"/>
            <ac:spMk id="293" creationId="{2FAF3205-77FA-4B5E-4DD7-94ECABD7F1DD}"/>
          </ac:spMkLst>
        </pc:spChg>
        <pc:spChg chg="add del mod modVis">
          <ac:chgData name="Jethro Hotbatahi Hasoloan" userId="6704a177-17bb-4244-9c06-d865e36c920b" providerId="ADAL" clId="{3E066727-BBB6-4D37-A6B5-32C7A00FA4F3}" dt="2026-10-23T11:11:13.931" v="202743"/>
          <ac:spMkLst>
            <pc:docMk/>
            <pc:sldMk cId="3493007384" sldId="2147483631"/>
            <ac:spMk id="295" creationId="{4190AEEB-DC73-427D-08FA-6B6A920991F1}"/>
          </ac:spMkLst>
        </pc:spChg>
        <pc:spChg chg="add del mod modVis">
          <ac:chgData name="Jethro Hotbatahi Hasoloan" userId="6704a177-17bb-4244-9c06-d865e36c920b" providerId="ADAL" clId="{3E066727-BBB6-4D37-A6B5-32C7A00FA4F3}" dt="2026-10-23T11:11:16.835" v="203018"/>
          <ac:spMkLst>
            <pc:docMk/>
            <pc:sldMk cId="3493007384" sldId="2147483631"/>
            <ac:spMk id="297" creationId="{A7A4D7C6-D0AE-8EA1-F255-E4F07A044241}"/>
          </ac:spMkLst>
        </pc:spChg>
        <pc:spChg chg="add del mod modVis">
          <ac:chgData name="Jethro Hotbatahi Hasoloan" userId="6704a177-17bb-4244-9c06-d865e36c920b" providerId="ADAL" clId="{3E066727-BBB6-4D37-A6B5-32C7A00FA4F3}" dt="2026-10-23T11:11:18.685" v="203310"/>
          <ac:spMkLst>
            <pc:docMk/>
            <pc:sldMk cId="3493007384" sldId="2147483631"/>
            <ac:spMk id="299" creationId="{C1A2E2F0-D71E-DCA9-E5EF-259F7FCD325E}"/>
          </ac:spMkLst>
        </pc:spChg>
        <pc:spChg chg="add del mod modVis">
          <ac:chgData name="Jethro Hotbatahi Hasoloan" userId="6704a177-17bb-4244-9c06-d865e36c920b" providerId="ADAL" clId="{3E066727-BBB6-4D37-A6B5-32C7A00FA4F3}" dt="2026-10-23T11:11:22.844" v="203587"/>
          <ac:spMkLst>
            <pc:docMk/>
            <pc:sldMk cId="3493007384" sldId="2147483631"/>
            <ac:spMk id="301" creationId="{C77D4F02-6871-FC8E-52B0-5B1106E40533}"/>
          </ac:spMkLst>
        </pc:spChg>
        <pc:spChg chg="add del mod modVis">
          <ac:chgData name="Jethro Hotbatahi Hasoloan" userId="6704a177-17bb-4244-9c06-d865e36c920b" providerId="ADAL" clId="{3E066727-BBB6-4D37-A6B5-32C7A00FA4F3}" dt="2026-10-23T11:11:24.692" v="203861"/>
          <ac:spMkLst>
            <pc:docMk/>
            <pc:sldMk cId="3493007384" sldId="2147483631"/>
            <ac:spMk id="303" creationId="{62093D04-1145-CC05-E14B-C49962706DF4}"/>
          </ac:spMkLst>
        </pc:spChg>
        <pc:spChg chg="add del mod modVis">
          <ac:chgData name="Jethro Hotbatahi Hasoloan" userId="6704a177-17bb-4244-9c06-d865e36c920b" providerId="ADAL" clId="{3E066727-BBB6-4D37-A6B5-32C7A00FA4F3}" dt="2026-10-23T11:11:27.131" v="204135"/>
          <ac:spMkLst>
            <pc:docMk/>
            <pc:sldMk cId="3493007384" sldId="2147483631"/>
            <ac:spMk id="305" creationId="{DE1F6AF3-FDB9-319D-28AB-D0436A71A06F}"/>
          </ac:spMkLst>
        </pc:spChg>
        <pc:spChg chg="add del mod modVis">
          <ac:chgData name="Jethro Hotbatahi Hasoloan" userId="6704a177-17bb-4244-9c06-d865e36c920b" providerId="ADAL" clId="{3E066727-BBB6-4D37-A6B5-32C7A00FA4F3}" dt="2026-10-23T11:11:28.001" v="204430"/>
          <ac:spMkLst>
            <pc:docMk/>
            <pc:sldMk cId="3493007384" sldId="2147483631"/>
            <ac:spMk id="307" creationId="{E88B1B73-0FD9-E3F7-BD1E-8795CFC7AEAD}"/>
          </ac:spMkLst>
        </pc:spChg>
        <pc:spChg chg="add del mod modVis">
          <ac:chgData name="Jethro Hotbatahi Hasoloan" userId="6704a177-17bb-4244-9c06-d865e36c920b" providerId="ADAL" clId="{3E066727-BBB6-4D37-A6B5-32C7A00FA4F3}" dt="2026-10-23T11:11:30.715" v="204725"/>
          <ac:spMkLst>
            <pc:docMk/>
            <pc:sldMk cId="3493007384" sldId="2147483631"/>
            <ac:spMk id="309" creationId="{50EA156B-257E-F734-CEE4-C59E3CAF68F6}"/>
          </ac:spMkLst>
        </pc:spChg>
        <pc:spChg chg="add del mod modVis">
          <ac:chgData name="Jethro Hotbatahi Hasoloan" userId="6704a177-17bb-4244-9c06-d865e36c920b" providerId="ADAL" clId="{3E066727-BBB6-4D37-A6B5-32C7A00FA4F3}" dt="2026-10-23T11:11:56.121" v="204804" actId="962"/>
          <ac:spMkLst>
            <pc:docMk/>
            <pc:sldMk cId="3493007384" sldId="2147483631"/>
            <ac:spMk id="311" creationId="{A1BC48CA-366A-8DAC-314E-BED0CBCC18D9}"/>
          </ac:spMkLst>
        </pc:spChg>
        <pc:spChg chg="add del mod modVis">
          <ac:chgData name="Jethro Hotbatahi Hasoloan" userId="6704a177-17bb-4244-9c06-d865e36c920b" providerId="ADAL" clId="{3E066727-BBB6-4D37-A6B5-32C7A00FA4F3}" dt="2026-10-23T11:12:00.655" v="205828"/>
          <ac:spMkLst>
            <pc:docMk/>
            <pc:sldMk cId="3493007384" sldId="2147483631"/>
            <ac:spMk id="312" creationId="{3A3B2047-49C8-26AC-F3DB-172E6A75A13B}"/>
          </ac:spMkLst>
        </pc:spChg>
        <pc:spChg chg="add del mod modVis">
          <ac:chgData name="Jethro Hotbatahi Hasoloan" userId="6704a177-17bb-4244-9c06-d865e36c920b" providerId="ADAL" clId="{3E066727-BBB6-4D37-A6B5-32C7A00FA4F3}" dt="2026-10-23T11:12:37.230" v="205913"/>
          <ac:spMkLst>
            <pc:docMk/>
            <pc:sldMk cId="3493007384" sldId="2147483631"/>
            <ac:spMk id="313" creationId="{EEBF9516-2DA7-88BA-FD5C-4719AA629130}"/>
          </ac:spMkLst>
        </pc:spChg>
        <pc:spChg chg="add del mod modVis">
          <ac:chgData name="Jethro Hotbatahi Hasoloan" userId="6704a177-17bb-4244-9c06-d865e36c920b" providerId="ADAL" clId="{3E066727-BBB6-4D37-A6B5-32C7A00FA4F3}" dt="2026-10-23T11:12:48.696" v="206175"/>
          <ac:spMkLst>
            <pc:docMk/>
            <pc:sldMk cId="3493007384" sldId="2147483631"/>
            <ac:spMk id="314" creationId="{1665B244-7BA7-7454-DCF5-22138D2839D7}"/>
          </ac:spMkLst>
        </pc:spChg>
        <pc:spChg chg="add del mod modVis">
          <ac:chgData name="Jethro Hotbatahi Hasoloan" userId="6704a177-17bb-4244-9c06-d865e36c920b" providerId="ADAL" clId="{3E066727-BBB6-4D37-A6B5-32C7A00FA4F3}" dt="2026-10-23T11:12:53.909" v="206408"/>
          <ac:spMkLst>
            <pc:docMk/>
            <pc:sldMk cId="3493007384" sldId="2147483631"/>
            <ac:spMk id="316" creationId="{95C49800-AD00-8C53-9F8F-BC10482EBBB6}"/>
          </ac:spMkLst>
        </pc:spChg>
        <pc:spChg chg="add del mod modVis">
          <ac:chgData name="Jethro Hotbatahi Hasoloan" userId="6704a177-17bb-4244-9c06-d865e36c920b" providerId="ADAL" clId="{3E066727-BBB6-4D37-A6B5-32C7A00FA4F3}" dt="2026-10-23T11:12:57.536" v="206666"/>
          <ac:spMkLst>
            <pc:docMk/>
            <pc:sldMk cId="3493007384" sldId="2147483631"/>
            <ac:spMk id="318" creationId="{2FE7E0B1-178E-427C-AE98-1534D067867F}"/>
          </ac:spMkLst>
        </pc:spChg>
        <pc:spChg chg="add del mod modVis">
          <ac:chgData name="Jethro Hotbatahi Hasoloan" userId="6704a177-17bb-4244-9c06-d865e36c920b" providerId="ADAL" clId="{3E066727-BBB6-4D37-A6B5-32C7A00FA4F3}" dt="2026-10-23T11:13:00.328" v="206924"/>
          <ac:spMkLst>
            <pc:docMk/>
            <pc:sldMk cId="3493007384" sldId="2147483631"/>
            <ac:spMk id="320" creationId="{3E47F9B4-6C51-BA25-2D68-5818DDF8D956}"/>
          </ac:spMkLst>
        </pc:spChg>
        <pc:spChg chg="add del mod modVis">
          <ac:chgData name="Jethro Hotbatahi Hasoloan" userId="6704a177-17bb-4244-9c06-d865e36c920b" providerId="ADAL" clId="{3E066727-BBB6-4D37-A6B5-32C7A00FA4F3}" dt="2026-10-23T11:13:03.107" v="207182"/>
          <ac:spMkLst>
            <pc:docMk/>
            <pc:sldMk cId="3493007384" sldId="2147483631"/>
            <ac:spMk id="322" creationId="{CF2F96AF-F72C-A06D-E2AA-3ABE585E49F2}"/>
          </ac:spMkLst>
        </pc:spChg>
        <pc:spChg chg="add del mod modVis">
          <ac:chgData name="Jethro Hotbatahi Hasoloan" userId="6704a177-17bb-4244-9c06-d865e36c920b" providerId="ADAL" clId="{3E066727-BBB6-4D37-A6B5-32C7A00FA4F3}" dt="2026-10-23T11:13:07.502" v="207438"/>
          <ac:spMkLst>
            <pc:docMk/>
            <pc:sldMk cId="3493007384" sldId="2147483631"/>
            <ac:spMk id="324" creationId="{5A2C59DC-36AB-7E8B-F349-353FFD3BF051}"/>
          </ac:spMkLst>
        </pc:spChg>
        <pc:spChg chg="add del mod modVis">
          <ac:chgData name="Jethro Hotbatahi Hasoloan" userId="6704a177-17bb-4244-9c06-d865e36c920b" providerId="ADAL" clId="{3E066727-BBB6-4D37-A6B5-32C7A00FA4F3}" dt="2026-10-23T11:13:11.079" v="207671"/>
          <ac:spMkLst>
            <pc:docMk/>
            <pc:sldMk cId="3493007384" sldId="2147483631"/>
            <ac:spMk id="326" creationId="{246C79AC-B7FE-7CEC-BC38-E0E42712E7CC}"/>
          </ac:spMkLst>
        </pc:spChg>
        <pc:spChg chg="add del mod modVis">
          <ac:chgData name="Jethro Hotbatahi Hasoloan" userId="6704a177-17bb-4244-9c06-d865e36c920b" providerId="ADAL" clId="{3E066727-BBB6-4D37-A6B5-32C7A00FA4F3}" dt="2026-10-23T11:13:13.946" v="207927"/>
          <ac:spMkLst>
            <pc:docMk/>
            <pc:sldMk cId="3493007384" sldId="2147483631"/>
            <ac:spMk id="328" creationId="{D71A06F1-25AD-6DA0-C073-B9B93339899F}"/>
          </ac:spMkLst>
        </pc:spChg>
        <pc:spChg chg="add del mod modVis">
          <ac:chgData name="Jethro Hotbatahi Hasoloan" userId="6704a177-17bb-4244-9c06-d865e36c920b" providerId="ADAL" clId="{3E066727-BBB6-4D37-A6B5-32C7A00FA4F3}" dt="2026-10-23T11:13:15.611" v="208246"/>
          <ac:spMkLst>
            <pc:docMk/>
            <pc:sldMk cId="3493007384" sldId="2147483631"/>
            <ac:spMk id="330" creationId="{B8CBA773-E144-E708-8227-A99B3645C3AC}"/>
          </ac:spMkLst>
        </pc:spChg>
        <pc:spChg chg="add del mod ord">
          <ac:chgData name="Jethro Hotbatahi Hasoloan" userId="6704a177-17bb-4244-9c06-d865e36c920b" providerId="ADAL" clId="{3E066727-BBB6-4D37-A6B5-32C7A00FA4F3}" dt="2026-10-23T11:13:26.179" v="208567"/>
          <ac:spMkLst>
            <pc:docMk/>
            <pc:sldMk cId="3493007384" sldId="2147483631"/>
            <ac:spMk id="331" creationId="{3E7F6652-C65B-CB75-FB7C-E06D9A037AEE}"/>
          </ac:spMkLst>
        </pc:spChg>
        <pc:spChg chg="add del mod modVis">
          <ac:chgData name="Jethro Hotbatahi Hasoloan" userId="6704a177-17bb-4244-9c06-d865e36c920b" providerId="ADAL" clId="{3E066727-BBB6-4D37-A6B5-32C7A00FA4F3}" dt="2026-10-23T11:13:23.401" v="208506"/>
          <ac:spMkLst>
            <pc:docMk/>
            <pc:sldMk cId="3493007384" sldId="2147483631"/>
            <ac:spMk id="333" creationId="{6E10356D-A42F-BEF5-7B72-F7D112B549EF}"/>
          </ac:spMkLst>
        </pc:spChg>
        <pc:spChg chg="add del mod modVis">
          <ac:chgData name="Jethro Hotbatahi Hasoloan" userId="6704a177-17bb-4244-9c06-d865e36c920b" providerId="ADAL" clId="{3E066727-BBB6-4D37-A6B5-32C7A00FA4F3}" dt="2026-10-23T11:13:26.307" v="208776"/>
          <ac:spMkLst>
            <pc:docMk/>
            <pc:sldMk cId="3493007384" sldId="2147483631"/>
            <ac:spMk id="335" creationId="{1770872C-34EC-9FFC-F835-45344A6F91A8}"/>
          </ac:spMkLst>
        </pc:spChg>
        <pc:spChg chg="add del mod modVis">
          <ac:chgData name="Jethro Hotbatahi Hasoloan" userId="6704a177-17bb-4244-9c06-d865e36c920b" providerId="ADAL" clId="{3E066727-BBB6-4D37-A6B5-32C7A00FA4F3}" dt="2026-10-23T11:13:30.279" v="209005"/>
          <ac:spMkLst>
            <pc:docMk/>
            <pc:sldMk cId="3493007384" sldId="2147483631"/>
            <ac:spMk id="337" creationId="{94C27FE0-A18F-22A3-2514-AF9700E8A93C}"/>
          </ac:spMkLst>
        </pc:spChg>
        <pc:spChg chg="add del mod modVis">
          <ac:chgData name="Jethro Hotbatahi Hasoloan" userId="6704a177-17bb-4244-9c06-d865e36c920b" providerId="ADAL" clId="{3E066727-BBB6-4D37-A6B5-32C7A00FA4F3}" dt="2026-10-23T11:13:32.226" v="209257"/>
          <ac:spMkLst>
            <pc:docMk/>
            <pc:sldMk cId="3493007384" sldId="2147483631"/>
            <ac:spMk id="339" creationId="{35C1D16D-BAD0-03C9-0670-C22179EE367A}"/>
          </ac:spMkLst>
        </pc:spChg>
        <pc:spChg chg="add del mod modVis">
          <ac:chgData name="Jethro Hotbatahi Hasoloan" userId="6704a177-17bb-4244-9c06-d865e36c920b" providerId="ADAL" clId="{3E066727-BBB6-4D37-A6B5-32C7A00FA4F3}" dt="2026-10-23T11:13:34.706" v="209513"/>
          <ac:spMkLst>
            <pc:docMk/>
            <pc:sldMk cId="3493007384" sldId="2147483631"/>
            <ac:spMk id="341" creationId="{E56D7DAE-2D40-9470-A873-8A2E6A5F24F8}"/>
          </ac:spMkLst>
        </pc:spChg>
        <pc:spChg chg="add del mod modVis">
          <ac:chgData name="Jethro Hotbatahi Hasoloan" userId="6704a177-17bb-4244-9c06-d865e36c920b" providerId="ADAL" clId="{3E066727-BBB6-4D37-A6B5-32C7A00FA4F3}" dt="2026-10-23T11:13:37.189" v="209769"/>
          <ac:spMkLst>
            <pc:docMk/>
            <pc:sldMk cId="3493007384" sldId="2147483631"/>
            <ac:spMk id="343" creationId="{A9B41AF2-78AF-BEFF-77EE-4C9A4757F006}"/>
          </ac:spMkLst>
        </pc:spChg>
        <pc:spChg chg="add del mod modVis">
          <ac:chgData name="Jethro Hotbatahi Hasoloan" userId="6704a177-17bb-4244-9c06-d865e36c920b" providerId="ADAL" clId="{3E066727-BBB6-4D37-A6B5-32C7A00FA4F3}" dt="2026-10-23T11:14:03.648" v="209814"/>
          <ac:spMkLst>
            <pc:docMk/>
            <pc:sldMk cId="3493007384" sldId="2147483631"/>
            <ac:spMk id="345" creationId="{C674ADEE-6E6C-6334-6B03-C5C1E1758089}"/>
          </ac:spMkLst>
        </pc:spChg>
        <pc:grpChg chg="mod ord">
          <ac:chgData name="Jethro Hotbatahi Hasoloan" userId="6704a177-17bb-4244-9c06-d865e36c920b" providerId="ADAL" clId="{3E066727-BBB6-4D37-A6B5-32C7A00FA4F3}" dt="2026-10-23T11:13:37.160" v="209654"/>
          <ac:grpSpMkLst>
            <pc:docMk/>
            <pc:sldMk cId="3493007384" sldId="2147483631"/>
            <ac:grpSpMk id="56" creationId="{32E79C8C-AD09-7CD1-0506-1367DC196470}"/>
          </ac:grpSpMkLst>
        </pc:grpChg>
        <pc:grpChg chg="mod ord">
          <ac:chgData name="Jethro Hotbatahi Hasoloan" userId="6704a177-17bb-4244-9c06-d865e36c920b" providerId="ADAL" clId="{3E066727-BBB6-4D37-A6B5-32C7A00FA4F3}" dt="2026-10-23T11:13:37.177" v="209745"/>
          <ac:grpSpMkLst>
            <pc:docMk/>
            <pc:sldMk cId="3493007384" sldId="2147483631"/>
            <ac:grpSpMk id="129" creationId="{54945295-A535-8473-9EB3-2783EBB29739}"/>
          </ac:grpSpMkLst>
        </pc:grpChg>
        <pc:graphicFrameChg chg="add mod ord modVis">
          <ac:chgData name="Jethro Hotbatahi Hasoloan" userId="6704a177-17bb-4244-9c06-d865e36c920b" providerId="ADAL" clId="{3E066727-BBB6-4D37-A6B5-32C7A00FA4F3}" dt="2026-10-23T11:14:09.584" v="209840"/>
          <ac:graphicFrameMkLst>
            <pc:docMk/>
            <pc:sldMk cId="3493007384" sldId="2147483631"/>
            <ac:graphicFrameMk id="4" creationId="{AC4F92F9-C364-4FA6-91FE-420656A4F319}"/>
          </ac:graphicFrameMkLst>
        </pc:graphicFrameChg>
        <pc:graphicFrameChg chg="del">
          <ac:chgData name="Jethro Hotbatahi Hasoloan" userId="6704a177-17bb-4244-9c06-d865e36c920b" providerId="ADAL" clId="{3E066727-BBB6-4D37-A6B5-32C7A00FA4F3}" dt="2026-10-23T06:57:20.822" v="130091"/>
          <ac:graphicFrameMkLst>
            <pc:docMk/>
            <pc:sldMk cId="3493007384" sldId="2147483631"/>
            <ac:graphicFrameMk id="17" creationId="{532A50EE-278A-FA66-8153-AA7397B98913}"/>
          </ac:graphicFrameMkLst>
        </pc:graphicFrameChg>
        <pc:graphicFrameChg chg="del mod ord">
          <ac:chgData name="Jethro Hotbatahi Hasoloan" userId="6704a177-17bb-4244-9c06-d865e36c920b" providerId="ADAL" clId="{3E066727-BBB6-4D37-A6B5-32C7A00FA4F3}" dt="2026-10-23T11:10:54.484" v="200653"/>
          <ac:graphicFrameMkLst>
            <pc:docMk/>
            <pc:sldMk cId="3493007384" sldId="2147483631"/>
            <ac:graphicFrameMk id="34" creationId="{2CCC8267-1A24-B4F4-BE8B-34EFBE551B7C}"/>
          </ac:graphicFrameMkLst>
        </pc:graphicFrameChg>
        <pc:graphicFrameChg chg="del mod ord">
          <ac:chgData name="Jethro Hotbatahi Hasoloan" userId="6704a177-17bb-4244-9c06-d865e36c920b" providerId="ADAL" clId="{3E066727-BBB6-4D37-A6B5-32C7A00FA4F3}" dt="2026-10-23T09:27:10.184" v="134352"/>
          <ac:graphicFrameMkLst>
            <pc:docMk/>
            <pc:sldMk cId="3493007384" sldId="2147483631"/>
            <ac:graphicFrameMk id="50" creationId="{FC536032-0840-39B6-D6CA-34ED9FA624AD}"/>
          </ac:graphicFrameMkLst>
        </pc:graphicFrameChg>
        <pc:graphicFrameChg chg="del mod ord">
          <ac:chgData name="Jethro Hotbatahi Hasoloan" userId="6704a177-17bb-4244-9c06-d865e36c920b" providerId="ADAL" clId="{3E066727-BBB6-4D37-A6B5-32C7A00FA4F3}" dt="2026-10-23T11:06:51.241" v="189450"/>
          <ac:graphicFrameMkLst>
            <pc:docMk/>
            <pc:sldMk cId="3493007384" sldId="2147483631"/>
            <ac:graphicFrameMk id="72" creationId="{33C916BC-A635-B6A6-05F2-F3DEC6D14CD1}"/>
          </ac:graphicFrameMkLst>
        </pc:graphicFrameChg>
        <pc:graphicFrameChg chg="del mod ord">
          <ac:chgData name="Jethro Hotbatahi Hasoloan" userId="6704a177-17bb-4244-9c06-d865e36c920b" providerId="ADAL" clId="{3E066727-BBB6-4D37-A6B5-32C7A00FA4F3}" dt="2026-10-23T11:09:11.418" v="198913"/>
          <ac:graphicFrameMkLst>
            <pc:docMk/>
            <pc:sldMk cId="3493007384" sldId="2147483631"/>
            <ac:graphicFrameMk id="88" creationId="{752E5726-4A34-7054-2E17-64FFD3734886}"/>
          </ac:graphicFrameMkLst>
        </pc:graphicFrameChg>
        <pc:graphicFrameChg chg="del mod ord">
          <ac:chgData name="Jethro Hotbatahi Hasoloan" userId="6704a177-17bb-4244-9c06-d865e36c920b" providerId="ADAL" clId="{3E066727-BBB6-4D37-A6B5-32C7A00FA4F3}" dt="2026-10-23T11:07:54.639" v="194557"/>
          <ac:graphicFrameMkLst>
            <pc:docMk/>
            <pc:sldMk cId="3493007384" sldId="2147483631"/>
            <ac:graphicFrameMk id="106" creationId="{AC44A9A5-53B7-B9AC-EC56-758D08C651E1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06:57:23.493" v="130424"/>
          <ac:graphicFrameMkLst>
            <pc:docMk/>
            <pc:sldMk cId="3493007384" sldId="2147483631"/>
            <ac:graphicFrameMk id="150" creationId="{D5425BD3-04CF-CD02-DE1F-4885C9C23E81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06:57:25.766" v="131255"/>
          <ac:graphicFrameMkLst>
            <pc:docMk/>
            <pc:sldMk cId="3493007384" sldId="2147483631"/>
            <ac:graphicFrameMk id="153" creationId="{0D7299B9-9A83-39F4-022C-3F3EC24A465E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06:57:26.914" v="131609"/>
          <ac:graphicFrameMkLst>
            <pc:docMk/>
            <pc:sldMk cId="3493007384" sldId="2147483631"/>
            <ac:graphicFrameMk id="176" creationId="{3CCA2F5E-A8DA-69FE-E4C4-57390ED9DCE2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06:57:29.528" v="132012"/>
          <ac:graphicFrameMkLst>
            <pc:docMk/>
            <pc:sldMk cId="3493007384" sldId="2147483631"/>
            <ac:graphicFrameMk id="179" creationId="{739A3157-AAEE-7F89-3AD2-9781406DAD5D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06:58:28.703" v="132301"/>
          <ac:graphicFrameMkLst>
            <pc:docMk/>
            <pc:sldMk cId="3493007384" sldId="2147483631"/>
            <ac:graphicFrameMk id="183" creationId="{F35C3BF1-424B-2F6E-4279-0C91A2855593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06:58:29.858" v="132759"/>
          <ac:graphicFrameMkLst>
            <pc:docMk/>
            <pc:sldMk cId="3493007384" sldId="2147483631"/>
            <ac:graphicFrameMk id="185" creationId="{4428713A-65D0-0AF6-1EFC-44E03D5AA17A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09:56.589" v="199721"/>
          <ac:graphicFrameMkLst>
            <pc:docMk/>
            <pc:sldMk cId="3493007384" sldId="2147483631"/>
            <ac:graphicFrameMk id="191" creationId="{2E0F8234-29F0-E1A6-EDF9-98E164C1865A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12:48.618" v="205969"/>
          <ac:graphicFrameMkLst>
            <pc:docMk/>
            <pc:sldMk cId="3493007384" sldId="2147483631"/>
            <ac:graphicFrameMk id="193" creationId="{2E0B16C0-4540-FF8C-0E13-6F04058DCA5F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06:53.051" v="189780"/>
          <ac:graphicFrameMkLst>
            <pc:docMk/>
            <pc:sldMk cId="3493007384" sldId="2147483631"/>
            <ac:graphicFrameMk id="197" creationId="{5E2C9324-C8F4-03B4-4347-576E1CAC2C7C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06:57.744" v="190035"/>
          <ac:graphicFrameMkLst>
            <pc:docMk/>
            <pc:sldMk cId="3493007384" sldId="2147483631"/>
            <ac:graphicFrameMk id="199" creationId="{43B3DA47-CC41-CCA0-891D-B4BEB2714F9E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06:59.791" v="190312"/>
          <ac:graphicFrameMkLst>
            <pc:docMk/>
            <pc:sldMk cId="3493007384" sldId="2147483631"/>
            <ac:graphicFrameMk id="200" creationId="{20463206-ABA2-0551-51AC-72CDA7BD429A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07:02.131" v="190567"/>
          <ac:graphicFrameMkLst>
            <pc:docMk/>
            <pc:sldMk cId="3493007384" sldId="2147483631"/>
            <ac:graphicFrameMk id="202" creationId="{FA6A95DA-5662-8BDD-6658-E9FA18511C58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07:04.159" v="190879"/>
          <ac:graphicFrameMkLst>
            <pc:docMk/>
            <pc:sldMk cId="3493007384" sldId="2147483631"/>
            <ac:graphicFrameMk id="203" creationId="{9CA2CD0D-380E-0A12-1D84-609447FA34C2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07:06.486" v="191207"/>
          <ac:graphicFrameMkLst>
            <pc:docMk/>
            <pc:sldMk cId="3493007384" sldId="2147483631"/>
            <ac:graphicFrameMk id="206" creationId="{BBDE11EA-8F44-EEC9-3E61-755DB949668B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07:12.006" v="191531"/>
          <ac:graphicFrameMkLst>
            <pc:docMk/>
            <pc:sldMk cId="3493007384" sldId="2147483631"/>
            <ac:graphicFrameMk id="209" creationId="{9E3F8CA5-6E1F-2C67-53AC-D93B2B180BE8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07:13.476" v="191855"/>
          <ac:graphicFrameMkLst>
            <pc:docMk/>
            <pc:sldMk cId="3493007384" sldId="2147483631"/>
            <ac:graphicFrameMk id="212" creationId="{015A13B4-55B4-FB34-5DE1-9F99B1BCDF5C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07:15.837" v="192170"/>
          <ac:graphicFrameMkLst>
            <pc:docMk/>
            <pc:sldMk cId="3493007384" sldId="2147483631"/>
            <ac:graphicFrameMk id="215" creationId="{80E3908D-B653-FC85-9427-C8A7B66C9291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07:17.438" v="192498"/>
          <ac:graphicFrameMkLst>
            <pc:docMk/>
            <pc:sldMk cId="3493007384" sldId="2147483631"/>
            <ac:graphicFrameMk id="218" creationId="{DD992FF0-293B-6839-A981-83AAB43ECE9E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07:20.315" v="192856"/>
          <ac:graphicFrameMkLst>
            <pc:docMk/>
            <pc:sldMk cId="3493007384" sldId="2147483631"/>
            <ac:graphicFrameMk id="221" creationId="{3C1BDA2F-4D50-3AC3-8099-EC449725FD76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07:23.628" v="193133"/>
          <ac:graphicFrameMkLst>
            <pc:docMk/>
            <pc:sldMk cId="3493007384" sldId="2147483631"/>
            <ac:graphicFrameMk id="224" creationId="{655E553C-7BDA-EA88-4247-00904C855A20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07:25.958" v="193410"/>
          <ac:graphicFrameMkLst>
            <pc:docMk/>
            <pc:sldMk cId="3493007384" sldId="2147483631"/>
            <ac:graphicFrameMk id="226" creationId="{41675633-0430-30E9-BC4E-396556FDD3C6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07:28.579" v="193687"/>
          <ac:graphicFrameMkLst>
            <pc:docMk/>
            <pc:sldMk cId="3493007384" sldId="2147483631"/>
            <ac:graphicFrameMk id="228" creationId="{BE75DDF7-3388-0859-3331-4E2F7F642D6F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07:31.150" v="193964"/>
          <ac:graphicFrameMkLst>
            <pc:docMk/>
            <pc:sldMk cId="3493007384" sldId="2147483631"/>
            <ac:graphicFrameMk id="230" creationId="{34DE0849-AEAE-2CB8-675F-DF21C81BFBD0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07:34.516" v="194264"/>
          <ac:graphicFrameMkLst>
            <pc:docMk/>
            <pc:sldMk cId="3493007384" sldId="2147483631"/>
            <ac:graphicFrameMk id="232" creationId="{935E68AF-6489-7DBF-41AE-31C7185A15D5}"/>
          </ac:graphicFrameMkLst>
        </pc:graphicFrameChg>
        <pc:graphicFrameChg chg="add mod ord">
          <ac:chgData name="Jethro Hotbatahi Hasoloan" userId="6704a177-17bb-4244-9c06-d865e36c920b" providerId="ADAL" clId="{3E066727-BBB6-4D37-A6B5-32C7A00FA4F3}" dt="2026-10-23T11:13:37.160" v="209668"/>
          <ac:graphicFrameMkLst>
            <pc:docMk/>
            <pc:sldMk cId="3493007384" sldId="2147483631"/>
            <ac:graphicFrameMk id="234" creationId="{0BA161BD-0E3C-44C9-33D6-DFBEFF0ED5A1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07:56.114" v="194839"/>
          <ac:graphicFrameMkLst>
            <pc:docMk/>
            <pc:sldMk cId="3493007384" sldId="2147483631"/>
            <ac:graphicFrameMk id="236" creationId="{19F94030-FBFB-C972-35F3-1C117A325CA2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07:59.178" v="195114"/>
          <ac:graphicFrameMkLst>
            <pc:docMk/>
            <pc:sldMk cId="3493007384" sldId="2147483631"/>
            <ac:graphicFrameMk id="238" creationId="{D73E0E03-9776-7F5C-2205-DF14742FC847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08:01.942" v="195389"/>
          <ac:graphicFrameMkLst>
            <pc:docMk/>
            <pc:sldMk cId="3493007384" sldId="2147483631"/>
            <ac:graphicFrameMk id="240" creationId="{6036270D-0E6A-2160-B744-A9EA620E07A4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08:05.951" v="195688"/>
          <ac:graphicFrameMkLst>
            <pc:docMk/>
            <pc:sldMk cId="3493007384" sldId="2147483631"/>
            <ac:graphicFrameMk id="242" creationId="{1FEAB2CA-15F5-E745-DF7B-AEEEFB7C5EF7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08:11.179" v="195971"/>
          <ac:graphicFrameMkLst>
            <pc:docMk/>
            <pc:sldMk cId="3493007384" sldId="2147483631"/>
            <ac:graphicFrameMk id="244" creationId="{A27233A7-58A0-FE1A-C706-F856BA4DFA56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08:13.547" v="196246"/>
          <ac:graphicFrameMkLst>
            <pc:docMk/>
            <pc:sldMk cId="3493007384" sldId="2147483631"/>
            <ac:graphicFrameMk id="246" creationId="{750E4EC3-3154-E830-46AC-68F8268BB8EA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08:16.338" v="196516"/>
          <ac:graphicFrameMkLst>
            <pc:docMk/>
            <pc:sldMk cId="3493007384" sldId="2147483631"/>
            <ac:graphicFrameMk id="248" creationId="{BD57AE55-ECEB-F53D-A87F-0BB1AB0784BC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08:19.242" v="196791"/>
          <ac:graphicFrameMkLst>
            <pc:docMk/>
            <pc:sldMk cId="3493007384" sldId="2147483631"/>
            <ac:graphicFrameMk id="250" creationId="{00013393-831D-87BE-3F6F-80F5CA0787DC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08:22.833" v="197083"/>
          <ac:graphicFrameMkLst>
            <pc:docMk/>
            <pc:sldMk cId="3493007384" sldId="2147483631"/>
            <ac:graphicFrameMk id="252" creationId="{58B83360-BB76-4186-55E2-C2577105FD00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08:27.193" v="197409"/>
          <ac:graphicFrameMkLst>
            <pc:docMk/>
            <pc:sldMk cId="3493007384" sldId="2147483631"/>
            <ac:graphicFrameMk id="254" creationId="{95E6AE50-D6F9-3111-C5FB-1BB618BF3AA2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08:29.841" v="197686"/>
          <ac:graphicFrameMkLst>
            <pc:docMk/>
            <pc:sldMk cId="3493007384" sldId="2147483631"/>
            <ac:graphicFrameMk id="257" creationId="{ADC38B1D-3CE6-C41B-64DA-392B9C42EAEA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08:33.270" v="198014"/>
          <ac:graphicFrameMkLst>
            <pc:docMk/>
            <pc:sldMk cId="3493007384" sldId="2147483631"/>
            <ac:graphicFrameMk id="260" creationId="{C92A80F6-46B3-D5E7-965E-2A2965928880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08:35.679" v="198344"/>
          <ac:graphicFrameMkLst>
            <pc:docMk/>
            <pc:sldMk cId="3493007384" sldId="2147483631"/>
            <ac:graphicFrameMk id="263" creationId="{C4F52AED-6ED3-44E7-BA0B-E5BC6C194CB2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08:37.226" v="198651"/>
          <ac:graphicFrameMkLst>
            <pc:docMk/>
            <pc:sldMk cId="3493007384" sldId="2147483631"/>
            <ac:graphicFrameMk id="266" creationId="{0C709538-2B78-0963-3861-4BD68C585436}"/>
          </ac:graphicFrameMkLst>
        </pc:graphicFrameChg>
        <pc:graphicFrameChg chg="add mod ord">
          <ac:chgData name="Jethro Hotbatahi Hasoloan" userId="6704a177-17bb-4244-9c06-d865e36c920b" providerId="ADAL" clId="{3E066727-BBB6-4D37-A6B5-32C7A00FA4F3}" dt="2026-10-23T11:13:37.177" v="209711"/>
          <ac:graphicFrameMkLst>
            <pc:docMk/>
            <pc:sldMk cId="3493007384" sldId="2147483631"/>
            <ac:graphicFrameMk id="268" creationId="{0E422784-6531-4C60-DF7A-938E647A23C0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09:13.658" v="199229"/>
          <ac:graphicFrameMkLst>
            <pc:docMk/>
            <pc:sldMk cId="3493007384" sldId="2147483631"/>
            <ac:graphicFrameMk id="270" creationId="{5687B23B-94B0-9642-7B13-7E58262EA143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09:17.112" v="199495"/>
          <ac:graphicFrameMkLst>
            <pc:docMk/>
            <pc:sldMk cId="3493007384" sldId="2147483631"/>
            <ac:graphicFrameMk id="273" creationId="{C9D3F81C-2980-8C80-8473-894DF08A266A}"/>
          </ac:graphicFrameMkLst>
        </pc:graphicFrameChg>
        <pc:graphicFrameChg chg="add mod ord">
          <ac:chgData name="Jethro Hotbatahi Hasoloan" userId="6704a177-17bb-4244-9c06-d865e36c920b" providerId="ADAL" clId="{3E066727-BBB6-4D37-A6B5-32C7A00FA4F3}" dt="2026-10-23T11:13:37.160" v="209692"/>
          <ac:graphicFrameMkLst>
            <pc:docMk/>
            <pc:sldMk cId="3493007384" sldId="2147483631"/>
            <ac:graphicFrameMk id="275" creationId="{BFC26D93-10AE-49ED-89A8-B10CA329A8F4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09:57.490" v="199935"/>
          <ac:graphicFrameMkLst>
            <pc:docMk/>
            <pc:sldMk cId="3493007384" sldId="2147483631"/>
            <ac:graphicFrameMk id="276" creationId="{BA14D6B3-746E-640B-A82C-820F4225ABDF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09:58.017" v="200146"/>
          <ac:graphicFrameMkLst>
            <pc:docMk/>
            <pc:sldMk cId="3493007384" sldId="2147483631"/>
            <ac:graphicFrameMk id="277" creationId="{48732EA6-DC21-C372-5B1D-A22CDD7FD45E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09:58.691" v="200357"/>
          <ac:graphicFrameMkLst>
            <pc:docMk/>
            <pc:sldMk cId="3493007384" sldId="2147483631"/>
            <ac:graphicFrameMk id="278" creationId="{375D05C4-BAD9-3F40-4031-885A89C63185}"/>
          </ac:graphicFrameMkLst>
        </pc:graphicFrameChg>
        <pc:graphicFrameChg chg="add mod ord">
          <ac:chgData name="Jethro Hotbatahi Hasoloan" userId="6704a177-17bb-4244-9c06-d865e36c920b" providerId="ADAL" clId="{3E066727-BBB6-4D37-A6B5-32C7A00FA4F3}" dt="2026-10-23T11:13:37.145" v="209588"/>
          <ac:graphicFrameMkLst>
            <pc:docMk/>
            <pc:sldMk cId="3493007384" sldId="2147483631"/>
            <ac:graphicFrameMk id="279" creationId="{4E62E65F-7229-179C-47AA-674FA14310CD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10:56.437" v="200912"/>
          <ac:graphicFrameMkLst>
            <pc:docMk/>
            <pc:sldMk cId="3493007384" sldId="2147483631"/>
            <ac:graphicFrameMk id="282" creationId="{DDA94B9A-4266-69AB-12A2-891B4F415BA6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10:59.253" v="201171"/>
          <ac:graphicFrameMkLst>
            <pc:docMk/>
            <pc:sldMk cId="3493007384" sldId="2147483631"/>
            <ac:graphicFrameMk id="284" creationId="{C59376D5-3F0D-7AC2-12AF-B06948DAB79E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11:02.191" v="201430"/>
          <ac:graphicFrameMkLst>
            <pc:docMk/>
            <pc:sldMk cId="3493007384" sldId="2147483631"/>
            <ac:graphicFrameMk id="286" creationId="{4096D7CF-754E-4231-CC32-428ED17A82A1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11:04.652" v="201709"/>
          <ac:graphicFrameMkLst>
            <pc:docMk/>
            <pc:sldMk cId="3493007384" sldId="2147483631"/>
            <ac:graphicFrameMk id="288" creationId="{3D3D86D9-A1F5-A807-E89E-B91ED12EFAAB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11:10.788" v="201984"/>
          <ac:graphicFrameMkLst>
            <pc:docMk/>
            <pc:sldMk cId="3493007384" sldId="2147483631"/>
            <ac:graphicFrameMk id="290" creationId="{B3D38934-A277-C8F6-9FD0-4771B5959E20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11:11.890" v="202259"/>
          <ac:graphicFrameMkLst>
            <pc:docMk/>
            <pc:sldMk cId="3493007384" sldId="2147483631"/>
            <ac:graphicFrameMk id="292" creationId="{8ADD8ED1-1D08-879C-595B-74A1782B097E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11:13.850" v="202534"/>
          <ac:graphicFrameMkLst>
            <pc:docMk/>
            <pc:sldMk cId="3493007384" sldId="2147483631"/>
            <ac:graphicFrameMk id="294" creationId="{D80A95DE-D57B-37A2-A28E-F52A4C679B36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11:16.740" v="202809"/>
          <ac:graphicFrameMkLst>
            <pc:docMk/>
            <pc:sldMk cId="3493007384" sldId="2147483631"/>
            <ac:graphicFrameMk id="296" creationId="{4B0A02E3-5D40-BA1F-FAB8-D57FEFA575EA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11:18.590" v="203101"/>
          <ac:graphicFrameMkLst>
            <pc:docMk/>
            <pc:sldMk cId="3493007384" sldId="2147483631"/>
            <ac:graphicFrameMk id="298" creationId="{969F0936-B59D-B4C2-263C-32D0FC24F825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11:22.723" v="203378"/>
          <ac:graphicFrameMkLst>
            <pc:docMk/>
            <pc:sldMk cId="3493007384" sldId="2147483631"/>
            <ac:graphicFrameMk id="300" creationId="{51E5A1AD-EC36-3AA9-98E0-A159FBF67AD4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11:24.596" v="203652"/>
          <ac:graphicFrameMkLst>
            <pc:docMk/>
            <pc:sldMk cId="3493007384" sldId="2147483631"/>
            <ac:graphicFrameMk id="302" creationId="{FFBAF574-BAFB-5D1F-DFBC-028F358E5313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11:27.060" v="203926"/>
          <ac:graphicFrameMkLst>
            <pc:docMk/>
            <pc:sldMk cId="3493007384" sldId="2147483631"/>
            <ac:graphicFrameMk id="304" creationId="{9E4B424E-1E5C-1A3A-F663-5E856AB9C896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11:27.933" v="204221"/>
          <ac:graphicFrameMkLst>
            <pc:docMk/>
            <pc:sldMk cId="3493007384" sldId="2147483631"/>
            <ac:graphicFrameMk id="306" creationId="{B1AEDEB1-E86D-6E74-8794-FD66C5D9873B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11:30.619" v="204516"/>
          <ac:graphicFrameMkLst>
            <pc:docMk/>
            <pc:sldMk cId="3493007384" sldId="2147483631"/>
            <ac:graphicFrameMk id="308" creationId="{950880CB-A25B-32ED-DD4E-18B3F4974E8F}"/>
          </ac:graphicFrameMkLst>
        </pc:graphicFrameChg>
        <pc:graphicFrameChg chg="add mod ord">
          <ac:chgData name="Jethro Hotbatahi Hasoloan" userId="6704a177-17bb-4244-9c06-d865e36c920b" providerId="ADAL" clId="{3E066727-BBB6-4D37-A6B5-32C7A00FA4F3}" dt="2026-10-23T11:13:37.145" v="209620"/>
          <ac:graphicFrameMkLst>
            <pc:docMk/>
            <pc:sldMk cId="3493007384" sldId="2147483631"/>
            <ac:graphicFrameMk id="310" creationId="{A8A9BDC9-1588-449B-6479-9B30B3EF4536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12:53.796" v="206202"/>
          <ac:graphicFrameMkLst>
            <pc:docMk/>
            <pc:sldMk cId="3493007384" sldId="2147483631"/>
            <ac:graphicFrameMk id="315" creationId="{9EC19617-AE71-0C6A-A48B-352285B71D68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12:57.456" v="206460"/>
          <ac:graphicFrameMkLst>
            <pc:docMk/>
            <pc:sldMk cId="3493007384" sldId="2147483631"/>
            <ac:graphicFrameMk id="317" creationId="{E4DBB746-B10C-1071-D37B-55BA6255C5BC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13:00.247" v="206718"/>
          <ac:graphicFrameMkLst>
            <pc:docMk/>
            <pc:sldMk cId="3493007384" sldId="2147483631"/>
            <ac:graphicFrameMk id="319" creationId="{36430518-B999-F842-3E65-97657B42B567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13:02.996" v="206976"/>
          <ac:graphicFrameMkLst>
            <pc:docMk/>
            <pc:sldMk cId="3493007384" sldId="2147483631"/>
            <ac:graphicFrameMk id="321" creationId="{372262E7-BED9-0880-1FC6-4CDBBCD34653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13:07.426" v="207232"/>
          <ac:graphicFrameMkLst>
            <pc:docMk/>
            <pc:sldMk cId="3493007384" sldId="2147483631"/>
            <ac:graphicFrameMk id="323" creationId="{6E30F81D-B040-2229-B2AA-FAEC0B7413E2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13:10.953" v="207465"/>
          <ac:graphicFrameMkLst>
            <pc:docMk/>
            <pc:sldMk cId="3493007384" sldId="2147483631"/>
            <ac:graphicFrameMk id="325" creationId="{DBABCD17-E92A-1399-779E-E8FBD7C59F4D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13:13.795" v="207721"/>
          <ac:graphicFrameMkLst>
            <pc:docMk/>
            <pc:sldMk cId="3493007384" sldId="2147483631"/>
            <ac:graphicFrameMk id="327" creationId="{0418CD2A-1CFC-FDE1-11E7-18A870E5CAE4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13:15.546" v="208038"/>
          <ac:graphicFrameMkLst>
            <pc:docMk/>
            <pc:sldMk cId="3493007384" sldId="2147483631"/>
            <ac:graphicFrameMk id="329" creationId="{CC804A02-2C6A-B56B-BDF1-C0224880E6FB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13:23.305" v="208298"/>
          <ac:graphicFrameMkLst>
            <pc:docMk/>
            <pc:sldMk cId="3493007384" sldId="2147483631"/>
            <ac:graphicFrameMk id="332" creationId="{0F82CE90-4EFA-2552-45CA-56BF1DBAE2F8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13:26.196" v="208570"/>
          <ac:graphicFrameMkLst>
            <pc:docMk/>
            <pc:sldMk cId="3493007384" sldId="2147483631"/>
            <ac:graphicFrameMk id="334" creationId="{C7ECC4C5-8916-A8AD-5AB3-C22932A1CBDF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13:30.183" v="208799"/>
          <ac:graphicFrameMkLst>
            <pc:docMk/>
            <pc:sldMk cId="3493007384" sldId="2147483631"/>
            <ac:graphicFrameMk id="336" creationId="{F2D02612-B291-54CF-0615-F7743822A085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13:32.130" v="209051"/>
          <ac:graphicFrameMkLst>
            <pc:docMk/>
            <pc:sldMk cId="3493007384" sldId="2147483631"/>
            <ac:graphicFrameMk id="338" creationId="{A0CE7032-58D9-EA64-CB37-9F11A1A04D4D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13:34.627" v="209307"/>
          <ac:graphicFrameMkLst>
            <pc:docMk/>
            <pc:sldMk cId="3493007384" sldId="2147483631"/>
            <ac:graphicFrameMk id="340" creationId="{F2CB2218-0CCA-FC96-68D4-C906149AF6C5}"/>
          </ac:graphicFrameMkLst>
        </pc:graphicFrameChg>
        <pc:graphicFrameChg chg="add del mod ord">
          <ac:chgData name="Jethro Hotbatahi Hasoloan" userId="6704a177-17bb-4244-9c06-d865e36c920b" providerId="ADAL" clId="{3E066727-BBB6-4D37-A6B5-32C7A00FA4F3}" dt="2026-10-23T11:13:37.096" v="209563"/>
          <ac:graphicFrameMkLst>
            <pc:docMk/>
            <pc:sldMk cId="3493007384" sldId="2147483631"/>
            <ac:graphicFrameMk id="342" creationId="{90A8CFA4-0ACE-D1BF-BAD0-94449E74BDEB}"/>
          </ac:graphicFrameMkLst>
        </pc:graphicFrameChg>
        <pc:graphicFrameChg chg="add mod ord">
          <ac:chgData name="Jethro Hotbatahi Hasoloan" userId="6704a177-17bb-4244-9c06-d865e36c920b" providerId="ADAL" clId="{3E066727-BBB6-4D37-A6B5-32C7A00FA4F3}" dt="2026-10-23T11:13:37.160" v="209647"/>
          <ac:graphicFrameMkLst>
            <pc:docMk/>
            <pc:sldMk cId="3493007384" sldId="2147483631"/>
            <ac:graphicFrameMk id="344" creationId="{14575676-F436-95EE-8FCB-4F4FAF6E3A0D}"/>
          </ac:graphicFrameMkLst>
        </pc:graphicFrameChg>
        <pc:cxnChg chg="mod ord">
          <ac:chgData name="Jethro Hotbatahi Hasoloan" userId="6704a177-17bb-4244-9c06-d865e36c920b" providerId="ADAL" clId="{3E066727-BBB6-4D37-A6B5-32C7A00FA4F3}" dt="2026-10-23T11:13:37.145" v="209572"/>
          <ac:cxnSpMkLst>
            <pc:docMk/>
            <pc:sldMk cId="3493007384" sldId="2147483631"/>
            <ac:cxnSpMk id="5" creationId="{482E085E-3DE0-5EE4-01F8-04CAB3FDDD45}"/>
          </ac:cxnSpMkLst>
        </pc:cxnChg>
        <pc:cxnChg chg="mod ord">
          <ac:chgData name="Jethro Hotbatahi Hasoloan" userId="6704a177-17bb-4244-9c06-d865e36c920b" providerId="ADAL" clId="{3E066727-BBB6-4D37-A6B5-32C7A00FA4F3}" dt="2026-10-23T11:13:37.145" v="209581"/>
          <ac:cxnSpMkLst>
            <pc:docMk/>
            <pc:sldMk cId="3493007384" sldId="2147483631"/>
            <ac:cxnSpMk id="11" creationId="{2BD1281A-28C6-42FD-6E34-1005E1441600}"/>
          </ac:cxnSpMkLst>
        </pc:cxnChg>
        <pc:cxnChg chg="mod ord">
          <ac:chgData name="Jethro Hotbatahi Hasoloan" userId="6704a177-17bb-4244-9c06-d865e36c920b" providerId="ADAL" clId="{3E066727-BBB6-4D37-A6B5-32C7A00FA4F3}" dt="2026-10-23T11:13:37.145" v="209584"/>
          <ac:cxnSpMkLst>
            <pc:docMk/>
            <pc:sldMk cId="3493007384" sldId="2147483631"/>
            <ac:cxnSpMk id="14" creationId="{F6E315B5-3984-876E-E2CA-400B039D053D}"/>
          </ac:cxnSpMkLst>
        </pc:cxnChg>
        <pc:cxnChg chg="del mod ord">
          <ac:chgData name="Jethro Hotbatahi Hasoloan" userId="6704a177-17bb-4244-9c06-d865e36c920b" providerId="ADAL" clId="{3E066727-BBB6-4D37-A6B5-32C7A00FA4F3}" dt="2026-10-23T09:27:03.427" v="134341" actId="478"/>
          <ac:cxnSpMkLst>
            <pc:docMk/>
            <pc:sldMk cId="3493007384" sldId="2147483631"/>
            <ac:cxnSpMk id="15" creationId="{685B67B1-A64F-B022-4ABA-E080C0872C7D}"/>
          </ac:cxnSpMkLst>
        </pc:cxnChg>
        <pc:cxnChg chg="mod ord">
          <ac:chgData name="Jethro Hotbatahi Hasoloan" userId="6704a177-17bb-4244-9c06-d865e36c920b" providerId="ADAL" clId="{3E066727-BBB6-4D37-A6B5-32C7A00FA4F3}" dt="2026-10-23T11:13:37.145" v="209586"/>
          <ac:cxnSpMkLst>
            <pc:docMk/>
            <pc:sldMk cId="3493007384" sldId="2147483631"/>
            <ac:cxnSpMk id="16" creationId="{829F1025-3E89-9C71-B5CF-4DAFB11BE2E7}"/>
          </ac:cxnSpMkLst>
        </pc:cxnChg>
        <pc:cxnChg chg="del mod ord">
          <ac:chgData name="Jethro Hotbatahi Hasoloan" userId="6704a177-17bb-4244-9c06-d865e36c920b" providerId="ADAL" clId="{3E066727-BBB6-4D37-A6B5-32C7A00FA4F3}" dt="2026-10-23T09:27:03.427" v="134341" actId="478"/>
          <ac:cxnSpMkLst>
            <pc:docMk/>
            <pc:sldMk cId="3493007384" sldId="2147483631"/>
            <ac:cxnSpMk id="102" creationId="{A8ACF08B-8D7F-AD14-49F2-0A7456F46E9D}"/>
          </ac:cxnSpMkLst>
        </pc:cxnChg>
        <pc:cxnChg chg="mod ord">
          <ac:chgData name="Jethro Hotbatahi Hasoloan" userId="6704a177-17bb-4244-9c06-d865e36c920b" providerId="ADAL" clId="{3E066727-BBB6-4D37-A6B5-32C7A00FA4F3}" dt="2026-10-23T11:13:37.177" v="209709"/>
          <ac:cxnSpMkLst>
            <pc:docMk/>
            <pc:sldMk cId="3493007384" sldId="2147483631"/>
            <ac:cxnSpMk id="105" creationId="{F63F623A-FDE3-32B0-ABB5-3EA5417B8054}"/>
          </ac:cxnSpMkLst>
        </pc:cxnChg>
        <pc:cxnChg chg="add del mod ord">
          <ac:chgData name="Jethro Hotbatahi Hasoloan" userId="6704a177-17bb-4244-9c06-d865e36c920b" providerId="ADAL" clId="{3E066727-BBB6-4D37-A6B5-32C7A00FA4F3}" dt="2026-10-23T06:57:29.517" v="131994"/>
          <ac:cxnSpMkLst>
            <pc:docMk/>
            <pc:sldMk cId="3493007384" sldId="2147483631"/>
            <ac:cxnSpMk id="178" creationId="{F2772CF1-3D4F-3F91-6152-B5AD3D4374C2}"/>
          </ac:cxnSpMkLst>
        </pc:cxnChg>
        <pc:cxnChg chg="add del mod ord">
          <ac:chgData name="Jethro Hotbatahi Hasoloan" userId="6704a177-17bb-4244-9c06-d865e36c920b" providerId="ADAL" clId="{3E066727-BBB6-4D37-A6B5-32C7A00FA4F3}" dt="2026-10-23T11:08:37.214" v="198623"/>
          <ac:cxnSpMkLst>
            <pc:docMk/>
            <pc:sldMk cId="3493007384" sldId="2147483631"/>
            <ac:cxnSpMk id="259" creationId="{F203B11D-8462-9AC3-B061-A09B731CD93F}"/>
          </ac:cxnSpMkLst>
        </pc:cxnChg>
      </pc:sldChg>
      <pc:sldChg chg="add del">
        <pc:chgData name="Jethro Hotbatahi Hasoloan" userId="6704a177-17bb-4244-9c06-d865e36c920b" providerId="ADAL" clId="{3E066727-BBB6-4D37-A6B5-32C7A00FA4F3}" dt="2026-10-22T05:23:30.347" v="128889" actId="47"/>
        <pc:sldMkLst>
          <pc:docMk/>
          <pc:sldMk cId="1348035287" sldId="2147483632"/>
        </pc:sldMkLst>
      </pc:sldChg>
      <pc:sldChg chg="del">
        <pc:chgData name="Jethro Hotbatahi Hasoloan" userId="6704a177-17bb-4244-9c06-d865e36c920b" providerId="ADAL" clId="{3E066727-BBB6-4D37-A6B5-32C7A00FA4F3}" dt="2026-10-22T02:55:46.159" v="36515" actId="47"/>
        <pc:sldMkLst>
          <pc:docMk/>
          <pc:sldMk cId="3568383303" sldId="2147483632"/>
        </pc:sldMkLst>
      </pc:sldChg>
      <pc:sldChg chg="addSp modSp add ord">
        <pc:chgData name="Jethro Hotbatahi Hasoloan" userId="6704a177-17bb-4244-9c06-d865e36c920b" providerId="ADAL" clId="{3E066727-BBB6-4D37-A6B5-32C7A00FA4F3}" dt="2026-10-22T05:23:42.112" v="128890"/>
        <pc:sldMkLst>
          <pc:docMk/>
          <pc:sldMk cId="215569719" sldId="2147483633"/>
        </pc:sldMkLst>
        <pc:spChg chg="add mod">
          <ac:chgData name="Jethro Hotbatahi Hasoloan" userId="6704a177-17bb-4244-9c06-d865e36c920b" providerId="ADAL" clId="{3E066727-BBB6-4D37-A6B5-32C7A00FA4F3}" dt="2026-10-22T05:23:42.112" v="128890"/>
          <ac:spMkLst>
            <pc:docMk/>
            <pc:sldMk cId="215569719" sldId="2147483633"/>
            <ac:spMk id="3" creationId="{0C9F2A06-128F-857D-5E04-F18FBBBBA431}"/>
          </ac:spMkLst>
        </pc:spChg>
        <pc:spChg chg="add mod">
          <ac:chgData name="Jethro Hotbatahi Hasoloan" userId="6704a177-17bb-4244-9c06-d865e36c920b" providerId="ADAL" clId="{3E066727-BBB6-4D37-A6B5-32C7A00FA4F3}" dt="2026-10-22T05:23:42.112" v="128890"/>
          <ac:spMkLst>
            <pc:docMk/>
            <pc:sldMk cId="215569719" sldId="2147483633"/>
            <ac:spMk id="6" creationId="{575769C9-636C-32C7-6F39-487549CFC1D5}"/>
          </ac:spMkLst>
        </pc:spChg>
        <pc:spChg chg="add mod">
          <ac:chgData name="Jethro Hotbatahi Hasoloan" userId="6704a177-17bb-4244-9c06-d865e36c920b" providerId="ADAL" clId="{3E066727-BBB6-4D37-A6B5-32C7A00FA4F3}" dt="2026-10-22T05:23:42.112" v="128890"/>
          <ac:spMkLst>
            <pc:docMk/>
            <pc:sldMk cId="215569719" sldId="2147483633"/>
            <ac:spMk id="7" creationId="{7AAD305A-D464-B636-0402-7D8E5288B3BA}"/>
          </ac:spMkLst>
        </pc:spChg>
        <pc:spChg chg="add mod">
          <ac:chgData name="Jethro Hotbatahi Hasoloan" userId="6704a177-17bb-4244-9c06-d865e36c920b" providerId="ADAL" clId="{3E066727-BBB6-4D37-A6B5-32C7A00FA4F3}" dt="2026-10-22T05:23:42.112" v="128890"/>
          <ac:spMkLst>
            <pc:docMk/>
            <pc:sldMk cId="215569719" sldId="2147483633"/>
            <ac:spMk id="8" creationId="{92A7B113-7985-627D-4CA2-863C9D037941}"/>
          </ac:spMkLst>
        </pc:spChg>
        <pc:spChg chg="add mod">
          <ac:chgData name="Jethro Hotbatahi Hasoloan" userId="6704a177-17bb-4244-9c06-d865e36c920b" providerId="ADAL" clId="{3E066727-BBB6-4D37-A6B5-32C7A00FA4F3}" dt="2026-10-22T05:23:42.112" v="128890"/>
          <ac:spMkLst>
            <pc:docMk/>
            <pc:sldMk cId="215569719" sldId="2147483633"/>
            <ac:spMk id="9" creationId="{C4813108-7493-E341-5E40-137B50C4F42C}"/>
          </ac:spMkLst>
        </pc:spChg>
        <pc:picChg chg="add mod">
          <ac:chgData name="Jethro Hotbatahi Hasoloan" userId="6704a177-17bb-4244-9c06-d865e36c920b" providerId="ADAL" clId="{3E066727-BBB6-4D37-A6B5-32C7A00FA4F3}" dt="2026-10-22T05:23:42.112" v="128890"/>
          <ac:picMkLst>
            <pc:docMk/>
            <pc:sldMk cId="215569719" sldId="2147483633"/>
            <ac:picMk id="5" creationId="{97EC642E-8BCC-BCC2-C8E0-09295538F2CE}"/>
          </ac:picMkLst>
        </pc:picChg>
      </pc:sldChg>
      <pc:sldChg chg="del">
        <pc:chgData name="Jethro Hotbatahi Hasoloan" userId="6704a177-17bb-4244-9c06-d865e36c920b" providerId="ADAL" clId="{3E066727-BBB6-4D37-A6B5-32C7A00FA4F3}" dt="2026-10-22T02:55:46.159" v="36515" actId="47"/>
        <pc:sldMkLst>
          <pc:docMk/>
          <pc:sldMk cId="2461948732" sldId="2147483633"/>
        </pc:sldMkLst>
      </pc:sldChg>
      <pc:sldChg chg="del">
        <pc:chgData name="Jethro Hotbatahi Hasoloan" userId="6704a177-17bb-4244-9c06-d865e36c920b" providerId="ADAL" clId="{3E066727-BBB6-4D37-A6B5-32C7A00FA4F3}" dt="2026-10-22T02:55:46.159" v="36515" actId="47"/>
        <pc:sldMkLst>
          <pc:docMk/>
          <pc:sldMk cId="3932877902" sldId="2147483634"/>
        </pc:sldMkLst>
      </pc:sldChg>
      <pc:sldChg chg="del">
        <pc:chgData name="Jethro Hotbatahi Hasoloan" userId="6704a177-17bb-4244-9c06-d865e36c920b" providerId="ADAL" clId="{3E066727-BBB6-4D37-A6B5-32C7A00FA4F3}" dt="2026-10-22T02:55:46.159" v="36515" actId="47"/>
        <pc:sldMkLst>
          <pc:docMk/>
          <pc:sldMk cId="1932957640" sldId="2147483635"/>
        </pc:sldMkLst>
      </pc:sldChg>
      <pc:sldChg chg="del">
        <pc:chgData name="Jethro Hotbatahi Hasoloan" userId="6704a177-17bb-4244-9c06-d865e36c920b" providerId="ADAL" clId="{3E066727-BBB6-4D37-A6B5-32C7A00FA4F3}" dt="2026-10-22T02:55:46.159" v="36515" actId="47"/>
        <pc:sldMkLst>
          <pc:docMk/>
          <pc:sldMk cId="893122614" sldId="2147483636"/>
        </pc:sldMkLst>
      </pc:sldChg>
      <pc:sldChg chg="del">
        <pc:chgData name="Jethro Hotbatahi Hasoloan" userId="6704a177-17bb-4244-9c06-d865e36c920b" providerId="ADAL" clId="{3E066727-BBB6-4D37-A6B5-32C7A00FA4F3}" dt="2026-10-22T02:55:46.159" v="36515" actId="47"/>
        <pc:sldMkLst>
          <pc:docMk/>
          <pc:sldMk cId="2379838017" sldId="2147483637"/>
        </pc:sldMkLst>
      </pc:sldChg>
      <pc:sldChg chg="del">
        <pc:chgData name="Jethro Hotbatahi Hasoloan" userId="6704a177-17bb-4244-9c06-d865e36c920b" providerId="ADAL" clId="{3E066727-BBB6-4D37-A6B5-32C7A00FA4F3}" dt="2026-10-22T02:55:46.159" v="36515" actId="47"/>
        <pc:sldMkLst>
          <pc:docMk/>
          <pc:sldMk cId="745692622" sldId="2147483638"/>
        </pc:sldMkLst>
      </pc:sldChg>
      <pc:sldChg chg="del">
        <pc:chgData name="Jethro Hotbatahi Hasoloan" userId="6704a177-17bb-4244-9c06-d865e36c920b" providerId="ADAL" clId="{3E066727-BBB6-4D37-A6B5-32C7A00FA4F3}" dt="2026-10-22T02:55:46.159" v="36515" actId="47"/>
        <pc:sldMkLst>
          <pc:docMk/>
          <pc:sldMk cId="3196340104" sldId="2147483639"/>
        </pc:sldMkLst>
      </pc:sldChg>
      <pc:sldChg chg="del">
        <pc:chgData name="Jethro Hotbatahi Hasoloan" userId="6704a177-17bb-4244-9c06-d865e36c920b" providerId="ADAL" clId="{3E066727-BBB6-4D37-A6B5-32C7A00FA4F3}" dt="2026-10-22T02:55:46.159" v="36515" actId="47"/>
        <pc:sldMkLst>
          <pc:docMk/>
          <pc:sldMk cId="898949777" sldId="2147483640"/>
        </pc:sldMkLst>
      </pc:sldChg>
      <pc:sldChg chg="del">
        <pc:chgData name="Jethro Hotbatahi Hasoloan" userId="6704a177-17bb-4244-9c06-d865e36c920b" providerId="ADAL" clId="{3E066727-BBB6-4D37-A6B5-32C7A00FA4F3}" dt="2026-10-22T02:55:46.159" v="36515" actId="47"/>
        <pc:sldMkLst>
          <pc:docMk/>
          <pc:sldMk cId="954161029" sldId="2147483641"/>
        </pc:sldMkLst>
      </pc:sldChg>
      <pc:sldChg chg="del">
        <pc:chgData name="Jethro Hotbatahi Hasoloan" userId="6704a177-17bb-4244-9c06-d865e36c920b" providerId="ADAL" clId="{3E066727-BBB6-4D37-A6B5-32C7A00FA4F3}" dt="2026-10-22T02:55:46.159" v="36515" actId="47"/>
        <pc:sldMkLst>
          <pc:docMk/>
          <pc:sldMk cId="2340472044" sldId="2147483642"/>
        </pc:sldMkLst>
      </pc:sldChg>
      <pc:sldChg chg="del">
        <pc:chgData name="Jethro Hotbatahi Hasoloan" userId="6704a177-17bb-4244-9c06-d865e36c920b" providerId="ADAL" clId="{3E066727-BBB6-4D37-A6B5-32C7A00FA4F3}" dt="2026-10-22T02:55:46.159" v="36515" actId="47"/>
        <pc:sldMkLst>
          <pc:docMk/>
          <pc:sldMk cId="438374535" sldId="2147483643"/>
        </pc:sldMkLst>
      </pc:sldChg>
      <pc:sldChg chg="del">
        <pc:chgData name="Jethro Hotbatahi Hasoloan" userId="6704a177-17bb-4244-9c06-d865e36c920b" providerId="ADAL" clId="{3E066727-BBB6-4D37-A6B5-32C7A00FA4F3}" dt="2026-10-22T02:55:46.159" v="36515" actId="47"/>
        <pc:sldMkLst>
          <pc:docMk/>
          <pc:sldMk cId="2059004801" sldId="2147483644"/>
        </pc:sldMkLst>
      </pc:sldChg>
      <pc:sldChg chg="del">
        <pc:chgData name="Jethro Hotbatahi Hasoloan" userId="6704a177-17bb-4244-9c06-d865e36c920b" providerId="ADAL" clId="{3E066727-BBB6-4D37-A6B5-32C7A00FA4F3}" dt="2026-10-22T02:55:46.159" v="36515" actId="47"/>
        <pc:sldMkLst>
          <pc:docMk/>
          <pc:sldMk cId="1747881667" sldId="2147483645"/>
        </pc:sldMkLst>
      </pc:sldChg>
      <pc:sldMasterChg chg="delSldLayout modSldLayout sldLayoutOrd">
        <pc:chgData name="Jethro Hotbatahi Hasoloan" userId="6704a177-17bb-4244-9c06-d865e36c920b" providerId="ADAL" clId="{3E066727-BBB6-4D37-A6B5-32C7A00FA4F3}" dt="2026-10-22T05:23:45.015" v="128891" actId="47"/>
        <pc:sldMasterMkLst>
          <pc:docMk/>
          <pc:sldMasterMk cId="2064615633" sldId="2147484627"/>
        </pc:sldMasterMkLst>
        <pc:sldLayoutChg chg="delSp modSp mod">
          <pc:chgData name="Jethro Hotbatahi Hasoloan" userId="6704a177-17bb-4244-9c06-d865e36c920b" providerId="ADAL" clId="{3E066727-BBB6-4D37-A6B5-32C7A00FA4F3}" dt="2026-10-22T04:14:18.472" v="75897" actId="478"/>
          <pc:sldLayoutMkLst>
            <pc:docMk/>
            <pc:sldMasterMk cId="2064615633" sldId="2147484627"/>
            <pc:sldLayoutMk cId="654656086" sldId="2147484591"/>
          </pc:sldLayoutMkLst>
          <pc:spChg chg="del mod">
            <ac:chgData name="Jethro Hotbatahi Hasoloan" userId="6704a177-17bb-4244-9c06-d865e36c920b" providerId="ADAL" clId="{3E066727-BBB6-4D37-A6B5-32C7A00FA4F3}" dt="2026-10-22T04:14:18.472" v="75897" actId="478"/>
            <ac:spMkLst>
              <pc:docMk/>
              <pc:sldMasterMk cId="2064615633" sldId="2147484627"/>
              <pc:sldLayoutMk cId="654656086" sldId="2147484591"/>
              <ac:spMk id="12" creationId="{2EB9AE57-7780-6312-12CC-3CC604741423}"/>
            </ac:spMkLst>
          </pc:spChg>
          <pc:picChg chg="del">
            <ac:chgData name="Jethro Hotbatahi Hasoloan" userId="6704a177-17bb-4244-9c06-d865e36c920b" providerId="ADAL" clId="{3E066727-BBB6-4D37-A6B5-32C7A00FA4F3}" dt="2026-10-22T04:14:15.401" v="75895" actId="478"/>
            <ac:picMkLst>
              <pc:docMk/>
              <pc:sldMasterMk cId="2064615633" sldId="2147484627"/>
              <pc:sldLayoutMk cId="654656086" sldId="2147484591"/>
              <ac:picMk id="10" creationId="{37125989-08BE-D1E2-7F26-C0BFB883C27F}"/>
            </ac:picMkLst>
          </pc:picChg>
        </pc:sldLayoutChg>
        <pc:sldLayoutChg chg="delSp mod">
          <pc:chgData name="Jethro Hotbatahi Hasoloan" userId="6704a177-17bb-4244-9c06-d865e36c920b" providerId="ADAL" clId="{3E066727-BBB6-4D37-A6B5-32C7A00FA4F3}" dt="2026-10-22T04:14:30.464" v="75902" actId="478"/>
          <pc:sldLayoutMkLst>
            <pc:docMk/>
            <pc:sldMasterMk cId="2064615633" sldId="2147484627"/>
            <pc:sldLayoutMk cId="3812051578" sldId="2147484608"/>
          </pc:sldLayoutMkLst>
          <pc:spChg chg="del">
            <ac:chgData name="Jethro Hotbatahi Hasoloan" userId="6704a177-17bb-4244-9c06-d865e36c920b" providerId="ADAL" clId="{3E066727-BBB6-4D37-A6B5-32C7A00FA4F3}" dt="2026-10-22T04:14:23.539" v="75898" actId="478"/>
            <ac:spMkLst>
              <pc:docMk/>
              <pc:sldMasterMk cId="2064615633" sldId="2147484627"/>
              <pc:sldLayoutMk cId="3812051578" sldId="2147484608"/>
              <ac:spMk id="15" creationId="{A12564A8-2A41-71C9-98D2-1C7EDD3236B4}"/>
            </ac:spMkLst>
          </pc:spChg>
          <pc:spChg chg="del">
            <ac:chgData name="Jethro Hotbatahi Hasoloan" userId="6704a177-17bb-4244-9c06-d865e36c920b" providerId="ADAL" clId="{3E066727-BBB6-4D37-A6B5-32C7A00FA4F3}" dt="2026-10-22T04:14:28.920" v="75901" actId="478"/>
            <ac:spMkLst>
              <pc:docMk/>
              <pc:sldMasterMk cId="2064615633" sldId="2147484627"/>
              <pc:sldLayoutMk cId="3812051578" sldId="2147484608"/>
              <ac:spMk id="18" creationId="{B66269DA-C950-0145-D532-25E878B747B5}"/>
            </ac:spMkLst>
          </pc:spChg>
          <pc:grpChg chg="del">
            <ac:chgData name="Jethro Hotbatahi Hasoloan" userId="6704a177-17bb-4244-9c06-d865e36c920b" providerId="ADAL" clId="{3E066727-BBB6-4D37-A6B5-32C7A00FA4F3}" dt="2026-10-22T04:14:30.464" v="75902" actId="478"/>
            <ac:grpSpMkLst>
              <pc:docMk/>
              <pc:sldMasterMk cId="2064615633" sldId="2147484627"/>
              <pc:sldLayoutMk cId="3812051578" sldId="2147484608"/>
              <ac:grpSpMk id="19" creationId="{5BC8D09F-A309-CE5C-CBA0-5A7EF92D841A}"/>
            </ac:grpSpMkLst>
          </pc:grpChg>
          <pc:picChg chg="del">
            <ac:chgData name="Jethro Hotbatahi Hasoloan" userId="6704a177-17bb-4244-9c06-d865e36c920b" providerId="ADAL" clId="{3E066727-BBB6-4D37-A6B5-32C7A00FA4F3}" dt="2026-10-22T04:14:25.031" v="75899" actId="478"/>
            <ac:picMkLst>
              <pc:docMk/>
              <pc:sldMasterMk cId="2064615633" sldId="2147484627"/>
              <pc:sldLayoutMk cId="3812051578" sldId="2147484608"/>
              <ac:picMk id="16" creationId="{8F334D7D-DD31-3C87-8E0B-705E7F1C0E13}"/>
            </ac:picMkLst>
          </pc:picChg>
          <pc:picChg chg="del">
            <ac:chgData name="Jethro Hotbatahi Hasoloan" userId="6704a177-17bb-4244-9c06-d865e36c920b" providerId="ADAL" clId="{3E066727-BBB6-4D37-A6B5-32C7A00FA4F3}" dt="2026-10-22T04:14:27.100" v="75900" actId="478"/>
            <ac:picMkLst>
              <pc:docMk/>
              <pc:sldMasterMk cId="2064615633" sldId="2147484627"/>
              <pc:sldLayoutMk cId="3812051578" sldId="2147484608"/>
              <ac:picMk id="17" creationId="{8D5AEDF2-1A6F-170B-5DA3-5ACE89BC2520}"/>
            </ac:picMkLst>
          </pc:picChg>
        </pc:sldLayoutChg>
        <pc:sldLayoutChg chg="delSp modSp mod">
          <pc:chgData name="Jethro Hotbatahi Hasoloan" userId="6704a177-17bb-4244-9c06-d865e36c920b" providerId="ADAL" clId="{3E066727-BBB6-4D37-A6B5-32C7A00FA4F3}" dt="2026-10-22T04:14:56.911" v="75909" actId="478"/>
          <pc:sldLayoutMkLst>
            <pc:docMk/>
            <pc:sldMasterMk cId="2064615633" sldId="2147484627"/>
            <pc:sldLayoutMk cId="3257137352" sldId="2147484628"/>
          </pc:sldLayoutMkLst>
          <pc:spChg chg="del mod">
            <ac:chgData name="Jethro Hotbatahi Hasoloan" userId="6704a177-17bb-4244-9c06-d865e36c920b" providerId="ADAL" clId="{3E066727-BBB6-4D37-A6B5-32C7A00FA4F3}" dt="2026-10-22T04:14:56.911" v="75909" actId="478"/>
            <ac:spMkLst>
              <pc:docMk/>
              <pc:sldMasterMk cId="2064615633" sldId="2147484627"/>
              <pc:sldLayoutMk cId="3257137352" sldId="2147484628"/>
              <ac:spMk id="5" creationId="{B4222B1C-0B3B-545E-E250-BFBC97155D0E}"/>
            </ac:spMkLst>
          </pc:spChg>
          <pc:picChg chg="del">
            <ac:chgData name="Jethro Hotbatahi Hasoloan" userId="6704a177-17bb-4244-9c06-d865e36c920b" providerId="ADAL" clId="{3E066727-BBB6-4D37-A6B5-32C7A00FA4F3}" dt="2026-10-22T04:14:49.124" v="75905" actId="478"/>
            <ac:picMkLst>
              <pc:docMk/>
              <pc:sldMasterMk cId="2064615633" sldId="2147484627"/>
              <pc:sldLayoutMk cId="3257137352" sldId="2147484628"/>
              <ac:picMk id="2" creationId="{51ED143A-C696-4BA8-4F34-2B8CC5D0B414}"/>
            </ac:picMkLst>
          </pc:picChg>
          <pc:picChg chg="del">
            <ac:chgData name="Jethro Hotbatahi Hasoloan" userId="6704a177-17bb-4244-9c06-d865e36c920b" providerId="ADAL" clId="{3E066727-BBB6-4D37-A6B5-32C7A00FA4F3}" dt="2026-10-22T04:14:50.001" v="75906" actId="478"/>
            <ac:picMkLst>
              <pc:docMk/>
              <pc:sldMasterMk cId="2064615633" sldId="2147484627"/>
              <pc:sldLayoutMk cId="3257137352" sldId="2147484628"/>
              <ac:picMk id="3" creationId="{4BDABD05-412F-82A4-3018-C4FD1D0761AD}"/>
            </ac:picMkLst>
          </pc:picChg>
          <pc:picChg chg="del">
            <ac:chgData name="Jethro Hotbatahi Hasoloan" userId="6704a177-17bb-4244-9c06-d865e36c920b" providerId="ADAL" clId="{3E066727-BBB6-4D37-A6B5-32C7A00FA4F3}" dt="2026-10-22T04:14:52.182" v="75907" actId="478"/>
            <ac:picMkLst>
              <pc:docMk/>
              <pc:sldMasterMk cId="2064615633" sldId="2147484627"/>
              <pc:sldLayoutMk cId="3257137352" sldId="2147484628"/>
              <ac:picMk id="6" creationId="{4F604CA2-A3AD-B19F-D71D-6864B962C3EE}"/>
            </ac:picMkLst>
          </pc:picChg>
        </pc:sldLayoutChg>
        <pc:sldLayoutChg chg="delSp mod ord">
          <pc:chgData name="Jethro Hotbatahi Hasoloan" userId="6704a177-17bb-4244-9c06-d865e36c920b" providerId="ADAL" clId="{3E066727-BBB6-4D37-A6B5-32C7A00FA4F3}" dt="2026-10-22T04:17:58.677" v="75930" actId="20578"/>
          <pc:sldLayoutMkLst>
            <pc:docMk/>
            <pc:sldMasterMk cId="2064615633" sldId="2147484627"/>
            <pc:sldLayoutMk cId="3399795864" sldId="2147484629"/>
          </pc:sldLayoutMkLst>
          <pc:picChg chg="del">
            <ac:chgData name="Jethro Hotbatahi Hasoloan" userId="6704a177-17bb-4244-9c06-d865e36c920b" providerId="ADAL" clId="{3E066727-BBB6-4D37-A6B5-32C7A00FA4F3}" dt="2026-10-22T04:14:45.977" v="75903" actId="478"/>
            <ac:picMkLst>
              <pc:docMk/>
              <pc:sldMasterMk cId="2064615633" sldId="2147484627"/>
              <pc:sldLayoutMk cId="3399795864" sldId="2147484629"/>
              <ac:picMk id="2" creationId="{D6C3A5A6-7799-0215-A951-E5F4058B7BB0}"/>
            </ac:picMkLst>
          </pc:picChg>
          <pc:picChg chg="del">
            <ac:chgData name="Jethro Hotbatahi Hasoloan" userId="6704a177-17bb-4244-9c06-d865e36c920b" providerId="ADAL" clId="{3E066727-BBB6-4D37-A6B5-32C7A00FA4F3}" dt="2026-10-22T04:14:46.899" v="75904" actId="478"/>
            <ac:picMkLst>
              <pc:docMk/>
              <pc:sldMasterMk cId="2064615633" sldId="2147484627"/>
              <pc:sldLayoutMk cId="3399795864" sldId="2147484629"/>
              <ac:picMk id="10" creationId="{76D5AA6A-E0F0-6E0F-D0AC-AAD230FE90E7}"/>
            </ac:picMkLst>
          </pc:picChg>
        </pc:sldLayoutChg>
        <pc:sldLayoutChg chg="delSp mod">
          <pc:chgData name="Jethro Hotbatahi Hasoloan" userId="6704a177-17bb-4244-9c06-d865e36c920b" providerId="ADAL" clId="{3E066727-BBB6-4D37-A6B5-32C7A00FA4F3}" dt="2026-10-22T04:15:00.267" v="75911" actId="478"/>
          <pc:sldLayoutMkLst>
            <pc:docMk/>
            <pc:sldMasterMk cId="2064615633" sldId="2147484627"/>
            <pc:sldLayoutMk cId="3269254100" sldId="2147484630"/>
          </pc:sldLayoutMkLst>
          <pc:picChg chg="del">
            <ac:chgData name="Jethro Hotbatahi Hasoloan" userId="6704a177-17bb-4244-9c06-d865e36c920b" providerId="ADAL" clId="{3E066727-BBB6-4D37-A6B5-32C7A00FA4F3}" dt="2026-10-22T04:15:00.267" v="75911" actId="478"/>
            <ac:picMkLst>
              <pc:docMk/>
              <pc:sldMasterMk cId="2064615633" sldId="2147484627"/>
              <pc:sldLayoutMk cId="3269254100" sldId="2147484630"/>
              <ac:picMk id="2" creationId="{A258BF9F-ABAE-BD58-E3B0-FD34D5E84CEC}"/>
            </ac:picMkLst>
          </pc:picChg>
          <pc:picChg chg="del">
            <ac:chgData name="Jethro Hotbatahi Hasoloan" userId="6704a177-17bb-4244-9c06-d865e36c920b" providerId="ADAL" clId="{3E066727-BBB6-4D37-A6B5-32C7A00FA4F3}" dt="2026-10-22T04:14:59.445" v="75910" actId="478"/>
            <ac:picMkLst>
              <pc:docMk/>
              <pc:sldMasterMk cId="2064615633" sldId="2147484627"/>
              <pc:sldLayoutMk cId="3269254100" sldId="2147484630"/>
              <ac:picMk id="6" creationId="{B9FB26DA-08E5-CC6F-65D4-757DC2E4AD44}"/>
            </ac:picMkLst>
          </pc:picChg>
        </pc:sldLayoutChg>
        <pc:sldLayoutChg chg="delSp mod">
          <pc:chgData name="Jethro Hotbatahi Hasoloan" userId="6704a177-17bb-4244-9c06-d865e36c920b" providerId="ADAL" clId="{3E066727-BBB6-4D37-A6B5-32C7A00FA4F3}" dt="2026-10-22T04:16:17.095" v="75929" actId="478"/>
          <pc:sldLayoutMkLst>
            <pc:docMk/>
            <pc:sldMasterMk cId="2064615633" sldId="2147484627"/>
            <pc:sldLayoutMk cId="761042977" sldId="2147484633"/>
          </pc:sldLayoutMkLst>
          <pc:picChg chg="del">
            <ac:chgData name="Jethro Hotbatahi Hasoloan" userId="6704a177-17bb-4244-9c06-d865e36c920b" providerId="ADAL" clId="{3E066727-BBB6-4D37-A6B5-32C7A00FA4F3}" dt="2026-10-22T04:16:17.095" v="75929" actId="478"/>
            <ac:picMkLst>
              <pc:docMk/>
              <pc:sldMasterMk cId="2064615633" sldId="2147484627"/>
              <pc:sldLayoutMk cId="761042977" sldId="2147484633"/>
              <ac:picMk id="2" creationId="{D6C3A5A6-7799-0215-A951-E5F4058B7BB0}"/>
            </ac:picMkLst>
          </pc:picChg>
          <pc:picChg chg="del">
            <ac:chgData name="Jethro Hotbatahi Hasoloan" userId="6704a177-17bb-4244-9c06-d865e36c920b" providerId="ADAL" clId="{3E066727-BBB6-4D37-A6B5-32C7A00FA4F3}" dt="2026-10-22T04:16:14.431" v="75928" actId="478"/>
            <ac:picMkLst>
              <pc:docMk/>
              <pc:sldMasterMk cId="2064615633" sldId="2147484627"/>
              <pc:sldLayoutMk cId="761042977" sldId="2147484633"/>
              <ac:picMk id="1026" creationId="{303C439F-63E3-5D8D-BABE-C706EE38652E}"/>
            </ac:picMkLst>
          </pc:picChg>
        </pc:sldLayoutChg>
        <pc:sldLayoutChg chg="delSp mod">
          <pc:chgData name="Jethro Hotbatahi Hasoloan" userId="6704a177-17bb-4244-9c06-d865e36c920b" providerId="ADAL" clId="{3E066727-BBB6-4D37-A6B5-32C7A00FA4F3}" dt="2026-10-22T04:16:11.002" v="75927" actId="478"/>
          <pc:sldLayoutMkLst>
            <pc:docMk/>
            <pc:sldMasterMk cId="2064615633" sldId="2147484627"/>
            <pc:sldLayoutMk cId="3508566825" sldId="2147484634"/>
          </pc:sldLayoutMkLst>
          <pc:picChg chg="del">
            <ac:chgData name="Jethro Hotbatahi Hasoloan" userId="6704a177-17bb-4244-9c06-d865e36c920b" providerId="ADAL" clId="{3E066727-BBB6-4D37-A6B5-32C7A00FA4F3}" dt="2026-10-22T04:16:11.002" v="75927" actId="478"/>
            <ac:picMkLst>
              <pc:docMk/>
              <pc:sldMasterMk cId="2064615633" sldId="2147484627"/>
              <pc:sldLayoutMk cId="3508566825" sldId="2147484634"/>
              <ac:picMk id="2" creationId="{D6C3A5A6-7799-0215-A951-E5F4058B7BB0}"/>
            </ac:picMkLst>
          </pc:picChg>
          <pc:picChg chg="del">
            <ac:chgData name="Jethro Hotbatahi Hasoloan" userId="6704a177-17bb-4244-9c06-d865e36c920b" providerId="ADAL" clId="{3E066727-BBB6-4D37-A6B5-32C7A00FA4F3}" dt="2026-10-22T04:16:09.647" v="75926" actId="478"/>
            <ac:picMkLst>
              <pc:docMk/>
              <pc:sldMasterMk cId="2064615633" sldId="2147484627"/>
              <pc:sldLayoutMk cId="3508566825" sldId="2147484634"/>
              <ac:picMk id="1026" creationId="{303C439F-63E3-5D8D-BABE-C706EE38652E}"/>
            </ac:picMkLst>
          </pc:picChg>
        </pc:sldLayoutChg>
        <pc:sldLayoutChg chg="delSp mod">
          <pc:chgData name="Jethro Hotbatahi Hasoloan" userId="6704a177-17bb-4244-9c06-d865e36c920b" providerId="ADAL" clId="{3E066727-BBB6-4D37-A6B5-32C7A00FA4F3}" dt="2026-10-22T04:16:06.557" v="75925" actId="478"/>
          <pc:sldLayoutMkLst>
            <pc:docMk/>
            <pc:sldMasterMk cId="2064615633" sldId="2147484627"/>
            <pc:sldLayoutMk cId="4175107261" sldId="2147484635"/>
          </pc:sldLayoutMkLst>
          <pc:picChg chg="del">
            <ac:chgData name="Jethro Hotbatahi Hasoloan" userId="6704a177-17bb-4244-9c06-d865e36c920b" providerId="ADAL" clId="{3E066727-BBB6-4D37-A6B5-32C7A00FA4F3}" dt="2026-10-22T04:16:06.557" v="75925" actId="478"/>
            <ac:picMkLst>
              <pc:docMk/>
              <pc:sldMasterMk cId="2064615633" sldId="2147484627"/>
              <pc:sldLayoutMk cId="4175107261" sldId="2147484635"/>
              <ac:picMk id="2" creationId="{D6C3A5A6-7799-0215-A951-E5F4058B7BB0}"/>
            </ac:picMkLst>
          </pc:picChg>
          <pc:picChg chg="del">
            <ac:chgData name="Jethro Hotbatahi Hasoloan" userId="6704a177-17bb-4244-9c06-d865e36c920b" providerId="ADAL" clId="{3E066727-BBB6-4D37-A6B5-32C7A00FA4F3}" dt="2026-10-22T04:16:05.221" v="75924" actId="478"/>
            <ac:picMkLst>
              <pc:docMk/>
              <pc:sldMasterMk cId="2064615633" sldId="2147484627"/>
              <pc:sldLayoutMk cId="4175107261" sldId="2147484635"/>
              <ac:picMk id="1026" creationId="{303C439F-63E3-5D8D-BABE-C706EE38652E}"/>
            </ac:picMkLst>
          </pc:picChg>
        </pc:sldLayoutChg>
        <pc:sldLayoutChg chg="delSp mod">
          <pc:chgData name="Jethro Hotbatahi Hasoloan" userId="6704a177-17bb-4244-9c06-d865e36c920b" providerId="ADAL" clId="{3E066727-BBB6-4D37-A6B5-32C7A00FA4F3}" dt="2026-10-22T04:16:03.247" v="75923" actId="478"/>
          <pc:sldLayoutMkLst>
            <pc:docMk/>
            <pc:sldMasterMk cId="2064615633" sldId="2147484627"/>
            <pc:sldLayoutMk cId="1272635674" sldId="2147484636"/>
          </pc:sldLayoutMkLst>
          <pc:picChg chg="del">
            <ac:chgData name="Jethro Hotbatahi Hasoloan" userId="6704a177-17bb-4244-9c06-d865e36c920b" providerId="ADAL" clId="{3E066727-BBB6-4D37-A6B5-32C7A00FA4F3}" dt="2026-10-22T04:16:03.247" v="75923" actId="478"/>
            <ac:picMkLst>
              <pc:docMk/>
              <pc:sldMasterMk cId="2064615633" sldId="2147484627"/>
              <pc:sldLayoutMk cId="1272635674" sldId="2147484636"/>
              <ac:picMk id="9" creationId="{40447366-8CFB-4F7D-04BA-66229BC7F535}"/>
            </ac:picMkLst>
          </pc:picChg>
        </pc:sldLayoutChg>
        <pc:sldLayoutChg chg="delSp mod">
          <pc:chgData name="Jethro Hotbatahi Hasoloan" userId="6704a177-17bb-4244-9c06-d865e36c920b" providerId="ADAL" clId="{3E066727-BBB6-4D37-A6B5-32C7A00FA4F3}" dt="2026-10-22T04:15:59.923" v="75922" actId="478"/>
          <pc:sldLayoutMkLst>
            <pc:docMk/>
            <pc:sldMasterMk cId="2064615633" sldId="2147484627"/>
            <pc:sldLayoutMk cId="2448812858" sldId="2147484637"/>
          </pc:sldLayoutMkLst>
          <pc:picChg chg="del">
            <ac:chgData name="Jethro Hotbatahi Hasoloan" userId="6704a177-17bb-4244-9c06-d865e36c920b" providerId="ADAL" clId="{3E066727-BBB6-4D37-A6B5-32C7A00FA4F3}" dt="2026-10-22T04:15:59.923" v="75922" actId="478"/>
            <ac:picMkLst>
              <pc:docMk/>
              <pc:sldMasterMk cId="2064615633" sldId="2147484627"/>
              <pc:sldLayoutMk cId="2448812858" sldId="2147484637"/>
              <ac:picMk id="8" creationId="{6774FA3E-FB05-26FA-AE26-BAC53B2E939B}"/>
            </ac:picMkLst>
          </pc:picChg>
        </pc:sldLayoutChg>
        <pc:sldLayoutChg chg="delSp mod">
          <pc:chgData name="Jethro Hotbatahi Hasoloan" userId="6704a177-17bb-4244-9c06-d865e36c920b" providerId="ADAL" clId="{3E066727-BBB6-4D37-A6B5-32C7A00FA4F3}" dt="2026-10-22T04:15:52.971" v="75921" actId="478"/>
          <pc:sldLayoutMkLst>
            <pc:docMk/>
            <pc:sldMasterMk cId="2064615633" sldId="2147484627"/>
            <pc:sldLayoutMk cId="882025260" sldId="2147484641"/>
          </pc:sldLayoutMkLst>
          <pc:picChg chg="del">
            <ac:chgData name="Jethro Hotbatahi Hasoloan" userId="6704a177-17bb-4244-9c06-d865e36c920b" providerId="ADAL" clId="{3E066727-BBB6-4D37-A6B5-32C7A00FA4F3}" dt="2026-10-22T04:15:52.084" v="75920" actId="478"/>
            <ac:picMkLst>
              <pc:docMk/>
              <pc:sldMasterMk cId="2064615633" sldId="2147484627"/>
              <pc:sldLayoutMk cId="882025260" sldId="2147484641"/>
              <ac:picMk id="2" creationId="{D6C3A5A6-7799-0215-A951-E5F4058B7BB0}"/>
            </ac:picMkLst>
          </pc:picChg>
          <pc:picChg chg="del">
            <ac:chgData name="Jethro Hotbatahi Hasoloan" userId="6704a177-17bb-4244-9c06-d865e36c920b" providerId="ADAL" clId="{3E066727-BBB6-4D37-A6B5-32C7A00FA4F3}" dt="2026-10-22T04:15:52.971" v="75921" actId="478"/>
            <ac:picMkLst>
              <pc:docMk/>
              <pc:sldMasterMk cId="2064615633" sldId="2147484627"/>
              <pc:sldLayoutMk cId="882025260" sldId="2147484641"/>
              <ac:picMk id="8" creationId="{AE3AFD4F-39E2-5C38-4399-16BB440605C0}"/>
            </ac:picMkLst>
          </pc:picChg>
        </pc:sldLayoutChg>
        <pc:sldLayoutChg chg="delSp mod">
          <pc:chgData name="Jethro Hotbatahi Hasoloan" userId="6704a177-17bb-4244-9c06-d865e36c920b" providerId="ADAL" clId="{3E066727-BBB6-4D37-A6B5-32C7A00FA4F3}" dt="2026-10-22T04:15:45.517" v="75919" actId="478"/>
          <pc:sldLayoutMkLst>
            <pc:docMk/>
            <pc:sldMasterMk cId="2064615633" sldId="2147484627"/>
            <pc:sldLayoutMk cId="2966210341" sldId="2147484642"/>
          </pc:sldLayoutMkLst>
          <pc:picChg chg="del">
            <ac:chgData name="Jethro Hotbatahi Hasoloan" userId="6704a177-17bb-4244-9c06-d865e36c920b" providerId="ADAL" clId="{3E066727-BBB6-4D37-A6B5-32C7A00FA4F3}" dt="2026-10-22T04:15:45.517" v="75919" actId="478"/>
            <ac:picMkLst>
              <pc:docMk/>
              <pc:sldMasterMk cId="2064615633" sldId="2147484627"/>
              <pc:sldLayoutMk cId="2966210341" sldId="2147484642"/>
              <ac:picMk id="2" creationId="{D6C3A5A6-7799-0215-A951-E5F4058B7BB0}"/>
            </ac:picMkLst>
          </pc:picChg>
        </pc:sldLayoutChg>
        <pc:sldLayoutChg chg="del">
          <pc:chgData name="Jethro Hotbatahi Hasoloan" userId="6704a177-17bb-4244-9c06-d865e36c920b" providerId="ADAL" clId="{3E066727-BBB6-4D37-A6B5-32C7A00FA4F3}" dt="2026-10-22T02:56:06.971" v="36522" actId="2696"/>
          <pc:sldLayoutMkLst>
            <pc:docMk/>
            <pc:sldMasterMk cId="2064615633" sldId="2147484627"/>
            <pc:sldLayoutMk cId="885825185" sldId="2147484648"/>
          </pc:sldLayoutMkLst>
        </pc:sldLayoutChg>
        <pc:sldLayoutChg chg="delSp mod">
          <pc:chgData name="Jethro Hotbatahi Hasoloan" userId="6704a177-17bb-4244-9c06-d865e36c920b" providerId="ADAL" clId="{3E066727-BBB6-4D37-A6B5-32C7A00FA4F3}" dt="2026-10-22T04:15:28.342" v="75914" actId="478"/>
          <pc:sldLayoutMkLst>
            <pc:docMk/>
            <pc:sldMasterMk cId="2064615633" sldId="2147484627"/>
            <pc:sldLayoutMk cId="1377265180" sldId="2147484650"/>
          </pc:sldLayoutMkLst>
          <pc:spChg chg="del">
            <ac:chgData name="Jethro Hotbatahi Hasoloan" userId="6704a177-17bb-4244-9c06-d865e36c920b" providerId="ADAL" clId="{3E066727-BBB6-4D37-A6B5-32C7A00FA4F3}" dt="2026-10-22T04:15:28.342" v="75914" actId="478"/>
            <ac:spMkLst>
              <pc:docMk/>
              <pc:sldMasterMk cId="2064615633" sldId="2147484627"/>
              <pc:sldLayoutMk cId="1377265180" sldId="2147484650"/>
              <ac:spMk id="18" creationId="{B66269DA-C950-0145-D532-25E878B747B5}"/>
            </ac:spMkLst>
          </pc:spChg>
          <pc:picChg chg="del">
            <ac:chgData name="Jethro Hotbatahi Hasoloan" userId="6704a177-17bb-4244-9c06-d865e36c920b" providerId="ADAL" clId="{3E066727-BBB6-4D37-A6B5-32C7A00FA4F3}" dt="2026-10-22T04:13:41.992" v="75891" actId="478"/>
            <ac:picMkLst>
              <pc:docMk/>
              <pc:sldMasterMk cId="2064615633" sldId="2147484627"/>
              <pc:sldLayoutMk cId="1377265180" sldId="2147484650"/>
              <ac:picMk id="2" creationId="{51ED143A-C696-4BA8-4F34-2B8CC5D0B414}"/>
            </ac:picMkLst>
          </pc:picChg>
          <pc:picChg chg="del">
            <ac:chgData name="Jethro Hotbatahi Hasoloan" userId="6704a177-17bb-4244-9c06-d865e36c920b" providerId="ADAL" clId="{3E066727-BBB6-4D37-A6B5-32C7A00FA4F3}" dt="2026-10-22T04:13:43.183" v="75892" actId="478"/>
            <ac:picMkLst>
              <pc:docMk/>
              <pc:sldMasterMk cId="2064615633" sldId="2147484627"/>
              <pc:sldLayoutMk cId="1377265180" sldId="2147484650"/>
              <ac:picMk id="3" creationId="{4BDABD05-412F-82A4-3018-C4FD1D0761AD}"/>
            </ac:picMkLst>
          </pc:picChg>
          <pc:picChg chg="del">
            <ac:chgData name="Jethro Hotbatahi Hasoloan" userId="6704a177-17bb-4244-9c06-d865e36c920b" providerId="ADAL" clId="{3E066727-BBB6-4D37-A6B5-32C7A00FA4F3}" dt="2026-10-22T04:15:25.037" v="75913" actId="478"/>
            <ac:picMkLst>
              <pc:docMk/>
              <pc:sldMasterMk cId="2064615633" sldId="2147484627"/>
              <pc:sldLayoutMk cId="1377265180" sldId="2147484650"/>
              <ac:picMk id="16" creationId="{8F334D7D-DD31-3C87-8E0B-705E7F1C0E13}"/>
            </ac:picMkLst>
          </pc:picChg>
          <pc:picChg chg="del">
            <ac:chgData name="Jethro Hotbatahi Hasoloan" userId="6704a177-17bb-4244-9c06-d865e36c920b" providerId="ADAL" clId="{3E066727-BBB6-4D37-A6B5-32C7A00FA4F3}" dt="2026-10-22T04:15:23.779" v="75912" actId="478"/>
            <ac:picMkLst>
              <pc:docMk/>
              <pc:sldMasterMk cId="2064615633" sldId="2147484627"/>
              <pc:sldLayoutMk cId="1377265180" sldId="2147484650"/>
              <ac:picMk id="17" creationId="{8D5AEDF2-1A6F-170B-5DA3-5ACE89BC2520}"/>
            </ac:picMkLst>
          </pc:picChg>
        </pc:sldLayoutChg>
        <pc:sldLayoutChg chg="delSp modSp del mod">
          <pc:chgData name="Jethro Hotbatahi Hasoloan" userId="6704a177-17bb-4244-9c06-d865e36c920b" providerId="ADAL" clId="{3E066727-BBB6-4D37-A6B5-32C7A00FA4F3}" dt="2026-10-22T05:23:45.015" v="128891" actId="47"/>
          <pc:sldLayoutMkLst>
            <pc:docMk/>
            <pc:sldMasterMk cId="2064615633" sldId="2147484627"/>
            <pc:sldLayoutMk cId="1513730525" sldId="2147484651"/>
          </pc:sldLayoutMkLst>
          <pc:spChg chg="mod">
            <ac:chgData name="Jethro Hotbatahi Hasoloan" userId="6704a177-17bb-4244-9c06-d865e36c920b" providerId="ADAL" clId="{3E066727-BBB6-4D37-A6B5-32C7A00FA4F3}" dt="2026-10-22T04:15:32.270" v="75918" actId="299"/>
            <ac:spMkLst>
              <pc:docMk/>
              <pc:sldMasterMk cId="2064615633" sldId="2147484627"/>
              <pc:sldLayoutMk cId="1513730525" sldId="2147484651"/>
              <ac:spMk id="3" creationId="{8D3DE9EF-BC51-4B96-6E29-00192CEB63D5}"/>
            </ac:spMkLst>
          </pc:spChg>
          <pc:picChg chg="del">
            <ac:chgData name="Jethro Hotbatahi Hasoloan" userId="6704a177-17bb-4244-9c06-d865e36c920b" providerId="ADAL" clId="{3E066727-BBB6-4D37-A6B5-32C7A00FA4F3}" dt="2026-10-22T04:13:50.190" v="75894" actId="478"/>
            <ac:picMkLst>
              <pc:docMk/>
              <pc:sldMasterMk cId="2064615633" sldId="2147484627"/>
              <pc:sldLayoutMk cId="1513730525" sldId="2147484651"/>
              <ac:picMk id="2" creationId="{D6C3A5A6-7799-0215-A951-E5F4058B7BB0}"/>
            </ac:picMkLst>
          </pc:picChg>
        </pc:sldLayoutChg>
        <pc:sldLayoutChg chg="delSp del mod">
          <pc:chgData name="Jethro Hotbatahi Hasoloan" userId="6704a177-17bb-4244-9c06-d865e36c920b" providerId="ADAL" clId="{3E066727-BBB6-4D37-A6B5-32C7A00FA4F3}" dt="2026-10-22T05:23:28.996" v="128888" actId="47"/>
          <pc:sldLayoutMkLst>
            <pc:docMk/>
            <pc:sldMasterMk cId="2064615633" sldId="2147484627"/>
            <pc:sldLayoutMk cId="4161121339" sldId="2147484652"/>
          </pc:sldLayoutMkLst>
          <pc:picChg chg="del">
            <ac:chgData name="Jethro Hotbatahi Hasoloan" userId="6704a177-17bb-4244-9c06-d865e36c920b" providerId="ADAL" clId="{3E066727-BBB6-4D37-A6B5-32C7A00FA4F3}" dt="2026-10-22T04:13:45.221" v="75893" actId="478"/>
            <ac:picMkLst>
              <pc:docMk/>
              <pc:sldMasterMk cId="2064615633" sldId="2147484627"/>
              <pc:sldLayoutMk cId="4161121339" sldId="2147484652"/>
              <ac:picMk id="6" creationId="{B9FB26DA-08E5-CC6F-65D4-757DC2E4AD44}"/>
            </ac:picMkLst>
          </pc:picChg>
        </pc:sldLayoutChg>
      </pc:sldMasterChg>
      <pc:sldMasterChg chg="del delSldLayout">
        <pc:chgData name="Jethro Hotbatahi Hasoloan" userId="6704a177-17bb-4244-9c06-d865e36c920b" providerId="ADAL" clId="{3E066727-BBB6-4D37-A6B5-32C7A00FA4F3}" dt="2026-10-22T02:55:46.159" v="36515" actId="47"/>
        <pc:sldMasterMkLst>
          <pc:docMk/>
          <pc:sldMasterMk cId="1682603813" sldId="2147484653"/>
        </pc:sldMasterMkLst>
        <pc:sldLayoutChg chg="del">
          <pc:chgData name="Jethro Hotbatahi Hasoloan" userId="6704a177-17bb-4244-9c06-d865e36c920b" providerId="ADAL" clId="{3E066727-BBB6-4D37-A6B5-32C7A00FA4F3}" dt="2026-10-22T02:55:46.159" v="36515" actId="47"/>
          <pc:sldLayoutMkLst>
            <pc:docMk/>
            <pc:sldMasterMk cId="1682603813" sldId="2147484653"/>
            <pc:sldLayoutMk cId="567726154" sldId="2147484654"/>
          </pc:sldLayoutMkLst>
        </pc:sldLayoutChg>
        <pc:sldLayoutChg chg="del">
          <pc:chgData name="Jethro Hotbatahi Hasoloan" userId="6704a177-17bb-4244-9c06-d865e36c920b" providerId="ADAL" clId="{3E066727-BBB6-4D37-A6B5-32C7A00FA4F3}" dt="2026-10-22T02:55:46.159" v="36515" actId="47"/>
          <pc:sldLayoutMkLst>
            <pc:docMk/>
            <pc:sldMasterMk cId="1682603813" sldId="2147484653"/>
            <pc:sldLayoutMk cId="923942457" sldId="2147484655"/>
          </pc:sldLayoutMkLst>
        </pc:sldLayoutChg>
        <pc:sldLayoutChg chg="del">
          <pc:chgData name="Jethro Hotbatahi Hasoloan" userId="6704a177-17bb-4244-9c06-d865e36c920b" providerId="ADAL" clId="{3E066727-BBB6-4D37-A6B5-32C7A00FA4F3}" dt="2026-10-22T02:55:46.159" v="36515" actId="47"/>
          <pc:sldLayoutMkLst>
            <pc:docMk/>
            <pc:sldMasterMk cId="1682603813" sldId="2147484653"/>
            <pc:sldLayoutMk cId="274235403" sldId="2147484656"/>
          </pc:sldLayoutMkLst>
        </pc:sldLayoutChg>
      </pc:sldMasterChg>
      <pc:sldMasterChg chg="del delSldLayout">
        <pc:chgData name="Jethro Hotbatahi Hasoloan" userId="6704a177-17bb-4244-9c06-d865e36c920b" providerId="ADAL" clId="{3E066727-BBB6-4D37-A6B5-32C7A00FA4F3}" dt="2026-10-22T02:55:02.488" v="36506" actId="47"/>
        <pc:sldMasterMkLst>
          <pc:docMk/>
          <pc:sldMasterMk cId="3392855471" sldId="2147484657"/>
        </pc:sldMasterMkLst>
        <pc:sldLayoutChg chg="del">
          <pc:chgData name="Jethro Hotbatahi Hasoloan" userId="6704a177-17bb-4244-9c06-d865e36c920b" providerId="ADAL" clId="{3E066727-BBB6-4D37-A6B5-32C7A00FA4F3}" dt="2026-10-22T02:55:02.488" v="36506" actId="47"/>
          <pc:sldLayoutMkLst>
            <pc:docMk/>
            <pc:sldMasterMk cId="3392855471" sldId="2147484657"/>
            <pc:sldLayoutMk cId="2060894613" sldId="2147484658"/>
          </pc:sldLayoutMkLst>
        </pc:sldLayoutChg>
        <pc:sldLayoutChg chg="del">
          <pc:chgData name="Jethro Hotbatahi Hasoloan" userId="6704a177-17bb-4244-9c06-d865e36c920b" providerId="ADAL" clId="{3E066727-BBB6-4D37-A6B5-32C7A00FA4F3}" dt="2026-10-22T02:55:02.488" v="36506" actId="47"/>
          <pc:sldLayoutMkLst>
            <pc:docMk/>
            <pc:sldMasterMk cId="3392855471" sldId="2147484657"/>
            <pc:sldLayoutMk cId="1981581472" sldId="2147484659"/>
          </pc:sldLayoutMkLst>
        </pc:sldLayoutChg>
        <pc:sldLayoutChg chg="del">
          <pc:chgData name="Jethro Hotbatahi Hasoloan" userId="6704a177-17bb-4244-9c06-d865e36c920b" providerId="ADAL" clId="{3E066727-BBB6-4D37-A6B5-32C7A00FA4F3}" dt="2026-10-22T02:55:02.488" v="36506" actId="47"/>
          <pc:sldLayoutMkLst>
            <pc:docMk/>
            <pc:sldMasterMk cId="3392855471" sldId="2147484657"/>
            <pc:sldLayoutMk cId="3335773197" sldId="2147484661"/>
          </pc:sldLayoutMkLst>
        </pc:sldLayoutChg>
        <pc:sldLayoutChg chg="del">
          <pc:chgData name="Jethro Hotbatahi Hasoloan" userId="6704a177-17bb-4244-9c06-d865e36c920b" providerId="ADAL" clId="{3E066727-BBB6-4D37-A6B5-32C7A00FA4F3}" dt="2026-10-22T02:55:02.488" v="36506" actId="47"/>
          <pc:sldLayoutMkLst>
            <pc:docMk/>
            <pc:sldMasterMk cId="3392855471" sldId="2147484657"/>
            <pc:sldLayoutMk cId="2302989096" sldId="2147484662"/>
          </pc:sldLayoutMkLst>
        </pc:sldLayoutChg>
        <pc:sldLayoutChg chg="del">
          <pc:chgData name="Jethro Hotbatahi Hasoloan" userId="6704a177-17bb-4244-9c06-d865e36c920b" providerId="ADAL" clId="{3E066727-BBB6-4D37-A6B5-32C7A00FA4F3}" dt="2026-10-22T02:55:02.488" v="36506" actId="47"/>
          <pc:sldLayoutMkLst>
            <pc:docMk/>
            <pc:sldMasterMk cId="3392855471" sldId="2147484657"/>
            <pc:sldLayoutMk cId="528899550" sldId="2147484663"/>
          </pc:sldLayoutMkLst>
        </pc:sldLayoutChg>
        <pc:sldLayoutChg chg="del">
          <pc:chgData name="Jethro Hotbatahi Hasoloan" userId="6704a177-17bb-4244-9c06-d865e36c920b" providerId="ADAL" clId="{3E066727-BBB6-4D37-A6B5-32C7A00FA4F3}" dt="2026-10-22T02:55:02.488" v="36506" actId="47"/>
          <pc:sldLayoutMkLst>
            <pc:docMk/>
            <pc:sldMasterMk cId="3392855471" sldId="2147484657"/>
            <pc:sldLayoutMk cId="4013670034" sldId="2147484664"/>
          </pc:sldLayoutMkLst>
        </pc:sldLayoutChg>
        <pc:sldLayoutChg chg="del">
          <pc:chgData name="Jethro Hotbatahi Hasoloan" userId="6704a177-17bb-4244-9c06-d865e36c920b" providerId="ADAL" clId="{3E066727-BBB6-4D37-A6B5-32C7A00FA4F3}" dt="2026-10-22T02:55:02.488" v="36506" actId="47"/>
          <pc:sldLayoutMkLst>
            <pc:docMk/>
            <pc:sldMasterMk cId="3392855471" sldId="2147484657"/>
            <pc:sldLayoutMk cId="1429801104" sldId="2147484665"/>
          </pc:sldLayoutMkLst>
        </pc:sldLayoutChg>
        <pc:sldLayoutChg chg="del">
          <pc:chgData name="Jethro Hotbatahi Hasoloan" userId="6704a177-17bb-4244-9c06-d865e36c920b" providerId="ADAL" clId="{3E066727-BBB6-4D37-A6B5-32C7A00FA4F3}" dt="2026-10-22T02:55:02.488" v="36506" actId="47"/>
          <pc:sldLayoutMkLst>
            <pc:docMk/>
            <pc:sldMasterMk cId="3392855471" sldId="2147484657"/>
            <pc:sldLayoutMk cId="106021449" sldId="2147484666"/>
          </pc:sldLayoutMkLst>
        </pc:sldLayoutChg>
        <pc:sldLayoutChg chg="del">
          <pc:chgData name="Jethro Hotbatahi Hasoloan" userId="6704a177-17bb-4244-9c06-d865e36c920b" providerId="ADAL" clId="{3E066727-BBB6-4D37-A6B5-32C7A00FA4F3}" dt="2026-10-22T02:55:02.488" v="36506" actId="47"/>
          <pc:sldLayoutMkLst>
            <pc:docMk/>
            <pc:sldMasterMk cId="3392855471" sldId="2147484657"/>
            <pc:sldLayoutMk cId="1930509252" sldId="2147484667"/>
          </pc:sldLayoutMkLst>
        </pc:sldLayoutChg>
        <pc:sldLayoutChg chg="del">
          <pc:chgData name="Jethro Hotbatahi Hasoloan" userId="6704a177-17bb-4244-9c06-d865e36c920b" providerId="ADAL" clId="{3E066727-BBB6-4D37-A6B5-32C7A00FA4F3}" dt="2026-10-22T02:55:02.488" v="36506" actId="47"/>
          <pc:sldLayoutMkLst>
            <pc:docMk/>
            <pc:sldMasterMk cId="3392855471" sldId="2147484657"/>
            <pc:sldLayoutMk cId="1828569443" sldId="2147484668"/>
          </pc:sldLayoutMkLst>
        </pc:sldLayoutChg>
        <pc:sldLayoutChg chg="del">
          <pc:chgData name="Jethro Hotbatahi Hasoloan" userId="6704a177-17bb-4244-9c06-d865e36c920b" providerId="ADAL" clId="{3E066727-BBB6-4D37-A6B5-32C7A00FA4F3}" dt="2026-10-22T02:55:02.488" v="36506" actId="47"/>
          <pc:sldLayoutMkLst>
            <pc:docMk/>
            <pc:sldMasterMk cId="3392855471" sldId="2147484657"/>
            <pc:sldLayoutMk cId="2215480468" sldId="2147484669"/>
          </pc:sldLayoutMkLst>
        </pc:sldLayoutChg>
        <pc:sldLayoutChg chg="del">
          <pc:chgData name="Jethro Hotbatahi Hasoloan" userId="6704a177-17bb-4244-9c06-d865e36c920b" providerId="ADAL" clId="{3E066727-BBB6-4D37-A6B5-32C7A00FA4F3}" dt="2026-10-22T02:55:02.488" v="36506" actId="47"/>
          <pc:sldLayoutMkLst>
            <pc:docMk/>
            <pc:sldMasterMk cId="3392855471" sldId="2147484657"/>
            <pc:sldLayoutMk cId="2547706266" sldId="2147484670"/>
          </pc:sldLayoutMkLst>
        </pc:sldLayoutChg>
        <pc:sldLayoutChg chg="del">
          <pc:chgData name="Jethro Hotbatahi Hasoloan" userId="6704a177-17bb-4244-9c06-d865e36c920b" providerId="ADAL" clId="{3E066727-BBB6-4D37-A6B5-32C7A00FA4F3}" dt="2026-10-22T02:55:02.488" v="36506" actId="47"/>
          <pc:sldLayoutMkLst>
            <pc:docMk/>
            <pc:sldMasterMk cId="3392855471" sldId="2147484657"/>
            <pc:sldLayoutMk cId="3190054665" sldId="2147484671"/>
          </pc:sldLayoutMkLst>
        </pc:sldLayoutChg>
        <pc:sldLayoutChg chg="del">
          <pc:chgData name="Jethro Hotbatahi Hasoloan" userId="6704a177-17bb-4244-9c06-d865e36c920b" providerId="ADAL" clId="{3E066727-BBB6-4D37-A6B5-32C7A00FA4F3}" dt="2026-10-22T02:55:02.488" v="36506" actId="47"/>
          <pc:sldLayoutMkLst>
            <pc:docMk/>
            <pc:sldMasterMk cId="3392855471" sldId="2147484657"/>
            <pc:sldLayoutMk cId="3639307207" sldId="2147484672"/>
          </pc:sldLayoutMkLst>
        </pc:sldLayoutChg>
        <pc:sldLayoutChg chg="del">
          <pc:chgData name="Jethro Hotbatahi Hasoloan" userId="6704a177-17bb-4244-9c06-d865e36c920b" providerId="ADAL" clId="{3E066727-BBB6-4D37-A6B5-32C7A00FA4F3}" dt="2026-10-22T02:55:02.488" v="36506" actId="47"/>
          <pc:sldLayoutMkLst>
            <pc:docMk/>
            <pc:sldMasterMk cId="3392855471" sldId="2147484657"/>
            <pc:sldLayoutMk cId="3339816389" sldId="2147484673"/>
          </pc:sldLayoutMkLst>
        </pc:sldLayoutChg>
        <pc:sldLayoutChg chg="del">
          <pc:chgData name="Jethro Hotbatahi Hasoloan" userId="6704a177-17bb-4244-9c06-d865e36c920b" providerId="ADAL" clId="{3E066727-BBB6-4D37-A6B5-32C7A00FA4F3}" dt="2026-10-22T02:55:02.488" v="36506" actId="47"/>
          <pc:sldLayoutMkLst>
            <pc:docMk/>
            <pc:sldMasterMk cId="3392855471" sldId="2147484657"/>
            <pc:sldLayoutMk cId="3601924631" sldId="2147484674"/>
          </pc:sldLayoutMkLst>
        </pc:sldLayoutChg>
        <pc:sldLayoutChg chg="del">
          <pc:chgData name="Jethro Hotbatahi Hasoloan" userId="6704a177-17bb-4244-9c06-d865e36c920b" providerId="ADAL" clId="{3E066727-BBB6-4D37-A6B5-32C7A00FA4F3}" dt="2026-10-22T02:55:02.488" v="36506" actId="47"/>
          <pc:sldLayoutMkLst>
            <pc:docMk/>
            <pc:sldMasterMk cId="3392855471" sldId="2147484657"/>
            <pc:sldLayoutMk cId="2355344847" sldId="2147484675"/>
          </pc:sldLayoutMkLst>
        </pc:sldLayoutChg>
        <pc:sldLayoutChg chg="del">
          <pc:chgData name="Jethro Hotbatahi Hasoloan" userId="6704a177-17bb-4244-9c06-d865e36c920b" providerId="ADAL" clId="{3E066727-BBB6-4D37-A6B5-32C7A00FA4F3}" dt="2026-10-22T02:55:02.488" v="36506" actId="47"/>
          <pc:sldLayoutMkLst>
            <pc:docMk/>
            <pc:sldMasterMk cId="3392855471" sldId="2147484657"/>
            <pc:sldLayoutMk cId="3085158969" sldId="2147484676"/>
          </pc:sldLayoutMkLst>
        </pc:sldLayoutChg>
        <pc:sldLayoutChg chg="del">
          <pc:chgData name="Jethro Hotbatahi Hasoloan" userId="6704a177-17bb-4244-9c06-d865e36c920b" providerId="ADAL" clId="{3E066727-BBB6-4D37-A6B5-32C7A00FA4F3}" dt="2026-10-22T02:55:02.488" v="36506" actId="47"/>
          <pc:sldLayoutMkLst>
            <pc:docMk/>
            <pc:sldMasterMk cId="3392855471" sldId="2147484657"/>
            <pc:sldLayoutMk cId="1969201084" sldId="2147484677"/>
          </pc:sldLayoutMkLst>
        </pc:sldLayoutChg>
        <pc:sldLayoutChg chg="del">
          <pc:chgData name="Jethro Hotbatahi Hasoloan" userId="6704a177-17bb-4244-9c06-d865e36c920b" providerId="ADAL" clId="{3E066727-BBB6-4D37-A6B5-32C7A00FA4F3}" dt="2026-10-22T02:55:02.488" v="36506" actId="47"/>
          <pc:sldLayoutMkLst>
            <pc:docMk/>
            <pc:sldMasterMk cId="3392855471" sldId="2147484657"/>
            <pc:sldLayoutMk cId="118447593" sldId="2147484678"/>
          </pc:sldLayoutMkLst>
        </pc:sldLayoutChg>
        <pc:sldLayoutChg chg="del">
          <pc:chgData name="Jethro Hotbatahi Hasoloan" userId="6704a177-17bb-4244-9c06-d865e36c920b" providerId="ADAL" clId="{3E066727-BBB6-4D37-A6B5-32C7A00FA4F3}" dt="2026-10-22T02:55:02.488" v="36506" actId="47"/>
          <pc:sldLayoutMkLst>
            <pc:docMk/>
            <pc:sldMasterMk cId="3392855471" sldId="2147484657"/>
            <pc:sldLayoutMk cId="4198825682" sldId="2147484679"/>
          </pc:sldLayoutMkLst>
        </pc:sldLayoutChg>
        <pc:sldLayoutChg chg="del">
          <pc:chgData name="Jethro Hotbatahi Hasoloan" userId="6704a177-17bb-4244-9c06-d865e36c920b" providerId="ADAL" clId="{3E066727-BBB6-4D37-A6B5-32C7A00FA4F3}" dt="2026-10-22T02:55:02.488" v="36506" actId="47"/>
          <pc:sldLayoutMkLst>
            <pc:docMk/>
            <pc:sldMasterMk cId="3392855471" sldId="2147484657"/>
            <pc:sldLayoutMk cId="1301544106" sldId="2147484680"/>
          </pc:sldLayoutMkLst>
        </pc:sldLayoutChg>
        <pc:sldLayoutChg chg="del">
          <pc:chgData name="Jethro Hotbatahi Hasoloan" userId="6704a177-17bb-4244-9c06-d865e36c920b" providerId="ADAL" clId="{3E066727-BBB6-4D37-A6B5-32C7A00FA4F3}" dt="2026-10-22T02:55:02.488" v="36506" actId="47"/>
          <pc:sldLayoutMkLst>
            <pc:docMk/>
            <pc:sldMasterMk cId="3392855471" sldId="2147484657"/>
            <pc:sldLayoutMk cId="1111182506" sldId="2147484681"/>
          </pc:sldLayoutMkLst>
        </pc:sldLayoutChg>
        <pc:sldLayoutChg chg="del">
          <pc:chgData name="Jethro Hotbatahi Hasoloan" userId="6704a177-17bb-4244-9c06-d865e36c920b" providerId="ADAL" clId="{3E066727-BBB6-4D37-A6B5-32C7A00FA4F3}" dt="2026-10-22T02:55:02.488" v="36506" actId="47"/>
          <pc:sldLayoutMkLst>
            <pc:docMk/>
            <pc:sldMasterMk cId="3392855471" sldId="2147484657"/>
            <pc:sldLayoutMk cId="4079876501" sldId="2147484682"/>
          </pc:sldLayoutMkLst>
        </pc:sldLayoutChg>
      </pc:sldMasterChg>
      <pc:sldMasterChg chg="addSp modSp new mod addSldLayout">
        <pc:chgData name="Jethro Hotbatahi Hasoloan" userId="6704a177-17bb-4244-9c06-d865e36c920b" providerId="ADAL" clId="{3E066727-BBB6-4D37-A6B5-32C7A00FA4F3}" dt="2026-10-22T04:19:01.532" v="76884"/>
        <pc:sldMasterMkLst>
          <pc:docMk/>
          <pc:sldMasterMk cId="32659998" sldId="2147484702"/>
        </pc:sldMasterMkLst>
        <pc:spChg chg="mod">
          <ac:chgData name="Jethro Hotbatahi Hasoloan" userId="6704a177-17bb-4244-9c06-d865e36c920b" providerId="ADAL" clId="{3E066727-BBB6-4D37-A6B5-32C7A00FA4F3}" dt="2026-10-22T04:19:00.294" v="76423" actId="299"/>
          <ac:spMkLst>
            <pc:docMk/>
            <pc:sldMasterMk cId="32659998" sldId="2147484702"/>
            <ac:spMk id="2" creationId="{06AD6E94-932B-8130-C693-AF4F88DAB569}"/>
          </ac:spMkLst>
        </pc:spChg>
        <pc:graphicFrameChg chg="add mod ord modVis">
          <ac:chgData name="Jethro Hotbatahi Hasoloan" userId="6704a177-17bb-4244-9c06-d865e36c920b" providerId="ADAL" clId="{3E066727-BBB6-4D37-A6B5-32C7A00FA4F3}" dt="2026-10-22T04:19:01.532" v="76884"/>
          <ac:graphicFrameMkLst>
            <pc:docMk/>
            <pc:sldMasterMk cId="32659998" sldId="2147484702"/>
            <ac:graphicFrameMk id="7" creationId="{5F13FF34-76D4-8B09-4689-FA1DA7F3895F}"/>
          </ac:graphicFrameMkLst>
        </pc:graphicFrameChg>
        <pc:sldLayoutChg chg="new replId">
          <pc:chgData name="Jethro Hotbatahi Hasoloan" userId="6704a177-17bb-4244-9c06-d865e36c920b" providerId="ADAL" clId="{3E066727-BBB6-4D37-A6B5-32C7A00FA4F3}" dt="2026-10-22T04:18:11.049" v="75931" actId="6938"/>
          <pc:sldLayoutMkLst>
            <pc:docMk/>
            <pc:sldMasterMk cId="32659998" sldId="2147484702"/>
            <pc:sldLayoutMk cId="241802590" sldId="2147484703"/>
          </pc:sldLayoutMkLst>
        </pc:sldLayoutChg>
        <pc:sldLayoutChg chg="new replId">
          <pc:chgData name="Jethro Hotbatahi Hasoloan" userId="6704a177-17bb-4244-9c06-d865e36c920b" providerId="ADAL" clId="{3E066727-BBB6-4D37-A6B5-32C7A00FA4F3}" dt="2026-10-22T04:18:11.049" v="75931" actId="6938"/>
          <pc:sldLayoutMkLst>
            <pc:docMk/>
            <pc:sldMasterMk cId="32659998" sldId="2147484702"/>
            <pc:sldLayoutMk cId="1752163714" sldId="2147484704"/>
          </pc:sldLayoutMkLst>
        </pc:sldLayoutChg>
        <pc:sldLayoutChg chg="new replId">
          <pc:chgData name="Jethro Hotbatahi Hasoloan" userId="6704a177-17bb-4244-9c06-d865e36c920b" providerId="ADAL" clId="{3E066727-BBB6-4D37-A6B5-32C7A00FA4F3}" dt="2026-10-22T04:18:11.049" v="75931" actId="6938"/>
          <pc:sldLayoutMkLst>
            <pc:docMk/>
            <pc:sldMasterMk cId="32659998" sldId="2147484702"/>
            <pc:sldLayoutMk cId="4264796298" sldId="2147484705"/>
          </pc:sldLayoutMkLst>
        </pc:sldLayoutChg>
        <pc:sldLayoutChg chg="new replId">
          <pc:chgData name="Jethro Hotbatahi Hasoloan" userId="6704a177-17bb-4244-9c06-d865e36c920b" providerId="ADAL" clId="{3E066727-BBB6-4D37-A6B5-32C7A00FA4F3}" dt="2026-10-22T04:18:11.049" v="75931" actId="6938"/>
          <pc:sldLayoutMkLst>
            <pc:docMk/>
            <pc:sldMasterMk cId="32659998" sldId="2147484702"/>
            <pc:sldLayoutMk cId="3645605893" sldId="2147484706"/>
          </pc:sldLayoutMkLst>
        </pc:sldLayoutChg>
        <pc:sldLayoutChg chg="new replId">
          <pc:chgData name="Jethro Hotbatahi Hasoloan" userId="6704a177-17bb-4244-9c06-d865e36c920b" providerId="ADAL" clId="{3E066727-BBB6-4D37-A6B5-32C7A00FA4F3}" dt="2026-10-22T04:18:11.049" v="75931" actId="6938"/>
          <pc:sldLayoutMkLst>
            <pc:docMk/>
            <pc:sldMasterMk cId="32659998" sldId="2147484702"/>
            <pc:sldLayoutMk cId="2603972774" sldId="2147484707"/>
          </pc:sldLayoutMkLst>
        </pc:sldLayoutChg>
        <pc:sldLayoutChg chg="new replId">
          <pc:chgData name="Jethro Hotbatahi Hasoloan" userId="6704a177-17bb-4244-9c06-d865e36c920b" providerId="ADAL" clId="{3E066727-BBB6-4D37-A6B5-32C7A00FA4F3}" dt="2026-10-22T04:18:11.049" v="75931" actId="6938"/>
          <pc:sldLayoutMkLst>
            <pc:docMk/>
            <pc:sldMasterMk cId="32659998" sldId="2147484702"/>
            <pc:sldLayoutMk cId="915741174" sldId="2147484708"/>
          </pc:sldLayoutMkLst>
        </pc:sldLayoutChg>
        <pc:sldLayoutChg chg="new replId">
          <pc:chgData name="Jethro Hotbatahi Hasoloan" userId="6704a177-17bb-4244-9c06-d865e36c920b" providerId="ADAL" clId="{3E066727-BBB6-4D37-A6B5-32C7A00FA4F3}" dt="2026-10-22T04:18:11.049" v="75931" actId="6938"/>
          <pc:sldLayoutMkLst>
            <pc:docMk/>
            <pc:sldMasterMk cId="32659998" sldId="2147484702"/>
            <pc:sldLayoutMk cId="2314752829" sldId="2147484709"/>
          </pc:sldLayoutMkLst>
        </pc:sldLayoutChg>
        <pc:sldLayoutChg chg="new replId">
          <pc:chgData name="Jethro Hotbatahi Hasoloan" userId="6704a177-17bb-4244-9c06-d865e36c920b" providerId="ADAL" clId="{3E066727-BBB6-4D37-A6B5-32C7A00FA4F3}" dt="2026-10-22T04:18:11.049" v="75931" actId="6938"/>
          <pc:sldLayoutMkLst>
            <pc:docMk/>
            <pc:sldMasterMk cId="32659998" sldId="2147484702"/>
            <pc:sldLayoutMk cId="1222363534" sldId="2147484710"/>
          </pc:sldLayoutMkLst>
        </pc:sldLayoutChg>
        <pc:sldLayoutChg chg="new replId">
          <pc:chgData name="Jethro Hotbatahi Hasoloan" userId="6704a177-17bb-4244-9c06-d865e36c920b" providerId="ADAL" clId="{3E066727-BBB6-4D37-A6B5-32C7A00FA4F3}" dt="2026-10-22T04:18:11.049" v="75931" actId="6938"/>
          <pc:sldLayoutMkLst>
            <pc:docMk/>
            <pc:sldMasterMk cId="32659998" sldId="2147484702"/>
            <pc:sldLayoutMk cId="528091625" sldId="2147484711"/>
          </pc:sldLayoutMkLst>
        </pc:sldLayoutChg>
        <pc:sldLayoutChg chg="new replId">
          <pc:chgData name="Jethro Hotbatahi Hasoloan" userId="6704a177-17bb-4244-9c06-d865e36c920b" providerId="ADAL" clId="{3E066727-BBB6-4D37-A6B5-32C7A00FA4F3}" dt="2026-10-22T04:18:11.049" v="75931" actId="6938"/>
          <pc:sldLayoutMkLst>
            <pc:docMk/>
            <pc:sldMasterMk cId="32659998" sldId="2147484702"/>
            <pc:sldLayoutMk cId="475608902" sldId="2147484712"/>
          </pc:sldLayoutMkLst>
        </pc:sldLayoutChg>
        <pc:sldLayoutChg chg="new replId">
          <pc:chgData name="Jethro Hotbatahi Hasoloan" userId="6704a177-17bb-4244-9c06-d865e36c920b" providerId="ADAL" clId="{3E066727-BBB6-4D37-A6B5-32C7A00FA4F3}" dt="2026-10-22T04:18:11.049" v="75931" actId="6938"/>
          <pc:sldLayoutMkLst>
            <pc:docMk/>
            <pc:sldMasterMk cId="32659998" sldId="2147484702"/>
            <pc:sldLayoutMk cId="1545843485" sldId="2147484713"/>
          </pc:sldLayoutMkLst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.xlsb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2.xlsb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3.xlsb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4.xlsb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5.xlsb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6.xlsb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7.xlsb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8.xlsb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9.xlsb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0.xlsb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1.xlsb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2.xlsb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3.xlsb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4.xlsb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5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2850031113876784E-2"/>
          <c:y val="0.17023026315789475"/>
          <c:w val="0.87429993777224646"/>
          <c:h val="0.73355263157894735"/>
        </c:manualLayout>
      </c:layout>
      <c:scatterChart>
        <c:scatterStyle val="lineMarker"/>
        <c:varyColors val="0"/>
        <c:ser>
          <c:idx val="0"/>
          <c:order val="0"/>
          <c:spPr>
            <a:ln w="9525" cmpd="sng" algn="ctr">
              <a:solidFill>
                <a:srgbClr val="7C7C7C"/>
              </a:solidFill>
              <a:prstDash val="solid"/>
            </a:ln>
          </c:spPr>
          <c:marker>
            <c:symbol val="circle"/>
            <c:size val="4"/>
            <c:spPr>
              <a:solidFill>
                <a:srgbClr val="7C7C7C"/>
              </a:solidFill>
              <a:ln w="9525" cmpd="sng" algn="ctr">
                <a:solidFill>
                  <a:srgbClr val="7C7C7C"/>
                </a:solidFill>
                <a:prstDash val="solid"/>
              </a:ln>
            </c:spPr>
          </c:marker>
          <c:dLbls>
            <c:dLbl>
              <c:idx val="1"/>
              <c:layout>
                <c:manualLayout>
                  <c:x val="0"/>
                  <c:y val="7.6480263157894732E-2"/>
                </c:manualLayout>
              </c:layout>
              <c:numFmt formatCode="#,##0.00;&quot;-&quot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rgbClr val="7C7C7C"/>
                      </a:solidFill>
                      <a:latin typeface="Calibri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0067-4E70-A99E-AF30BE7B059A}"/>
                </c:ext>
              </c:extLst>
            </c:dLbl>
            <c:dLbl>
              <c:idx val="2"/>
              <c:layout>
                <c:manualLayout>
                  <c:x val="0"/>
                  <c:y val="7.6480263157894732E-2"/>
                </c:manualLayout>
              </c:layout>
              <c:numFmt formatCode="#,##0.00;&quot;-&quot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rgbClr val="7C7C7C"/>
                      </a:solidFill>
                      <a:latin typeface="Calibri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0067-4E70-A99E-AF30BE7B059A}"/>
                </c:ext>
              </c:extLst>
            </c:dLbl>
            <c:dLbl>
              <c:idx val="3"/>
              <c:layout>
                <c:manualLayout>
                  <c:x val="0"/>
                  <c:y val="7.6480263157894732E-2"/>
                </c:manualLayout>
              </c:layout>
              <c:numFmt formatCode="#,##0.00;&quot;-&quot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rgbClr val="7C7C7C"/>
                      </a:solidFill>
                      <a:latin typeface="Calibri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0067-4E70-A99E-AF30BE7B059A}"/>
                </c:ext>
              </c:extLst>
            </c:dLbl>
            <c:dLbl>
              <c:idx val="4"/>
              <c:layout>
                <c:manualLayout>
                  <c:x val="-5.1026757934038582E-2"/>
                  <c:y val="8.0592105263157895E-2"/>
                </c:manualLayout>
              </c:layout>
              <c:numFmt formatCode="#,##0.00;&quot;-&quot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rgbClr val="7C7C7C"/>
                      </a:solidFill>
                      <a:latin typeface="Calibri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0067-4E70-A99E-AF30BE7B059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Sheet1!$A$1:$E$1</c:f>
              <c:numCache>
                <c:formatCode>General</c:formatCode>
                <c:ptCount val="5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</c:numCache>
            </c:numRef>
          </c:xVal>
          <c:yVal>
            <c:numRef>
              <c:f>Sheet1!$A$2:$E$2</c:f>
              <c:numCache>
                <c:formatCode>General</c:formatCode>
                <c:ptCount val="5"/>
                <c:pt idx="0">
                  <c:v>70</c:v>
                </c:pt>
                <c:pt idx="1">
                  <c:v>72</c:v>
                </c:pt>
                <c:pt idx="2">
                  <c:v>75</c:v>
                </c:pt>
                <c:pt idx="3">
                  <c:v>80</c:v>
                </c:pt>
                <c:pt idx="4">
                  <c:v>85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0067-4E70-A99E-AF30BE7B059A}"/>
            </c:ext>
          </c:extLst>
        </c:ser>
        <c:ser>
          <c:idx val="1"/>
          <c:order val="1"/>
          <c:spPr>
            <a:ln w="9525" cmpd="sng" algn="ctr">
              <a:solidFill>
                <a:srgbClr val="2F5597"/>
              </a:solidFill>
              <a:prstDash val="solid"/>
            </a:ln>
          </c:spPr>
          <c:marker>
            <c:symbol val="square"/>
            <c:size val="4"/>
            <c:spPr>
              <a:solidFill>
                <a:srgbClr val="2F5597"/>
              </a:solidFill>
              <a:ln w="9525" cmpd="sng" algn="ctr">
                <a:solidFill>
                  <a:srgbClr val="2F5597"/>
                </a:solidFill>
                <a:prstDash val="solid"/>
              </a:ln>
            </c:spPr>
          </c:marker>
          <c:xVal>
            <c:numRef>
              <c:f>Sheet1!$A$1:$E$1</c:f>
              <c:numCache>
                <c:formatCode>General</c:formatCode>
                <c:ptCount val="5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</c:numCache>
            </c:numRef>
          </c:xVal>
          <c:yVal>
            <c:numRef>
              <c:f>Sheet1!$A$3:$E$3</c:f>
              <c:numCache>
                <c:formatCode>General</c:formatCode>
                <c:ptCount val="5"/>
                <c:pt idx="0">
                  <c:v>70</c:v>
                </c:pt>
                <c:pt idx="1">
                  <c:v>75</c:v>
                </c:pt>
                <c:pt idx="2">
                  <c:v>80</c:v>
                </c:pt>
                <c:pt idx="3">
                  <c:v>85</c:v>
                </c:pt>
                <c:pt idx="4">
                  <c:v>90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0067-4E70-A99E-AF30BE7B059A}"/>
            </c:ext>
          </c:extLst>
        </c:ser>
        <c:ser>
          <c:idx val="2"/>
          <c:order val="2"/>
          <c:spPr>
            <a:ln w="9525" cmpd="sng" algn="ctr">
              <a:solidFill>
                <a:srgbClr val="C3D535"/>
              </a:solidFill>
              <a:prstDash val="solid"/>
            </a:ln>
          </c:spPr>
          <c:marker>
            <c:symbol val="triangle"/>
            <c:size val="4"/>
            <c:spPr>
              <a:solidFill>
                <a:srgbClr val="C3D535"/>
              </a:solidFill>
              <a:ln w="9525" cmpd="sng" algn="ctr">
                <a:solidFill>
                  <a:srgbClr val="C3D535"/>
                </a:solidFill>
                <a:prstDash val="solid"/>
              </a:ln>
            </c:spPr>
          </c:marker>
          <c:dPt>
            <c:idx val="0"/>
            <c:marker>
              <c:symbol val="diamond"/>
              <c:size val="4"/>
            </c:marker>
            <c:bubble3D val="0"/>
            <c:extLst>
              <c:ext xmlns:c16="http://schemas.microsoft.com/office/drawing/2014/chart" uri="{C3380CC4-5D6E-409C-BE32-E72D297353CC}">
                <c16:uniqueId val="{00000006-0067-4E70-A99E-AF30BE7B059A}"/>
              </c:ext>
            </c:extLst>
          </c:dPt>
          <c:dPt>
            <c:idx val="1"/>
            <c:marker>
              <c:symbol val="diamond"/>
              <c:size val="4"/>
            </c:marker>
            <c:bubble3D val="0"/>
            <c:extLst>
              <c:ext xmlns:c16="http://schemas.microsoft.com/office/drawing/2014/chart" uri="{C3380CC4-5D6E-409C-BE32-E72D297353CC}">
                <c16:uniqueId val="{00000007-0067-4E70-A99E-AF30BE7B059A}"/>
              </c:ext>
            </c:extLst>
          </c:dPt>
          <c:dPt>
            <c:idx val="2"/>
            <c:marker>
              <c:symbol val="diamond"/>
              <c:size val="4"/>
            </c:marker>
            <c:bubble3D val="0"/>
            <c:extLst>
              <c:ext xmlns:c16="http://schemas.microsoft.com/office/drawing/2014/chart" uri="{C3380CC4-5D6E-409C-BE32-E72D297353CC}">
                <c16:uniqueId val="{00000008-0067-4E70-A99E-AF30BE7B059A}"/>
              </c:ext>
            </c:extLst>
          </c:dPt>
          <c:dPt>
            <c:idx val="3"/>
            <c:marker>
              <c:symbol val="diamond"/>
              <c:size val="4"/>
            </c:marker>
            <c:bubble3D val="0"/>
            <c:extLst>
              <c:ext xmlns:c16="http://schemas.microsoft.com/office/drawing/2014/chart" uri="{C3380CC4-5D6E-409C-BE32-E72D297353CC}">
                <c16:uniqueId val="{00000009-0067-4E70-A99E-AF30BE7B059A}"/>
              </c:ext>
            </c:extLst>
          </c:dPt>
          <c:dPt>
            <c:idx val="4"/>
            <c:marker>
              <c:symbol val="diamond"/>
              <c:size val="4"/>
            </c:marker>
            <c:bubble3D val="0"/>
            <c:extLst>
              <c:ext xmlns:c16="http://schemas.microsoft.com/office/drawing/2014/chart" uri="{C3380CC4-5D6E-409C-BE32-E72D297353CC}">
                <c16:uniqueId val="{0000000A-0067-4E70-A99E-AF30BE7B059A}"/>
              </c:ext>
            </c:extLst>
          </c:dPt>
          <c:dLbls>
            <c:dLbl>
              <c:idx val="0"/>
              <c:layout>
                <c:manualLayout>
                  <c:x val="0"/>
                  <c:y val="-7.4835526315789477E-2"/>
                </c:manualLayout>
              </c:layout>
              <c:numFmt formatCode="#,##0.00;&quot;-&quot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rgbClr val="C3D535"/>
                      </a:solidFill>
                      <a:latin typeface="Calibri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0067-4E70-A99E-AF30BE7B059A}"/>
                </c:ext>
              </c:extLst>
            </c:dLbl>
            <c:dLbl>
              <c:idx val="1"/>
              <c:layout>
                <c:manualLayout>
                  <c:x val="0"/>
                  <c:y val="-7.4835526315789477E-2"/>
                </c:manualLayout>
              </c:layout>
              <c:numFmt formatCode="#,##0.00;&quot;-&quot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rgbClr val="C3D535"/>
                      </a:solidFill>
                      <a:latin typeface="Calibri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7-0067-4E70-A99E-AF30BE7B059A}"/>
                </c:ext>
              </c:extLst>
            </c:dLbl>
            <c:dLbl>
              <c:idx val="2"/>
              <c:layout>
                <c:manualLayout>
                  <c:x val="0"/>
                  <c:y val="-7.4835526315789477E-2"/>
                </c:manualLayout>
              </c:layout>
              <c:numFmt formatCode="#,##0.00;&quot;-&quot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rgbClr val="C3D535"/>
                      </a:solidFill>
                      <a:latin typeface="Calibri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8-0067-4E70-A99E-AF30BE7B059A}"/>
                </c:ext>
              </c:extLst>
            </c:dLbl>
            <c:dLbl>
              <c:idx val="3"/>
              <c:layout>
                <c:manualLayout>
                  <c:x val="0"/>
                  <c:y val="-7.4835526315789477E-2"/>
                </c:manualLayout>
              </c:layout>
              <c:numFmt formatCode="#,##0.00;&quot;-&quot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rgbClr val="C3D535"/>
                      </a:solidFill>
                      <a:latin typeface="Calibri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9-0067-4E70-A99E-AF30BE7B059A}"/>
                </c:ext>
              </c:extLst>
            </c:dLbl>
            <c:dLbl>
              <c:idx val="4"/>
              <c:layout>
                <c:manualLayout>
                  <c:x val="0"/>
                  <c:y val="-7.4835526315789477E-2"/>
                </c:manualLayout>
              </c:layout>
              <c:numFmt formatCode="#,##0.00;&quot;-&quot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rgbClr val="C3D535"/>
                      </a:solidFill>
                      <a:latin typeface="Calibri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A-0067-4E70-A99E-AF30BE7B059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Sheet1!$A$1:$E$1</c:f>
              <c:numCache>
                <c:formatCode>General</c:formatCode>
                <c:ptCount val="5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</c:numCache>
            </c:numRef>
          </c:xVal>
          <c:yVal>
            <c:numRef>
              <c:f>Sheet1!$A$4:$E$4</c:f>
              <c:numCache>
                <c:formatCode>General</c:formatCode>
                <c:ptCount val="5"/>
                <c:pt idx="0">
                  <c:v>70</c:v>
                </c:pt>
                <c:pt idx="1">
                  <c:v>80</c:v>
                </c:pt>
                <c:pt idx="2">
                  <c:v>85</c:v>
                </c:pt>
                <c:pt idx="3">
                  <c:v>90</c:v>
                </c:pt>
                <c:pt idx="4">
                  <c:v>95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B-0067-4E70-A99E-AF30BE7B059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"/>
        <c:axId val="5"/>
      </c:scatterChart>
      <c:valAx>
        <c:axId val="4"/>
        <c:scaling>
          <c:orientation val="minMax"/>
          <c:max val="2030"/>
          <c:min val="2026"/>
        </c:scaling>
        <c:delete val="0"/>
        <c:axPos val="b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800" kern="1200">
                <a:latin typeface="+mn-lt"/>
                <a:ea typeface="+mn-ea"/>
                <a:cs typeface="+mn-cs"/>
              </a:defRPr>
            </a:pPr>
            <a:endParaRPr lang="en-US"/>
          </a:p>
        </c:txPr>
        <c:crossAx val="5"/>
        <c:crosses val="min"/>
        <c:crossBetween val="midCat"/>
        <c:majorUnit val="1"/>
      </c:valAx>
      <c:valAx>
        <c:axId val="5"/>
        <c:scaling>
          <c:orientation val="minMax"/>
          <c:max val="95"/>
          <c:min val="5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4"/>
        <c:crosses val="min"/>
        <c:crossBetween val="midCat"/>
      </c:valAx>
    </c:plotArea>
    <c:plotVisOnly val="0"/>
    <c:dispBlanksAs val="gap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1799891245241979"/>
          <c:y val="0.11035758323057954"/>
          <c:w val="0.76400217509516044"/>
          <c:h val="0.71763255240443902"/>
        </c:manualLayout>
      </c:layout>
      <c:scatterChart>
        <c:scatterStyle val="lineMarker"/>
        <c:varyColors val="0"/>
        <c:ser>
          <c:idx val="0"/>
          <c:order val="0"/>
          <c:spPr>
            <a:ln w="9525" cmpd="sng" algn="ctr">
              <a:solidFill>
                <a:srgbClr val="7C7C7C"/>
              </a:solidFill>
              <a:prstDash val="solid"/>
            </a:ln>
          </c:spPr>
          <c:marker>
            <c:symbol val="circle"/>
            <c:size val="4"/>
            <c:spPr>
              <a:solidFill>
                <a:srgbClr val="7C7C7C"/>
              </a:solidFill>
              <a:ln w="9525" cmpd="sng" algn="ctr">
                <a:solidFill>
                  <a:srgbClr val="7C7C7C"/>
                </a:solidFill>
                <a:prstDash val="solid"/>
              </a:ln>
            </c:spPr>
          </c:marker>
          <c:dLbls>
            <c:dLbl>
              <c:idx val="0"/>
              <c:layout>
                <c:manualLayout>
                  <c:x val="0"/>
                  <c:y val="5.7336621454993832E-2"/>
                </c:manualLayout>
              </c:layout>
              <c:numFmt formatCode="#,##0.00;&quot;-&quot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rgbClr val="7C7C7C"/>
                      </a:solidFill>
                      <a:latin typeface="Calibri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42BB-48F5-ADD2-42767F863FE1}"/>
                </c:ext>
              </c:extLst>
            </c:dLbl>
            <c:dLbl>
              <c:idx val="1"/>
              <c:layout>
                <c:manualLayout>
                  <c:x val="0"/>
                  <c:y val="5.7336621454993832E-2"/>
                </c:manualLayout>
              </c:layout>
              <c:numFmt formatCode="#,##0.00;&quot;-&quot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rgbClr val="7C7C7C"/>
                      </a:solidFill>
                      <a:latin typeface="Calibri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42BB-48F5-ADD2-42767F863FE1}"/>
                </c:ext>
              </c:extLst>
            </c:dLbl>
            <c:dLbl>
              <c:idx val="3"/>
              <c:layout>
                <c:manualLayout>
                  <c:x val="-9.7879282218597055E-3"/>
                  <c:y val="4.2540073982737361E-2"/>
                </c:manualLayout>
              </c:layout>
              <c:numFmt formatCode="#,##0.00;&quot;-&quot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rgbClr val="7C7C7C"/>
                      </a:solidFill>
                      <a:latin typeface="Calibri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42BB-48F5-ADD2-42767F863FE1}"/>
                </c:ext>
              </c:extLst>
            </c:dLbl>
            <c:dLbl>
              <c:idx val="4"/>
              <c:layout>
                <c:manualLayout>
                  <c:x val="-1.6313213703099509E-2"/>
                  <c:y val="4.6239210850801481E-2"/>
                </c:manualLayout>
              </c:layout>
              <c:numFmt formatCode="#,##0.00;&quot;-&quot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rgbClr val="7C7C7C"/>
                      </a:solidFill>
                      <a:latin typeface="Calibri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42BB-48F5-ADD2-42767F863FE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Sheet1!$A$1:$E$1</c:f>
              <c:numCache>
                <c:formatCode>General</c:formatCode>
                <c:ptCount val="5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</c:numCache>
            </c:numRef>
          </c:xVal>
          <c:yVal>
            <c:numRef>
              <c:f>Sheet1!$A$2:$E$2</c:f>
              <c:numCache>
                <c:formatCode>General</c:formatCode>
                <c:ptCount val="5"/>
                <c:pt idx="0">
                  <c:v>85</c:v>
                </c:pt>
                <c:pt idx="1">
                  <c:v>87</c:v>
                </c:pt>
                <c:pt idx="2">
                  <c:v>90</c:v>
                </c:pt>
                <c:pt idx="3">
                  <c:v>95</c:v>
                </c:pt>
                <c:pt idx="4">
                  <c:v>100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42BB-48F5-ADD2-42767F863FE1}"/>
            </c:ext>
          </c:extLst>
        </c:ser>
        <c:ser>
          <c:idx val="1"/>
          <c:order val="1"/>
          <c:spPr>
            <a:ln w="9525" cmpd="sng" algn="ctr">
              <a:solidFill>
                <a:srgbClr val="2F5597"/>
              </a:solidFill>
              <a:prstDash val="solid"/>
            </a:ln>
          </c:spPr>
          <c:marker>
            <c:symbol val="square"/>
            <c:size val="4"/>
            <c:spPr>
              <a:solidFill>
                <a:srgbClr val="2F5597"/>
              </a:solidFill>
              <a:ln w="9525" cmpd="sng" algn="ctr">
                <a:solidFill>
                  <a:srgbClr val="2F5597"/>
                </a:solidFill>
                <a:prstDash val="solid"/>
              </a:ln>
            </c:spPr>
          </c:marker>
          <c:xVal>
            <c:numRef>
              <c:f>Sheet1!$A$1:$E$1</c:f>
              <c:numCache>
                <c:formatCode>General</c:formatCode>
                <c:ptCount val="5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</c:numCache>
            </c:numRef>
          </c:xVal>
          <c:yVal>
            <c:numRef>
              <c:f>Sheet1!$A$3:$E$3</c:f>
              <c:numCache>
                <c:formatCode>General</c:formatCode>
                <c:ptCount val="5"/>
                <c:pt idx="0">
                  <c:v>85</c:v>
                </c:pt>
                <c:pt idx="1">
                  <c:v>90</c:v>
                </c:pt>
                <c:pt idx="2">
                  <c:v>95</c:v>
                </c:pt>
                <c:pt idx="3">
                  <c:v>100</c:v>
                </c:pt>
                <c:pt idx="4">
                  <c:v>105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42BB-48F5-ADD2-42767F863FE1}"/>
            </c:ext>
          </c:extLst>
        </c:ser>
        <c:ser>
          <c:idx val="2"/>
          <c:order val="2"/>
          <c:spPr>
            <a:ln w="9525" cmpd="sng" algn="ctr">
              <a:solidFill>
                <a:srgbClr val="C3D535"/>
              </a:solidFill>
              <a:prstDash val="solid"/>
            </a:ln>
          </c:spPr>
          <c:marker>
            <c:symbol val="triangle"/>
            <c:size val="4"/>
            <c:spPr>
              <a:solidFill>
                <a:srgbClr val="C3D535"/>
              </a:solidFill>
              <a:ln w="9525" cmpd="sng" algn="ctr">
                <a:solidFill>
                  <a:srgbClr val="C3D535"/>
                </a:solidFill>
                <a:prstDash val="solid"/>
              </a:ln>
            </c:spPr>
          </c:marker>
          <c:dPt>
            <c:idx val="0"/>
            <c:marker>
              <c:symbol val="diamond"/>
              <c:size val="4"/>
            </c:marker>
            <c:bubble3D val="0"/>
            <c:extLst>
              <c:ext xmlns:c16="http://schemas.microsoft.com/office/drawing/2014/chart" uri="{C3380CC4-5D6E-409C-BE32-E72D297353CC}">
                <c16:uniqueId val="{00000006-42BB-48F5-ADD2-42767F863FE1}"/>
              </c:ext>
            </c:extLst>
          </c:dPt>
          <c:dPt>
            <c:idx val="1"/>
            <c:marker>
              <c:symbol val="diamond"/>
              <c:size val="4"/>
            </c:marker>
            <c:bubble3D val="0"/>
            <c:extLst>
              <c:ext xmlns:c16="http://schemas.microsoft.com/office/drawing/2014/chart" uri="{C3380CC4-5D6E-409C-BE32-E72D297353CC}">
                <c16:uniqueId val="{00000007-42BB-48F5-ADD2-42767F863FE1}"/>
              </c:ext>
            </c:extLst>
          </c:dPt>
          <c:dPt>
            <c:idx val="2"/>
            <c:marker>
              <c:symbol val="diamond"/>
              <c:size val="4"/>
            </c:marker>
            <c:bubble3D val="0"/>
            <c:extLst>
              <c:ext xmlns:c16="http://schemas.microsoft.com/office/drawing/2014/chart" uri="{C3380CC4-5D6E-409C-BE32-E72D297353CC}">
                <c16:uniqueId val="{00000008-42BB-48F5-ADD2-42767F863FE1}"/>
              </c:ext>
            </c:extLst>
          </c:dPt>
          <c:dPt>
            <c:idx val="3"/>
            <c:marker>
              <c:symbol val="diamond"/>
              <c:size val="4"/>
            </c:marker>
            <c:bubble3D val="0"/>
            <c:extLst>
              <c:ext xmlns:c16="http://schemas.microsoft.com/office/drawing/2014/chart" uri="{C3380CC4-5D6E-409C-BE32-E72D297353CC}">
                <c16:uniqueId val="{00000009-42BB-48F5-ADD2-42767F863FE1}"/>
              </c:ext>
            </c:extLst>
          </c:dPt>
          <c:dPt>
            <c:idx val="4"/>
            <c:marker>
              <c:symbol val="diamond"/>
              <c:size val="4"/>
            </c:marker>
            <c:bubble3D val="0"/>
            <c:extLst>
              <c:ext xmlns:c16="http://schemas.microsoft.com/office/drawing/2014/chart" uri="{C3380CC4-5D6E-409C-BE32-E72D297353CC}">
                <c16:uniqueId val="{0000000A-42BB-48F5-ADD2-42767F863FE1}"/>
              </c:ext>
            </c:extLst>
          </c:dPt>
          <c:dLbls>
            <c:dLbl>
              <c:idx val="0"/>
              <c:layout>
                <c:manualLayout>
                  <c:x val="-1.6313213703099511E-3"/>
                  <c:y val="-8.0764488286066582E-2"/>
                </c:manualLayout>
              </c:layout>
              <c:numFmt formatCode="#,##0.00;&quot;-&quot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rgbClr val="C3D535"/>
                      </a:solidFill>
                      <a:latin typeface="Calibri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42BB-48F5-ADD2-42767F863FE1}"/>
                </c:ext>
              </c:extLst>
            </c:dLbl>
            <c:dLbl>
              <c:idx val="1"/>
              <c:layout>
                <c:manualLayout>
                  <c:x val="1.468189233278956E-2"/>
                  <c:y val="-4.99383477188656E-2"/>
                </c:manualLayout>
              </c:layout>
              <c:numFmt formatCode="#,##0.00;&quot;-&quot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rgbClr val="C3D535"/>
                      </a:solidFill>
                      <a:latin typeface="Calibri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7-42BB-48F5-ADD2-42767F863FE1}"/>
                </c:ext>
              </c:extLst>
            </c:dLbl>
            <c:dLbl>
              <c:idx val="2"/>
              <c:layout>
                <c:manualLayout>
                  <c:x val="0"/>
                  <c:y val="-5.6103575832305796E-2"/>
                </c:manualLayout>
              </c:layout>
              <c:numFmt formatCode="#,##0.00;&quot;-&quot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rgbClr val="C3D535"/>
                      </a:solidFill>
                      <a:latin typeface="Calibri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8-42BB-48F5-ADD2-42767F863FE1}"/>
                </c:ext>
              </c:extLst>
            </c:dLbl>
            <c:dLbl>
              <c:idx val="3"/>
              <c:layout>
                <c:manualLayout>
                  <c:x val="0"/>
                  <c:y val="-5.6103575832305796E-2"/>
                </c:manualLayout>
              </c:layout>
              <c:numFmt formatCode="#,##0.00;&quot;-&quot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rgbClr val="C3D535"/>
                      </a:solidFill>
                      <a:latin typeface="Calibri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9-42BB-48F5-ADD2-42767F863FE1}"/>
                </c:ext>
              </c:extLst>
            </c:dLbl>
            <c:dLbl>
              <c:idx val="4"/>
              <c:layout>
                <c:manualLayout>
                  <c:x val="1.468189233278956E-2"/>
                  <c:y val="-3.8840937114673242E-2"/>
                </c:manualLayout>
              </c:layout>
              <c:numFmt formatCode="#,##0.00;&quot;-&quot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rgbClr val="C3D535"/>
                      </a:solidFill>
                      <a:latin typeface="Calibri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A-42BB-48F5-ADD2-42767F863FE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Sheet1!$A$1:$E$1</c:f>
              <c:numCache>
                <c:formatCode>General</c:formatCode>
                <c:ptCount val="5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</c:numCache>
            </c:numRef>
          </c:xVal>
          <c:yVal>
            <c:numRef>
              <c:f>Sheet1!$A$4:$E$4</c:f>
              <c:numCache>
                <c:formatCode>General</c:formatCode>
                <c:ptCount val="5"/>
                <c:pt idx="0">
                  <c:v>85</c:v>
                </c:pt>
                <c:pt idx="1">
                  <c:v>95</c:v>
                </c:pt>
                <c:pt idx="2">
                  <c:v>100</c:v>
                </c:pt>
                <c:pt idx="3">
                  <c:v>105</c:v>
                </c:pt>
                <c:pt idx="4">
                  <c:v>110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B-42BB-48F5-ADD2-42767F863FE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"/>
        <c:axId val="5"/>
      </c:scatterChart>
      <c:valAx>
        <c:axId val="4"/>
        <c:scaling>
          <c:orientation val="minMax"/>
          <c:max val="2030"/>
          <c:min val="2026"/>
        </c:scaling>
        <c:delete val="0"/>
        <c:axPos val="b"/>
        <c:majorGridlines>
          <c:spPr>
            <a:ln>
              <a:noFill/>
            </a:ln>
          </c:spPr>
        </c:majorGridlines>
        <c:numFmt formatCode="0;&quot;-&quot;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200" b="1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"/>
        <c:crosses val="min"/>
        <c:crossBetween val="midCat"/>
        <c:majorUnit val="1"/>
      </c:valAx>
      <c:valAx>
        <c:axId val="5"/>
        <c:scaling>
          <c:orientation val="minMax"/>
          <c:max val="110"/>
          <c:min val="1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4"/>
        <c:crosses val="min"/>
        <c:crossBetween val="midCat"/>
      </c:valAx>
    </c:plotArea>
    <c:plotVisOnly val="0"/>
    <c:dispBlanksAs val="gap"/>
    <c:showDLblsOverMax val="1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43620178041543E-2"/>
          <c:y val="0.15678627145085802"/>
          <c:w val="0.83382789317507422"/>
          <c:h val="0.75195007800312008"/>
        </c:manualLayout>
      </c:layout>
      <c:scatterChart>
        <c:scatterStyle val="lineMarker"/>
        <c:varyColors val="0"/>
        <c:ser>
          <c:idx val="0"/>
          <c:order val="0"/>
          <c:spPr>
            <a:ln w="9525" cmpd="sng" algn="ctr">
              <a:solidFill>
                <a:srgbClr val="7C7C7C"/>
              </a:solidFill>
              <a:prstDash val="solid"/>
            </a:ln>
          </c:spPr>
          <c:marker>
            <c:symbol val="circle"/>
            <c:size val="4"/>
            <c:spPr>
              <a:solidFill>
                <a:srgbClr val="7C7C7C"/>
              </a:solidFill>
              <a:ln w="9525" cmpd="sng" algn="ctr">
                <a:solidFill>
                  <a:srgbClr val="7C7C7C"/>
                </a:solidFill>
                <a:prstDash val="solid"/>
              </a:ln>
            </c:spPr>
          </c:marker>
          <c:dLbls>
            <c:dLbl>
              <c:idx val="0"/>
              <c:layout>
                <c:manualLayout>
                  <c:x val="0"/>
                  <c:y val="-7.0982839313572549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rgbClr val="7C7C7C"/>
                      </a:solidFill>
                      <a:latin typeface="Calibri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58E1-47B7-8AF4-617D2FB6738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Sheet1!$A$1:$E$1</c:f>
              <c:numCache>
                <c:formatCode>General</c:formatCode>
                <c:ptCount val="5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</c:numCache>
            </c:numRef>
          </c:xVal>
          <c:yVal>
            <c:numRef>
              <c:f>Sheet1!$A$2:$E$2</c:f>
              <c:numCache>
                <c:formatCode>General</c:formatCode>
                <c:ptCount val="5"/>
                <c:pt idx="0">
                  <c:v>16500</c:v>
                </c:pt>
                <c:pt idx="1">
                  <c:v>16800</c:v>
                </c:pt>
                <c:pt idx="2">
                  <c:v>17000</c:v>
                </c:pt>
                <c:pt idx="3">
                  <c:v>17500</c:v>
                </c:pt>
                <c:pt idx="4">
                  <c:v>18000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58E1-47B7-8AF4-617D2FB6738E}"/>
            </c:ext>
          </c:extLst>
        </c:ser>
        <c:ser>
          <c:idx val="1"/>
          <c:order val="1"/>
          <c:spPr>
            <a:ln w="9525" cmpd="sng" algn="ctr">
              <a:solidFill>
                <a:srgbClr val="2F5597"/>
              </a:solidFill>
              <a:prstDash val="solid"/>
            </a:ln>
          </c:spPr>
          <c:marker>
            <c:symbol val="square"/>
            <c:size val="4"/>
            <c:spPr>
              <a:solidFill>
                <a:srgbClr val="2F5597"/>
              </a:solidFill>
              <a:ln w="9525" cmpd="sng" algn="ctr">
                <a:solidFill>
                  <a:srgbClr val="2F5597"/>
                </a:solidFill>
                <a:prstDash val="solid"/>
              </a:ln>
            </c:spPr>
          </c:marker>
          <c:xVal>
            <c:numRef>
              <c:f>Sheet1!$A$1:$E$1</c:f>
              <c:numCache>
                <c:formatCode>General</c:formatCode>
                <c:ptCount val="5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</c:numCache>
            </c:numRef>
          </c:xVal>
          <c:yVal>
            <c:numRef>
              <c:f>Sheet1!$A$3:$E$3</c:f>
              <c:numCache>
                <c:formatCode>General</c:formatCode>
                <c:ptCount val="5"/>
                <c:pt idx="0">
                  <c:v>16500</c:v>
                </c:pt>
                <c:pt idx="1">
                  <c:v>17000</c:v>
                </c:pt>
                <c:pt idx="2">
                  <c:v>17500</c:v>
                </c:pt>
                <c:pt idx="3">
                  <c:v>18000</c:v>
                </c:pt>
                <c:pt idx="4">
                  <c:v>18500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58E1-47B7-8AF4-617D2FB6738E}"/>
            </c:ext>
          </c:extLst>
        </c:ser>
        <c:ser>
          <c:idx val="2"/>
          <c:order val="2"/>
          <c:spPr>
            <a:ln w="9525" cmpd="sng" algn="ctr">
              <a:solidFill>
                <a:srgbClr val="C3D535"/>
              </a:solidFill>
              <a:prstDash val="solid"/>
            </a:ln>
          </c:spPr>
          <c:marker>
            <c:symbol val="triangle"/>
            <c:size val="4"/>
            <c:spPr>
              <a:solidFill>
                <a:srgbClr val="C3D535"/>
              </a:solidFill>
              <a:ln w="9525" cmpd="sng" algn="ctr">
                <a:solidFill>
                  <a:srgbClr val="C3D535"/>
                </a:solidFill>
                <a:prstDash val="solid"/>
              </a:ln>
            </c:spPr>
          </c:marker>
          <c:dPt>
            <c:idx val="0"/>
            <c:marker>
              <c:symbol val="diamond"/>
              <c:size val="4"/>
            </c:marker>
            <c:bubble3D val="0"/>
            <c:extLst>
              <c:ext xmlns:c16="http://schemas.microsoft.com/office/drawing/2014/chart" uri="{C3380CC4-5D6E-409C-BE32-E72D297353CC}">
                <c16:uniqueId val="{00000003-58E1-47B7-8AF4-617D2FB6738E}"/>
              </c:ext>
            </c:extLst>
          </c:dPt>
          <c:dPt>
            <c:idx val="1"/>
            <c:marker>
              <c:symbol val="diamond"/>
              <c:size val="4"/>
            </c:marker>
            <c:bubble3D val="0"/>
            <c:extLst>
              <c:ext xmlns:c16="http://schemas.microsoft.com/office/drawing/2014/chart" uri="{C3380CC4-5D6E-409C-BE32-E72D297353CC}">
                <c16:uniqueId val="{00000004-58E1-47B7-8AF4-617D2FB6738E}"/>
              </c:ext>
            </c:extLst>
          </c:dPt>
          <c:dPt>
            <c:idx val="2"/>
            <c:marker>
              <c:symbol val="diamond"/>
              <c:size val="4"/>
            </c:marker>
            <c:bubble3D val="0"/>
            <c:extLst>
              <c:ext xmlns:c16="http://schemas.microsoft.com/office/drawing/2014/chart" uri="{C3380CC4-5D6E-409C-BE32-E72D297353CC}">
                <c16:uniqueId val="{00000005-58E1-47B7-8AF4-617D2FB6738E}"/>
              </c:ext>
            </c:extLst>
          </c:dPt>
          <c:dPt>
            <c:idx val="3"/>
            <c:marker>
              <c:symbol val="diamond"/>
              <c:size val="4"/>
            </c:marker>
            <c:bubble3D val="0"/>
            <c:extLst>
              <c:ext xmlns:c16="http://schemas.microsoft.com/office/drawing/2014/chart" uri="{C3380CC4-5D6E-409C-BE32-E72D297353CC}">
                <c16:uniqueId val="{00000006-58E1-47B7-8AF4-617D2FB6738E}"/>
              </c:ext>
            </c:extLst>
          </c:dPt>
          <c:dPt>
            <c:idx val="4"/>
            <c:marker>
              <c:symbol val="diamond"/>
              <c:size val="4"/>
            </c:marker>
            <c:bubble3D val="0"/>
            <c:extLst>
              <c:ext xmlns:c16="http://schemas.microsoft.com/office/drawing/2014/chart" uri="{C3380CC4-5D6E-409C-BE32-E72D297353CC}">
                <c16:uniqueId val="{00000007-58E1-47B7-8AF4-617D2FB6738E}"/>
              </c:ext>
            </c:extLst>
          </c:dPt>
          <c:dLbls>
            <c:dLbl>
              <c:idx val="0"/>
              <c:layout>
                <c:manualLayout>
                  <c:x val="0"/>
                  <c:y val="7.2542901716068642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rgbClr val="C3D535"/>
                      </a:solidFill>
                      <a:latin typeface="Calibri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58E1-47B7-8AF4-617D2FB6738E}"/>
                </c:ext>
              </c:extLst>
            </c:dLbl>
            <c:dLbl>
              <c:idx val="1"/>
              <c:layout>
                <c:manualLayout>
                  <c:x val="-5.4599406528189912E-2"/>
                  <c:y val="-7.0982839313572549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rgbClr val="C3D535"/>
                      </a:solidFill>
                      <a:latin typeface="Calibri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58E1-47B7-8AF4-617D2FB6738E}"/>
                </c:ext>
              </c:extLst>
            </c:dLbl>
            <c:dLbl>
              <c:idx val="2"/>
              <c:layout>
                <c:manualLayout>
                  <c:x val="-3.9169139465875372E-2"/>
                  <c:y val="-6.2402496099843996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rgbClr val="C3D535"/>
                      </a:solidFill>
                      <a:latin typeface="Calibri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58E1-47B7-8AF4-617D2FB6738E}"/>
                </c:ext>
              </c:extLst>
            </c:dLbl>
            <c:dLbl>
              <c:idx val="3"/>
              <c:layout>
                <c:manualLayout>
                  <c:x val="2.7299703264094956E-2"/>
                  <c:y val="-7.0982839313572549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rgbClr val="C3D535"/>
                      </a:solidFill>
                      <a:latin typeface="Calibri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58E1-47B7-8AF4-617D2FB6738E}"/>
                </c:ext>
              </c:extLst>
            </c:dLbl>
            <c:dLbl>
              <c:idx val="4"/>
              <c:layout>
                <c:manualLayout>
                  <c:x val="2.7299703264094956E-2"/>
                  <c:y val="-6.6302652106084242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rgbClr val="C3D535"/>
                      </a:solidFill>
                      <a:latin typeface="Calibri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7-58E1-47B7-8AF4-617D2FB6738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Sheet1!$A$1:$E$1</c:f>
              <c:numCache>
                <c:formatCode>General</c:formatCode>
                <c:ptCount val="5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</c:numCache>
            </c:numRef>
          </c:xVal>
          <c:yVal>
            <c:numRef>
              <c:f>Sheet1!$A$4:$E$4</c:f>
              <c:numCache>
                <c:formatCode>General</c:formatCode>
                <c:ptCount val="5"/>
                <c:pt idx="0">
                  <c:v>16500</c:v>
                </c:pt>
                <c:pt idx="1">
                  <c:v>17500</c:v>
                </c:pt>
                <c:pt idx="2">
                  <c:v>18000</c:v>
                </c:pt>
                <c:pt idx="3">
                  <c:v>18500</c:v>
                </c:pt>
                <c:pt idx="4">
                  <c:v>19000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8-58E1-47B7-8AF4-617D2FB6738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"/>
        <c:axId val="5"/>
      </c:scatterChart>
      <c:valAx>
        <c:axId val="4"/>
        <c:scaling>
          <c:orientation val="minMax"/>
          <c:max val="2030"/>
          <c:min val="2026"/>
        </c:scaling>
        <c:delete val="0"/>
        <c:axPos val="b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800" kern="1200">
                <a:latin typeface="+mn-lt"/>
                <a:ea typeface="+mn-ea"/>
                <a:cs typeface="+mn-cs"/>
              </a:defRPr>
            </a:pPr>
            <a:endParaRPr lang="en-US"/>
          </a:p>
        </c:txPr>
        <c:crossAx val="5"/>
        <c:crosses val="min"/>
        <c:crossBetween val="midCat"/>
        <c:majorUnit val="1"/>
      </c:valAx>
      <c:valAx>
        <c:axId val="5"/>
        <c:scaling>
          <c:orientation val="minMax"/>
          <c:max val="19000"/>
          <c:min val="1480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4"/>
        <c:crosses val="min"/>
        <c:crossBetween val="midCat"/>
      </c:valAx>
    </c:plotArea>
    <c:plotVisOnly val="0"/>
    <c:dispBlanksAs val="gap"/>
    <c:showDLblsOverMax val="1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1799891245241979"/>
          <c:y val="0.12321428571428572"/>
          <c:w val="0.76400217509516044"/>
          <c:h val="0.71071428571428574"/>
        </c:manualLayout>
      </c:layout>
      <c:scatterChart>
        <c:scatterStyle val="lineMarker"/>
        <c:varyColors val="0"/>
        <c:ser>
          <c:idx val="0"/>
          <c:order val="0"/>
          <c:spPr>
            <a:ln w="9525" cmpd="sng" algn="ctr">
              <a:solidFill>
                <a:srgbClr val="7C7C7C"/>
              </a:solidFill>
              <a:prstDash val="solid"/>
            </a:ln>
          </c:spPr>
          <c:marker>
            <c:symbol val="circle"/>
            <c:size val="4"/>
            <c:spPr>
              <a:solidFill>
                <a:srgbClr val="7C7C7C"/>
              </a:solidFill>
              <a:ln w="9525" cmpd="sng" algn="ctr">
                <a:solidFill>
                  <a:srgbClr val="7C7C7C"/>
                </a:solidFill>
                <a:prstDash val="solid"/>
              </a:ln>
            </c:spPr>
          </c:marker>
          <c:dLbls>
            <c:dLbl>
              <c:idx val="0"/>
              <c:layout>
                <c:manualLayout>
                  <c:x val="0"/>
                  <c:y val="5.5357142857142855E-2"/>
                </c:manualLayout>
              </c:layout>
              <c:numFmt formatCode="#,##0.00;&quot;-&quot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rgbClr val="7C7C7C"/>
                      </a:solidFill>
                      <a:latin typeface="Calibri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F6BE-4E41-9EBF-00F36D143ACE}"/>
                </c:ext>
              </c:extLst>
            </c:dLbl>
            <c:dLbl>
              <c:idx val="1"/>
              <c:layout>
                <c:manualLayout>
                  <c:x val="0"/>
                  <c:y val="5.5357142857142855E-2"/>
                </c:manualLayout>
              </c:layout>
              <c:numFmt formatCode="#,##0.00;&quot;-&quot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rgbClr val="7C7C7C"/>
                      </a:solidFill>
                      <a:latin typeface="Calibri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F6BE-4E41-9EBF-00F36D143ACE}"/>
                </c:ext>
              </c:extLst>
            </c:dLbl>
            <c:dLbl>
              <c:idx val="2"/>
              <c:layout>
                <c:manualLayout>
                  <c:x val="0"/>
                  <c:y val="5.5357142857142855E-2"/>
                </c:manualLayout>
              </c:layout>
              <c:numFmt formatCode="#,##0.00;&quot;-&quot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rgbClr val="7C7C7C"/>
                      </a:solidFill>
                      <a:latin typeface="Calibri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F6BE-4E41-9EBF-00F36D143ACE}"/>
                </c:ext>
              </c:extLst>
            </c:dLbl>
            <c:dLbl>
              <c:idx val="3"/>
              <c:layout>
                <c:manualLayout>
                  <c:x val="0"/>
                  <c:y val="5.5357142857142855E-2"/>
                </c:manualLayout>
              </c:layout>
              <c:numFmt formatCode="#,##0.00;&quot;-&quot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rgbClr val="7C7C7C"/>
                      </a:solidFill>
                      <a:latin typeface="Calibri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F6BE-4E41-9EBF-00F36D143ACE}"/>
                </c:ext>
              </c:extLst>
            </c:dLbl>
            <c:dLbl>
              <c:idx val="4"/>
              <c:layout>
                <c:manualLayout>
                  <c:x val="0"/>
                  <c:y val="5.5357142857142855E-2"/>
                </c:manualLayout>
              </c:layout>
              <c:numFmt formatCode="#,##0.00;&quot;-&quot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rgbClr val="7C7C7C"/>
                      </a:solidFill>
                      <a:latin typeface="Calibri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F6BE-4E41-9EBF-00F36D143AC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Sheet1!$A$1:$E$1</c:f>
              <c:numCache>
                <c:formatCode>General</c:formatCode>
                <c:ptCount val="5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</c:numCache>
            </c:numRef>
          </c:xVal>
          <c:yVal>
            <c:numRef>
              <c:f>Sheet1!$A$2:$E$2</c:f>
              <c:numCache>
                <c:formatCode>General</c:formatCode>
                <c:ptCount val="5"/>
                <c:pt idx="0">
                  <c:v>6.5</c:v>
                </c:pt>
                <c:pt idx="1">
                  <c:v>6.5</c:v>
                </c:pt>
                <c:pt idx="2">
                  <c:v>6.8</c:v>
                </c:pt>
                <c:pt idx="3">
                  <c:v>6.8</c:v>
                </c:pt>
                <c:pt idx="4">
                  <c:v>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F6BE-4E41-9EBF-00F36D143ACE}"/>
            </c:ext>
          </c:extLst>
        </c:ser>
        <c:ser>
          <c:idx val="1"/>
          <c:order val="1"/>
          <c:spPr>
            <a:ln w="9525" cmpd="sng" algn="ctr">
              <a:solidFill>
                <a:srgbClr val="2F5597"/>
              </a:solidFill>
              <a:prstDash val="solid"/>
            </a:ln>
          </c:spPr>
          <c:marker>
            <c:symbol val="square"/>
            <c:size val="4"/>
            <c:spPr>
              <a:solidFill>
                <a:srgbClr val="2F5597"/>
              </a:solidFill>
              <a:ln w="9525" cmpd="sng" algn="ctr">
                <a:solidFill>
                  <a:srgbClr val="2F5597"/>
                </a:solidFill>
                <a:prstDash val="solid"/>
              </a:ln>
            </c:spPr>
          </c:marker>
          <c:dLbls>
            <c:dLbl>
              <c:idx val="0"/>
              <c:layout>
                <c:manualLayout>
                  <c:x val="-6.2533985861881455E-2"/>
                  <c:y val="5.9523809523809529E-4"/>
                </c:manualLayout>
              </c:layout>
              <c:numFmt formatCode="#,##0.00;&quot;-&quot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rgbClr val="2F5597"/>
                      </a:solidFill>
                      <a:latin typeface="Calibri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F6BE-4E41-9EBF-00F36D143AC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Sheet1!$A$1:$E$1</c:f>
              <c:numCache>
                <c:formatCode>General</c:formatCode>
                <c:ptCount val="5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</c:numCache>
            </c:numRef>
          </c:xVal>
          <c:yVal>
            <c:numRef>
              <c:f>Sheet1!$A$3:$E$3</c:f>
              <c:numCache>
                <c:formatCode>General</c:formatCode>
                <c:ptCount val="5"/>
                <c:pt idx="0">
                  <c:v>6.5</c:v>
                </c:pt>
                <c:pt idx="1">
                  <c:v>6.8</c:v>
                </c:pt>
                <c:pt idx="2">
                  <c:v>7.1</c:v>
                </c:pt>
                <c:pt idx="3">
                  <c:v>7.4</c:v>
                </c:pt>
                <c:pt idx="4">
                  <c:v>7.7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7-F6BE-4E41-9EBF-00F36D143ACE}"/>
            </c:ext>
          </c:extLst>
        </c:ser>
        <c:ser>
          <c:idx val="2"/>
          <c:order val="2"/>
          <c:spPr>
            <a:ln w="9525" cmpd="sng" algn="ctr">
              <a:solidFill>
                <a:srgbClr val="C2D435"/>
              </a:solidFill>
              <a:prstDash val="solid"/>
            </a:ln>
          </c:spPr>
          <c:marker>
            <c:symbol val="triangle"/>
            <c:size val="4"/>
            <c:spPr>
              <a:solidFill>
                <a:srgbClr val="C2D435"/>
              </a:solidFill>
              <a:ln w="9525" cmpd="sng" algn="ctr">
                <a:solidFill>
                  <a:srgbClr val="C2D435"/>
                </a:solidFill>
                <a:prstDash val="solid"/>
              </a:ln>
            </c:spPr>
          </c:marker>
          <c:dPt>
            <c:idx val="0"/>
            <c:marker>
              <c:symbol val="diamond"/>
              <c:size val="4"/>
            </c:marker>
            <c:bubble3D val="0"/>
            <c:extLst>
              <c:ext xmlns:c16="http://schemas.microsoft.com/office/drawing/2014/chart" uri="{C3380CC4-5D6E-409C-BE32-E72D297353CC}">
                <c16:uniqueId val="{00000008-F6BE-4E41-9EBF-00F36D143ACE}"/>
              </c:ext>
            </c:extLst>
          </c:dPt>
          <c:dPt>
            <c:idx val="1"/>
            <c:marker>
              <c:symbol val="diamond"/>
              <c:size val="4"/>
            </c:marker>
            <c:bubble3D val="0"/>
            <c:extLst>
              <c:ext xmlns:c16="http://schemas.microsoft.com/office/drawing/2014/chart" uri="{C3380CC4-5D6E-409C-BE32-E72D297353CC}">
                <c16:uniqueId val="{00000009-F6BE-4E41-9EBF-00F36D143ACE}"/>
              </c:ext>
            </c:extLst>
          </c:dPt>
          <c:dPt>
            <c:idx val="2"/>
            <c:marker>
              <c:symbol val="diamond"/>
              <c:size val="4"/>
            </c:marker>
            <c:bubble3D val="0"/>
            <c:extLst>
              <c:ext xmlns:c16="http://schemas.microsoft.com/office/drawing/2014/chart" uri="{C3380CC4-5D6E-409C-BE32-E72D297353CC}">
                <c16:uniqueId val="{0000000A-F6BE-4E41-9EBF-00F36D143ACE}"/>
              </c:ext>
            </c:extLst>
          </c:dPt>
          <c:dPt>
            <c:idx val="3"/>
            <c:marker>
              <c:symbol val="diamond"/>
              <c:size val="4"/>
            </c:marker>
            <c:bubble3D val="0"/>
            <c:extLst>
              <c:ext xmlns:c16="http://schemas.microsoft.com/office/drawing/2014/chart" uri="{C3380CC4-5D6E-409C-BE32-E72D297353CC}">
                <c16:uniqueId val="{0000000B-F6BE-4E41-9EBF-00F36D143ACE}"/>
              </c:ext>
            </c:extLst>
          </c:dPt>
          <c:dPt>
            <c:idx val="4"/>
            <c:marker>
              <c:symbol val="diamond"/>
              <c:size val="4"/>
            </c:marker>
            <c:bubble3D val="0"/>
            <c:extLst>
              <c:ext xmlns:c16="http://schemas.microsoft.com/office/drawing/2014/chart" uri="{C3380CC4-5D6E-409C-BE32-E72D297353CC}">
                <c16:uniqueId val="{0000000C-F6BE-4E41-9EBF-00F36D143ACE}"/>
              </c:ext>
            </c:extLst>
          </c:dPt>
          <c:dLbls>
            <c:dLbl>
              <c:idx val="1"/>
              <c:layout>
                <c:manualLayout>
                  <c:x val="0"/>
                  <c:y val="-5.4166666666666669E-2"/>
                </c:manualLayout>
              </c:layout>
              <c:numFmt formatCode="#,##0.00;&quot;-&quot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rgbClr val="C3D535"/>
                      </a:solidFill>
                      <a:latin typeface="Calibri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9-F6BE-4E41-9EBF-00F36D143ACE}"/>
                </c:ext>
              </c:extLst>
            </c:dLbl>
            <c:dLbl>
              <c:idx val="2"/>
              <c:layout>
                <c:manualLayout>
                  <c:x val="0"/>
                  <c:y val="-5.4166666666666669E-2"/>
                </c:manualLayout>
              </c:layout>
              <c:numFmt formatCode="#,##0.00;&quot;-&quot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rgbClr val="C3D535"/>
                      </a:solidFill>
                      <a:latin typeface="Calibri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A-F6BE-4E41-9EBF-00F36D143ACE}"/>
                </c:ext>
              </c:extLst>
            </c:dLbl>
            <c:dLbl>
              <c:idx val="3"/>
              <c:layout>
                <c:manualLayout>
                  <c:x val="0"/>
                  <c:y val="-5.4166666666666669E-2"/>
                </c:manualLayout>
              </c:layout>
              <c:numFmt formatCode="#,##0.00;&quot;-&quot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rgbClr val="C3D535"/>
                      </a:solidFill>
                      <a:latin typeface="Calibri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B-F6BE-4E41-9EBF-00F36D143ACE}"/>
                </c:ext>
              </c:extLst>
            </c:dLbl>
            <c:dLbl>
              <c:idx val="4"/>
              <c:layout>
                <c:manualLayout>
                  <c:x val="0"/>
                  <c:y val="-5.4166666666666669E-2"/>
                </c:manualLayout>
              </c:layout>
              <c:numFmt formatCode="#,##0.00;&quot;-&quot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rgbClr val="C3D535"/>
                      </a:solidFill>
                      <a:latin typeface="Calibri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C-F6BE-4E41-9EBF-00F36D143AC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Sheet1!$A$1:$E$1</c:f>
              <c:numCache>
                <c:formatCode>General</c:formatCode>
                <c:ptCount val="5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</c:numCache>
            </c:numRef>
          </c:xVal>
          <c:yVal>
            <c:numRef>
              <c:f>Sheet1!$A$4:$E$4</c:f>
              <c:numCache>
                <c:formatCode>General</c:formatCode>
                <c:ptCount val="5"/>
                <c:pt idx="0">
                  <c:v>6.5</c:v>
                </c:pt>
                <c:pt idx="1">
                  <c:v>7.1</c:v>
                </c:pt>
                <c:pt idx="2">
                  <c:v>7.4</c:v>
                </c:pt>
                <c:pt idx="3">
                  <c:v>7.7</c:v>
                </c:pt>
                <c:pt idx="4">
                  <c:v>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D-F6BE-4E41-9EBF-00F36D143A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"/>
        <c:axId val="5"/>
      </c:scatterChart>
      <c:valAx>
        <c:axId val="4"/>
        <c:scaling>
          <c:orientation val="minMax"/>
          <c:max val="2030"/>
          <c:min val="2026"/>
        </c:scaling>
        <c:delete val="0"/>
        <c:axPos val="b"/>
        <c:majorGridlines>
          <c:spPr>
            <a:ln>
              <a:noFill/>
            </a:ln>
          </c:spPr>
        </c:majorGridlines>
        <c:numFmt formatCode="0;&quot;-&quot;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200" b="1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"/>
        <c:crosses val="min"/>
        <c:crossBetween val="midCat"/>
        <c:majorUnit val="1"/>
      </c:valAx>
      <c:valAx>
        <c:axId val="5"/>
        <c:scaling>
          <c:orientation val="minMax"/>
          <c:max val="8"/>
          <c:min val="6.5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4"/>
        <c:crosses val="min"/>
        <c:crossBetween val="midCat"/>
      </c:valAx>
    </c:plotArea>
    <c:plotVisOnly val="0"/>
    <c:dispBlanksAs val="gap"/>
    <c:showDLblsOverMax val="1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1799891245241979"/>
          <c:y val="0.12321428571428572"/>
          <c:w val="0.76400217509516044"/>
          <c:h val="0.71071428571428574"/>
        </c:manualLayout>
      </c:layout>
      <c:scatterChart>
        <c:scatterStyle val="lineMarker"/>
        <c:varyColors val="0"/>
        <c:ser>
          <c:idx val="0"/>
          <c:order val="0"/>
          <c:spPr>
            <a:ln w="9525" cmpd="sng" algn="ctr">
              <a:solidFill>
                <a:srgbClr val="7C7C7C"/>
              </a:solidFill>
              <a:prstDash val="solid"/>
            </a:ln>
          </c:spPr>
          <c:marker>
            <c:symbol val="circle"/>
            <c:size val="4"/>
            <c:spPr>
              <a:solidFill>
                <a:srgbClr val="7C7C7C"/>
              </a:solidFill>
              <a:ln w="9525" cmpd="sng" algn="ctr">
                <a:solidFill>
                  <a:srgbClr val="7C7C7C"/>
                </a:solidFill>
                <a:prstDash val="solid"/>
              </a:ln>
            </c:spPr>
          </c:marker>
          <c:dLbls>
            <c:dLbl>
              <c:idx val="0"/>
              <c:layout>
                <c:manualLayout>
                  <c:x val="0"/>
                  <c:y val="5.5357142857142855E-2"/>
                </c:manualLayout>
              </c:layout>
              <c:numFmt formatCode="#,##0.00;&quot;-&quot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rgbClr val="7C7C7C"/>
                      </a:solidFill>
                      <a:latin typeface="Calibri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4D30-42FE-B4CC-A50AA10CD835}"/>
                </c:ext>
              </c:extLst>
            </c:dLbl>
            <c:dLbl>
              <c:idx val="1"/>
              <c:layout>
                <c:manualLayout>
                  <c:x val="0"/>
                  <c:y val="5.5357142857142855E-2"/>
                </c:manualLayout>
              </c:layout>
              <c:numFmt formatCode="#,##0.00;&quot;-&quot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rgbClr val="7C7C7C"/>
                      </a:solidFill>
                      <a:latin typeface="Calibri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4D30-42FE-B4CC-A50AA10CD835}"/>
                </c:ext>
              </c:extLst>
            </c:dLbl>
            <c:dLbl>
              <c:idx val="2"/>
              <c:layout>
                <c:manualLayout>
                  <c:x val="0"/>
                  <c:y val="5.5357142857142855E-2"/>
                </c:manualLayout>
              </c:layout>
              <c:numFmt formatCode="#,##0.00;&quot;-&quot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rgbClr val="7C7C7C"/>
                      </a:solidFill>
                      <a:latin typeface="Calibri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4D30-42FE-B4CC-A50AA10CD835}"/>
                </c:ext>
              </c:extLst>
            </c:dLbl>
            <c:dLbl>
              <c:idx val="3"/>
              <c:layout>
                <c:manualLayout>
                  <c:x val="0"/>
                  <c:y val="5.5357142857142855E-2"/>
                </c:manualLayout>
              </c:layout>
              <c:numFmt formatCode="#,##0.00;&quot;-&quot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rgbClr val="7C7C7C"/>
                      </a:solidFill>
                      <a:latin typeface="Calibri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4D30-42FE-B4CC-A50AA10CD835}"/>
                </c:ext>
              </c:extLst>
            </c:dLbl>
            <c:dLbl>
              <c:idx val="4"/>
              <c:layout>
                <c:manualLayout>
                  <c:x val="0"/>
                  <c:y val="5.5357142857142855E-2"/>
                </c:manualLayout>
              </c:layout>
              <c:numFmt formatCode="#,##0.00;&quot;-&quot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rgbClr val="7C7C7C"/>
                      </a:solidFill>
                      <a:latin typeface="Calibri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4D30-42FE-B4CC-A50AA10CD83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Sheet1!$A$1:$E$1</c:f>
              <c:numCache>
                <c:formatCode>General</c:formatCode>
                <c:ptCount val="5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</c:numCache>
            </c:numRef>
          </c:xVal>
          <c:yVal>
            <c:numRef>
              <c:f>Sheet1!$A$2:$E$2</c:f>
              <c:numCache>
                <c:formatCode>General</c:formatCode>
                <c:ptCount val="5"/>
                <c:pt idx="0">
                  <c:v>80</c:v>
                </c:pt>
                <c:pt idx="1">
                  <c:v>83</c:v>
                </c:pt>
                <c:pt idx="2">
                  <c:v>85</c:v>
                </c:pt>
                <c:pt idx="3">
                  <c:v>90</c:v>
                </c:pt>
                <c:pt idx="4">
                  <c:v>95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4D30-42FE-B4CC-A50AA10CD835}"/>
            </c:ext>
          </c:extLst>
        </c:ser>
        <c:ser>
          <c:idx val="1"/>
          <c:order val="1"/>
          <c:spPr>
            <a:ln w="9525" cmpd="sng" algn="ctr">
              <a:solidFill>
                <a:srgbClr val="2F5597"/>
              </a:solidFill>
              <a:prstDash val="solid"/>
            </a:ln>
          </c:spPr>
          <c:marker>
            <c:symbol val="square"/>
            <c:size val="4"/>
            <c:spPr>
              <a:solidFill>
                <a:srgbClr val="2F5597"/>
              </a:solidFill>
              <a:ln w="9525" cmpd="sng" algn="ctr">
                <a:solidFill>
                  <a:srgbClr val="2F5597"/>
                </a:solidFill>
                <a:prstDash val="solid"/>
              </a:ln>
            </c:spPr>
          </c:marker>
          <c:xVal>
            <c:numRef>
              <c:f>Sheet1!$A$1:$E$1</c:f>
              <c:numCache>
                <c:formatCode>General</c:formatCode>
                <c:ptCount val="5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</c:numCache>
            </c:numRef>
          </c:xVal>
          <c:yVal>
            <c:numRef>
              <c:f>Sheet1!$A$3:$E$3</c:f>
              <c:numCache>
                <c:formatCode>General</c:formatCode>
                <c:ptCount val="5"/>
                <c:pt idx="0">
                  <c:v>80</c:v>
                </c:pt>
                <c:pt idx="1">
                  <c:v>85</c:v>
                </c:pt>
                <c:pt idx="2">
                  <c:v>90</c:v>
                </c:pt>
                <c:pt idx="3">
                  <c:v>95</c:v>
                </c:pt>
                <c:pt idx="4">
                  <c:v>100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6-4D30-42FE-B4CC-A50AA10CD835}"/>
            </c:ext>
          </c:extLst>
        </c:ser>
        <c:ser>
          <c:idx val="2"/>
          <c:order val="2"/>
          <c:spPr>
            <a:ln w="9525" cmpd="sng" algn="ctr">
              <a:solidFill>
                <a:srgbClr val="C3D535"/>
              </a:solidFill>
              <a:prstDash val="solid"/>
            </a:ln>
          </c:spPr>
          <c:marker>
            <c:symbol val="triangle"/>
            <c:size val="4"/>
            <c:spPr>
              <a:solidFill>
                <a:srgbClr val="C3D535"/>
              </a:solidFill>
              <a:ln w="9525" cmpd="sng" algn="ctr">
                <a:solidFill>
                  <a:srgbClr val="C3D535"/>
                </a:solidFill>
                <a:prstDash val="solid"/>
              </a:ln>
            </c:spPr>
          </c:marker>
          <c:dPt>
            <c:idx val="0"/>
            <c:marker>
              <c:symbol val="diamond"/>
              <c:size val="4"/>
            </c:marker>
            <c:bubble3D val="0"/>
            <c:extLst>
              <c:ext xmlns:c16="http://schemas.microsoft.com/office/drawing/2014/chart" uri="{C3380CC4-5D6E-409C-BE32-E72D297353CC}">
                <c16:uniqueId val="{00000007-4D30-42FE-B4CC-A50AA10CD835}"/>
              </c:ext>
            </c:extLst>
          </c:dPt>
          <c:dPt>
            <c:idx val="1"/>
            <c:marker>
              <c:symbol val="diamond"/>
              <c:size val="4"/>
            </c:marker>
            <c:bubble3D val="0"/>
            <c:extLst>
              <c:ext xmlns:c16="http://schemas.microsoft.com/office/drawing/2014/chart" uri="{C3380CC4-5D6E-409C-BE32-E72D297353CC}">
                <c16:uniqueId val="{00000008-4D30-42FE-B4CC-A50AA10CD835}"/>
              </c:ext>
            </c:extLst>
          </c:dPt>
          <c:dPt>
            <c:idx val="2"/>
            <c:marker>
              <c:symbol val="diamond"/>
              <c:size val="4"/>
            </c:marker>
            <c:bubble3D val="0"/>
            <c:extLst>
              <c:ext xmlns:c16="http://schemas.microsoft.com/office/drawing/2014/chart" uri="{C3380CC4-5D6E-409C-BE32-E72D297353CC}">
                <c16:uniqueId val="{00000009-4D30-42FE-B4CC-A50AA10CD835}"/>
              </c:ext>
            </c:extLst>
          </c:dPt>
          <c:dPt>
            <c:idx val="3"/>
            <c:marker>
              <c:symbol val="diamond"/>
              <c:size val="4"/>
            </c:marker>
            <c:bubble3D val="0"/>
            <c:extLst>
              <c:ext xmlns:c16="http://schemas.microsoft.com/office/drawing/2014/chart" uri="{C3380CC4-5D6E-409C-BE32-E72D297353CC}">
                <c16:uniqueId val="{0000000A-4D30-42FE-B4CC-A50AA10CD835}"/>
              </c:ext>
            </c:extLst>
          </c:dPt>
          <c:dPt>
            <c:idx val="4"/>
            <c:marker>
              <c:symbol val="diamond"/>
              <c:size val="4"/>
            </c:marker>
            <c:bubble3D val="0"/>
            <c:extLst>
              <c:ext xmlns:c16="http://schemas.microsoft.com/office/drawing/2014/chart" uri="{C3380CC4-5D6E-409C-BE32-E72D297353CC}">
                <c16:uniqueId val="{0000000B-4D30-42FE-B4CC-A50AA10CD835}"/>
              </c:ext>
            </c:extLst>
          </c:dPt>
          <c:dLbls>
            <c:dLbl>
              <c:idx val="0"/>
              <c:layout>
                <c:manualLayout>
                  <c:x val="0"/>
                  <c:y val="-5.4166666666666669E-2"/>
                </c:manualLayout>
              </c:layout>
              <c:numFmt formatCode="#,##0.00;&quot;-&quot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rgbClr val="C3D535"/>
                      </a:solidFill>
                      <a:latin typeface="Calibri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7-4D30-42FE-B4CC-A50AA10CD835}"/>
                </c:ext>
              </c:extLst>
            </c:dLbl>
            <c:dLbl>
              <c:idx val="1"/>
              <c:layout>
                <c:manualLayout>
                  <c:x val="0"/>
                  <c:y val="-5.4166666666666669E-2"/>
                </c:manualLayout>
              </c:layout>
              <c:numFmt formatCode="#,##0.00;&quot;-&quot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rgbClr val="C3D535"/>
                      </a:solidFill>
                      <a:latin typeface="Calibri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8-4D30-42FE-B4CC-A50AA10CD835}"/>
                </c:ext>
              </c:extLst>
            </c:dLbl>
            <c:dLbl>
              <c:idx val="2"/>
              <c:layout>
                <c:manualLayout>
                  <c:x val="0"/>
                  <c:y val="-5.4166666666666669E-2"/>
                </c:manualLayout>
              </c:layout>
              <c:numFmt formatCode="#,##0.00;&quot;-&quot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rgbClr val="C3D535"/>
                      </a:solidFill>
                      <a:latin typeface="Calibri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9-4D30-42FE-B4CC-A50AA10CD835}"/>
                </c:ext>
              </c:extLst>
            </c:dLbl>
            <c:dLbl>
              <c:idx val="3"/>
              <c:layout>
                <c:manualLayout>
                  <c:x val="0"/>
                  <c:y val="-5.4166666666666669E-2"/>
                </c:manualLayout>
              </c:layout>
              <c:numFmt formatCode="#,##0.00;&quot;-&quot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rgbClr val="C3D535"/>
                      </a:solidFill>
                      <a:latin typeface="Calibri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A-4D30-42FE-B4CC-A50AA10CD835}"/>
                </c:ext>
              </c:extLst>
            </c:dLbl>
            <c:dLbl>
              <c:idx val="4"/>
              <c:layout>
                <c:manualLayout>
                  <c:x val="0"/>
                  <c:y val="-5.4166666666666669E-2"/>
                </c:manualLayout>
              </c:layout>
              <c:numFmt formatCode="#,##0.00;&quot;-&quot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rgbClr val="C3D535"/>
                      </a:solidFill>
                      <a:latin typeface="Calibri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B-4D30-42FE-B4CC-A50AA10CD83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Sheet1!$A$1:$E$1</c:f>
              <c:numCache>
                <c:formatCode>General</c:formatCode>
                <c:ptCount val="5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</c:numCache>
            </c:numRef>
          </c:xVal>
          <c:yVal>
            <c:numRef>
              <c:f>Sheet1!$A$4:$E$4</c:f>
              <c:numCache>
                <c:formatCode>General</c:formatCode>
                <c:ptCount val="5"/>
                <c:pt idx="0">
                  <c:v>80</c:v>
                </c:pt>
                <c:pt idx="1">
                  <c:v>90</c:v>
                </c:pt>
                <c:pt idx="2">
                  <c:v>95</c:v>
                </c:pt>
                <c:pt idx="3">
                  <c:v>100</c:v>
                </c:pt>
                <c:pt idx="4">
                  <c:v>105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C-4D30-42FE-B4CC-A50AA10CD83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"/>
        <c:axId val="5"/>
      </c:scatterChart>
      <c:valAx>
        <c:axId val="4"/>
        <c:scaling>
          <c:orientation val="minMax"/>
          <c:max val="2030"/>
          <c:min val="2026"/>
        </c:scaling>
        <c:delete val="0"/>
        <c:axPos val="b"/>
        <c:majorGridlines>
          <c:spPr>
            <a:ln>
              <a:noFill/>
            </a:ln>
          </c:spPr>
        </c:majorGridlines>
        <c:numFmt formatCode="0;&quot;-&quot;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200" b="1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"/>
        <c:crosses val="min"/>
        <c:crossBetween val="midCat"/>
        <c:majorUnit val="1"/>
      </c:valAx>
      <c:valAx>
        <c:axId val="5"/>
        <c:scaling>
          <c:orientation val="minMax"/>
          <c:max val="105"/>
          <c:min val="3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4"/>
        <c:crosses val="min"/>
        <c:crossBetween val="midCat"/>
      </c:valAx>
    </c:plotArea>
    <c:plotVisOnly val="0"/>
    <c:dispBlanksAs val="gap"/>
    <c:showDLblsOverMax val="1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5.3968253968253971E-2"/>
          <c:y val="9.4354838709677424E-2"/>
          <c:w val="0.89206349206349211"/>
          <c:h val="0.7338709677419355"/>
        </c:manualLayout>
      </c:layout>
      <c:scatterChart>
        <c:scatterStyle val="lineMarker"/>
        <c:varyColors val="0"/>
        <c:ser>
          <c:idx val="0"/>
          <c:order val="0"/>
          <c:spPr>
            <a:ln w="9525" cmpd="sng" algn="ctr">
              <a:solidFill>
                <a:srgbClr val="7C7C7C"/>
              </a:solidFill>
              <a:prstDash val="solid"/>
            </a:ln>
          </c:spPr>
          <c:marker>
            <c:symbol val="circle"/>
            <c:size val="4"/>
            <c:spPr>
              <a:solidFill>
                <a:srgbClr val="7C7C7C"/>
              </a:solidFill>
              <a:ln w="9525" cmpd="sng" algn="ctr">
                <a:solidFill>
                  <a:srgbClr val="7C7C7C"/>
                </a:solidFill>
                <a:prstDash val="solid"/>
              </a:ln>
            </c:spPr>
          </c:marker>
          <c:dLbls>
            <c:dLbl>
              <c:idx val="1"/>
              <c:layout>
                <c:manualLayout>
                  <c:x val="0"/>
                  <c:y val="7.4999999999999997E-2"/>
                </c:manualLayout>
              </c:layout>
              <c:numFmt formatCode="#,##0.00;&quot;-&quot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rgbClr val="7C7C7C"/>
                      </a:solidFill>
                      <a:latin typeface="Calibri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A569-4B82-BDA5-3B604A74946E}"/>
                </c:ext>
              </c:extLst>
            </c:dLbl>
            <c:dLbl>
              <c:idx val="2"/>
              <c:layout>
                <c:manualLayout>
                  <c:x val="0"/>
                  <c:y val="7.4999999999999997E-2"/>
                </c:manualLayout>
              </c:layout>
              <c:numFmt formatCode="#,##0.00;&quot;-&quot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rgbClr val="7C7C7C"/>
                      </a:solidFill>
                      <a:latin typeface="Calibri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A569-4B82-BDA5-3B604A74946E}"/>
                </c:ext>
              </c:extLst>
            </c:dLbl>
            <c:dLbl>
              <c:idx val="3"/>
              <c:layout>
                <c:manualLayout>
                  <c:x val="0"/>
                  <c:y val="7.4999999999999997E-2"/>
                </c:manualLayout>
              </c:layout>
              <c:numFmt formatCode="#,##0.00;&quot;-&quot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rgbClr val="7C7C7C"/>
                      </a:solidFill>
                      <a:latin typeface="Calibri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A569-4B82-BDA5-3B604A74946E}"/>
                </c:ext>
              </c:extLst>
            </c:dLbl>
            <c:dLbl>
              <c:idx val="4"/>
              <c:layout>
                <c:manualLayout>
                  <c:x val="-5.2063492063492062E-2"/>
                  <c:y val="7.9032258064516123E-2"/>
                </c:manualLayout>
              </c:layout>
              <c:numFmt formatCode="#,##0.00;&quot;-&quot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rgbClr val="7C7C7C"/>
                      </a:solidFill>
                      <a:latin typeface="Calibri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A569-4B82-BDA5-3B604A74946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Sheet1!$A$1:$E$1</c:f>
              <c:numCache>
                <c:formatCode>General</c:formatCode>
                <c:ptCount val="5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</c:numCache>
            </c:numRef>
          </c:xVal>
          <c:yVal>
            <c:numRef>
              <c:f>Sheet1!$A$2:$E$2</c:f>
              <c:numCache>
                <c:formatCode>General</c:formatCode>
                <c:ptCount val="5"/>
                <c:pt idx="0">
                  <c:v>2.8</c:v>
                </c:pt>
                <c:pt idx="1">
                  <c:v>2.82</c:v>
                </c:pt>
                <c:pt idx="2">
                  <c:v>2.85</c:v>
                </c:pt>
                <c:pt idx="3">
                  <c:v>2.9</c:v>
                </c:pt>
                <c:pt idx="4">
                  <c:v>2.95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A569-4B82-BDA5-3B604A74946E}"/>
            </c:ext>
          </c:extLst>
        </c:ser>
        <c:ser>
          <c:idx val="1"/>
          <c:order val="1"/>
          <c:spPr>
            <a:ln w="9525" cmpd="sng" algn="ctr">
              <a:solidFill>
                <a:srgbClr val="2F5597"/>
              </a:solidFill>
              <a:prstDash val="solid"/>
            </a:ln>
          </c:spPr>
          <c:marker>
            <c:symbol val="square"/>
            <c:size val="4"/>
            <c:spPr>
              <a:solidFill>
                <a:srgbClr val="2F5597"/>
              </a:solidFill>
              <a:ln w="9525" cmpd="sng" algn="ctr">
                <a:solidFill>
                  <a:srgbClr val="2F5597"/>
                </a:solidFill>
                <a:prstDash val="solid"/>
              </a:ln>
            </c:spPr>
          </c:marker>
          <c:xVal>
            <c:numRef>
              <c:f>Sheet1!$A$1:$E$1</c:f>
              <c:numCache>
                <c:formatCode>General</c:formatCode>
                <c:ptCount val="5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</c:numCache>
            </c:numRef>
          </c:xVal>
          <c:yVal>
            <c:numRef>
              <c:f>Sheet1!$A$3:$E$3</c:f>
              <c:numCache>
                <c:formatCode>General</c:formatCode>
                <c:ptCount val="5"/>
                <c:pt idx="0">
                  <c:v>2.8</c:v>
                </c:pt>
                <c:pt idx="1">
                  <c:v>2.85</c:v>
                </c:pt>
                <c:pt idx="2">
                  <c:v>2.9</c:v>
                </c:pt>
                <c:pt idx="3">
                  <c:v>2.95</c:v>
                </c:pt>
                <c:pt idx="4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A569-4B82-BDA5-3B604A74946E}"/>
            </c:ext>
          </c:extLst>
        </c:ser>
        <c:ser>
          <c:idx val="2"/>
          <c:order val="2"/>
          <c:spPr>
            <a:ln w="9525" cmpd="sng" algn="ctr">
              <a:solidFill>
                <a:srgbClr val="C3D535"/>
              </a:solidFill>
              <a:prstDash val="solid"/>
            </a:ln>
          </c:spPr>
          <c:marker>
            <c:symbol val="triangle"/>
            <c:size val="4"/>
            <c:spPr>
              <a:solidFill>
                <a:srgbClr val="C3D535"/>
              </a:solidFill>
              <a:ln w="9525" cmpd="sng" algn="ctr">
                <a:solidFill>
                  <a:srgbClr val="C3D535"/>
                </a:solidFill>
                <a:prstDash val="solid"/>
              </a:ln>
            </c:spPr>
          </c:marker>
          <c:dPt>
            <c:idx val="0"/>
            <c:marker>
              <c:symbol val="diamond"/>
              <c:size val="4"/>
            </c:marker>
            <c:bubble3D val="0"/>
            <c:extLst>
              <c:ext xmlns:c16="http://schemas.microsoft.com/office/drawing/2014/chart" uri="{C3380CC4-5D6E-409C-BE32-E72D297353CC}">
                <c16:uniqueId val="{00000006-A569-4B82-BDA5-3B604A74946E}"/>
              </c:ext>
            </c:extLst>
          </c:dPt>
          <c:dPt>
            <c:idx val="1"/>
            <c:marker>
              <c:symbol val="diamond"/>
              <c:size val="4"/>
            </c:marker>
            <c:bubble3D val="0"/>
            <c:extLst>
              <c:ext xmlns:c16="http://schemas.microsoft.com/office/drawing/2014/chart" uri="{C3380CC4-5D6E-409C-BE32-E72D297353CC}">
                <c16:uniqueId val="{00000007-A569-4B82-BDA5-3B604A74946E}"/>
              </c:ext>
            </c:extLst>
          </c:dPt>
          <c:dPt>
            <c:idx val="2"/>
            <c:marker>
              <c:symbol val="diamond"/>
              <c:size val="4"/>
            </c:marker>
            <c:bubble3D val="0"/>
            <c:extLst>
              <c:ext xmlns:c16="http://schemas.microsoft.com/office/drawing/2014/chart" uri="{C3380CC4-5D6E-409C-BE32-E72D297353CC}">
                <c16:uniqueId val="{00000008-A569-4B82-BDA5-3B604A74946E}"/>
              </c:ext>
            </c:extLst>
          </c:dPt>
          <c:dPt>
            <c:idx val="3"/>
            <c:marker>
              <c:symbol val="diamond"/>
              <c:size val="4"/>
            </c:marker>
            <c:bubble3D val="0"/>
            <c:extLst>
              <c:ext xmlns:c16="http://schemas.microsoft.com/office/drawing/2014/chart" uri="{C3380CC4-5D6E-409C-BE32-E72D297353CC}">
                <c16:uniqueId val="{00000009-A569-4B82-BDA5-3B604A74946E}"/>
              </c:ext>
            </c:extLst>
          </c:dPt>
          <c:dPt>
            <c:idx val="4"/>
            <c:marker>
              <c:symbol val="diamond"/>
              <c:size val="4"/>
            </c:marker>
            <c:bubble3D val="0"/>
            <c:extLst>
              <c:ext xmlns:c16="http://schemas.microsoft.com/office/drawing/2014/chart" uri="{C3380CC4-5D6E-409C-BE32-E72D297353CC}">
                <c16:uniqueId val="{0000000A-A569-4B82-BDA5-3B604A74946E}"/>
              </c:ext>
            </c:extLst>
          </c:dPt>
          <c:dLbls>
            <c:dLbl>
              <c:idx val="0"/>
              <c:layout>
                <c:manualLayout>
                  <c:x val="0"/>
                  <c:y val="-7.3387096774193541E-2"/>
                </c:manualLayout>
              </c:layout>
              <c:numFmt formatCode="#,##0.00;&quot;-&quot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rgbClr val="C3D535"/>
                      </a:solidFill>
                      <a:latin typeface="Calibri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A569-4B82-BDA5-3B604A74946E}"/>
                </c:ext>
              </c:extLst>
            </c:dLbl>
            <c:dLbl>
              <c:idx val="1"/>
              <c:layout>
                <c:manualLayout>
                  <c:x val="0"/>
                  <c:y val="-7.3387096774193541E-2"/>
                </c:manualLayout>
              </c:layout>
              <c:numFmt formatCode="#,##0.00;&quot;-&quot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rgbClr val="C3D535"/>
                      </a:solidFill>
                      <a:latin typeface="Calibri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7-A569-4B82-BDA5-3B604A74946E}"/>
                </c:ext>
              </c:extLst>
            </c:dLbl>
            <c:dLbl>
              <c:idx val="2"/>
              <c:layout>
                <c:manualLayout>
                  <c:x val="0"/>
                  <c:y val="-7.3387096774193541E-2"/>
                </c:manualLayout>
              </c:layout>
              <c:numFmt formatCode="#,##0.00;&quot;-&quot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rgbClr val="C3D535"/>
                      </a:solidFill>
                      <a:latin typeface="Calibri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8-A569-4B82-BDA5-3B604A74946E}"/>
                </c:ext>
              </c:extLst>
            </c:dLbl>
            <c:dLbl>
              <c:idx val="3"/>
              <c:layout>
                <c:manualLayout>
                  <c:x val="0"/>
                  <c:y val="-7.3387096774193541E-2"/>
                </c:manualLayout>
              </c:layout>
              <c:numFmt formatCode="#,##0.00;&quot;-&quot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rgbClr val="C3D535"/>
                      </a:solidFill>
                      <a:latin typeface="Calibri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9-A569-4B82-BDA5-3B604A74946E}"/>
                </c:ext>
              </c:extLst>
            </c:dLbl>
            <c:dLbl>
              <c:idx val="4"/>
              <c:layout>
                <c:manualLayout>
                  <c:x val="0"/>
                  <c:y val="-7.3387096774193541E-2"/>
                </c:manualLayout>
              </c:layout>
              <c:numFmt formatCode="#,##0.00;&quot;-&quot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rgbClr val="C3D535"/>
                      </a:solidFill>
                      <a:latin typeface="Calibri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A-A569-4B82-BDA5-3B604A74946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Sheet1!$A$1:$E$1</c:f>
              <c:numCache>
                <c:formatCode>General</c:formatCode>
                <c:ptCount val="5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</c:numCache>
            </c:numRef>
          </c:xVal>
          <c:yVal>
            <c:numRef>
              <c:f>Sheet1!$A$4:$E$4</c:f>
              <c:numCache>
                <c:formatCode>General</c:formatCode>
                <c:ptCount val="5"/>
                <c:pt idx="0">
                  <c:v>2.8</c:v>
                </c:pt>
                <c:pt idx="1">
                  <c:v>2.9</c:v>
                </c:pt>
                <c:pt idx="2">
                  <c:v>2.95</c:v>
                </c:pt>
                <c:pt idx="3">
                  <c:v>3</c:v>
                </c:pt>
                <c:pt idx="4">
                  <c:v>3.5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B-A569-4B82-BDA5-3B604A74946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"/>
        <c:axId val="5"/>
      </c:scatterChart>
      <c:valAx>
        <c:axId val="4"/>
        <c:scaling>
          <c:orientation val="minMax"/>
          <c:max val="2030"/>
          <c:min val="2026"/>
        </c:scaling>
        <c:delete val="0"/>
        <c:axPos val="b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800" kern="1200">
                <a:latin typeface="+mn-lt"/>
                <a:ea typeface="+mn-ea"/>
                <a:cs typeface="+mn-cs"/>
              </a:defRPr>
            </a:pPr>
            <a:endParaRPr lang="en-US"/>
          </a:p>
        </c:txPr>
        <c:crossAx val="5"/>
        <c:crosses val="min"/>
        <c:crossBetween val="midCat"/>
        <c:majorUnit val="1"/>
      </c:valAx>
      <c:valAx>
        <c:axId val="5"/>
        <c:scaling>
          <c:orientation val="minMax"/>
          <c:max val="90"/>
          <c:min val="2.8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4"/>
        <c:crosses val="min"/>
        <c:crossBetween val="midCat"/>
      </c:valAx>
    </c:plotArea>
    <c:plotVisOnly val="0"/>
    <c:dispBlanksAs val="gap"/>
    <c:showDLblsOverMax val="1"/>
  </c:chart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9734345351043642E-2"/>
          <c:y val="0.18454935622317598"/>
          <c:w val="0.96053130929791275"/>
          <c:h val="0.63090128755364805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C3D535"/>
            </a:solidFill>
            <a:ln w="3175" cmpd="sng" algn="ctr">
              <a:solidFill>
                <a:srgbClr val="C9C9C9"/>
              </a:solidFill>
              <a:prstDash val="solid"/>
            </a:ln>
          </c:spPr>
          <c:invertIfNegative val="0"/>
          <c:val>
            <c:numRef>
              <c:f>Sheet1!$A$1:$I$1</c:f>
              <c:numCache>
                <c:formatCode>General</c:formatCode>
                <c:ptCount val="9"/>
                <c:pt idx="0">
                  <c:v>50</c:v>
                </c:pt>
                <c:pt idx="2">
                  <c:v>50</c:v>
                </c:pt>
                <c:pt idx="4">
                  <c:v>50</c:v>
                </c:pt>
                <c:pt idx="6">
                  <c:v>50</c:v>
                </c:pt>
                <c:pt idx="8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533-4953-B0E0-ED6388FDEB35}"/>
            </c:ext>
          </c:extLst>
        </c:ser>
        <c:ser>
          <c:idx val="1"/>
          <c:order val="1"/>
          <c:spPr>
            <a:solidFill>
              <a:srgbClr val="6A99DE"/>
            </a:solidFill>
            <a:ln w="3175" cmpd="sng" algn="ctr">
              <a:solidFill>
                <a:srgbClr val="C9C9C9"/>
              </a:solidFill>
              <a:prstDash val="solid"/>
            </a:ln>
          </c:spPr>
          <c:invertIfNegative val="0"/>
          <c:dLbls>
            <c:dLbl>
              <c:idx val="6"/>
              <c:layout>
                <c:manualLayout>
                  <c:x val="2.6944971537001896E-2"/>
                  <c:y val="2.8612303290414878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9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1533-4953-B0E0-ED6388FDEB35}"/>
                </c:ext>
              </c:extLst>
            </c:dLbl>
            <c:dLbl>
              <c:idx val="8"/>
              <c:layout>
                <c:manualLayout>
                  <c:x val="2.6944971537001896E-2"/>
                  <c:y val="4.2918454935622317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9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1533-4953-B0E0-ED6388FDEB3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Sheet1!$A$2:$I$2</c:f>
              <c:numCache>
                <c:formatCode>General</c:formatCode>
                <c:ptCount val="9"/>
                <c:pt idx="0">
                  <c:v>160</c:v>
                </c:pt>
                <c:pt idx="2">
                  <c:v>280</c:v>
                </c:pt>
                <c:pt idx="4">
                  <c:v>320</c:v>
                </c:pt>
                <c:pt idx="6">
                  <c:v>480</c:v>
                </c:pt>
                <c:pt idx="8">
                  <c:v>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533-4953-B0E0-ED6388FDEB35}"/>
            </c:ext>
          </c:extLst>
        </c:ser>
        <c:ser>
          <c:idx val="2"/>
          <c:order val="2"/>
          <c:spPr>
            <a:solidFill>
              <a:srgbClr val="D0DCF1"/>
            </a:solidFill>
            <a:ln w="3175" cmpd="sng" algn="ctr">
              <a:solidFill>
                <a:srgbClr val="C9C9C9"/>
              </a:solidFill>
              <a:prstDash val="solid"/>
            </a:ln>
          </c:spPr>
          <c:invertIfNegative val="0"/>
          <c:dLbls>
            <c:dLbl>
              <c:idx val="0"/>
              <c:layout>
                <c:manualLayout>
                  <c:x val="0"/>
                  <c:y val="2.8612303290414878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900" kern="1200">
                      <a:solidFill>
                        <a:srgbClr val="00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1533-4953-B0E0-ED6388FDEB35}"/>
                </c:ext>
              </c:extLst>
            </c:dLbl>
            <c:dLbl>
              <c:idx val="2"/>
              <c:layout>
                <c:manualLayout>
                  <c:x val="0"/>
                  <c:y val="2.8612303290414878E-3"/>
                </c:manualLayout>
              </c:layout>
              <c:numFmt formatCode="#,##0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900" kern="1200">
                      <a:solidFill>
                        <a:srgbClr val="00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1533-4953-B0E0-ED6388FDEB35}"/>
                </c:ext>
              </c:extLst>
            </c:dLbl>
            <c:dLbl>
              <c:idx val="4"/>
              <c:layout>
                <c:manualLayout>
                  <c:x val="0"/>
                  <c:y val="2.8612303290414878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900" kern="1200">
                      <a:solidFill>
                        <a:srgbClr val="00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1533-4953-B0E0-ED6388FDEB35}"/>
                </c:ext>
              </c:extLst>
            </c:dLbl>
            <c:dLbl>
              <c:idx val="6"/>
              <c:layout>
                <c:manualLayout>
                  <c:x val="0"/>
                  <c:y val="2.8612303290414878E-3"/>
                </c:manualLayout>
              </c:layout>
              <c:numFmt formatCode="#,##0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900" kern="1200">
                      <a:solidFill>
                        <a:srgbClr val="00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7-1533-4953-B0E0-ED6388FDEB35}"/>
                </c:ext>
              </c:extLst>
            </c:dLbl>
            <c:dLbl>
              <c:idx val="8"/>
              <c:layout>
                <c:manualLayout>
                  <c:x val="0"/>
                  <c:y val="4.2918454935622317E-3"/>
                </c:manualLayout>
              </c:layout>
              <c:numFmt formatCode="#,##0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900" kern="1200">
                      <a:solidFill>
                        <a:srgbClr val="00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8-1533-4953-B0E0-ED6388FDEB3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Sheet1!$A$3:$I$3</c:f>
              <c:numCache>
                <c:formatCode>General</c:formatCode>
                <c:ptCount val="9"/>
                <c:pt idx="0">
                  <c:v>880</c:v>
                </c:pt>
                <c:pt idx="2">
                  <c:v>960</c:v>
                </c:pt>
                <c:pt idx="4">
                  <c:v>1300</c:v>
                </c:pt>
                <c:pt idx="6">
                  <c:v>1400</c:v>
                </c:pt>
                <c:pt idx="8">
                  <c:v>1600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1533-4953-B0E0-ED6388FDEB3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165971184"/>
        <c:axId val="1"/>
      </c:barChart>
      <c:catAx>
        <c:axId val="165971184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215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165971184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9734345351043642E-2"/>
          <c:y val="0.18454935622317598"/>
          <c:w val="0.96053130929791275"/>
          <c:h val="0.63090128755364805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CFDBF0"/>
            </a:solidFill>
            <a:ln w="3175" cmpd="sng" algn="ctr">
              <a:solidFill>
                <a:srgbClr val="C9C9C9"/>
              </a:solidFill>
              <a:prstDash val="solid"/>
            </a:ln>
          </c:spPr>
          <c:invertIfNegative val="0"/>
          <c:dLbls>
            <c:dLbl>
              <c:idx val="0"/>
              <c:layout>
                <c:manualLayout>
                  <c:x val="0"/>
                  <c:y val="4.2918454935622317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900" kern="1200">
                      <a:solidFill>
                        <a:srgbClr val="00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91EE-41C4-995C-4494035FA208}"/>
                </c:ext>
              </c:extLst>
            </c:dLbl>
            <c:dLbl>
              <c:idx val="2"/>
              <c:layout>
                <c:manualLayout>
                  <c:x val="0"/>
                  <c:y val="2.8612303290414878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900" kern="1200">
                      <a:solidFill>
                        <a:srgbClr val="00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91EE-41C4-995C-4494035FA208}"/>
                </c:ext>
              </c:extLst>
            </c:dLbl>
            <c:dLbl>
              <c:idx val="4"/>
              <c:layout>
                <c:manualLayout>
                  <c:x val="0"/>
                  <c:y val="4.2918454935622317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900" kern="1200">
                      <a:solidFill>
                        <a:srgbClr val="00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91EE-41C4-995C-4494035FA208}"/>
                </c:ext>
              </c:extLst>
            </c:dLbl>
            <c:dLbl>
              <c:idx val="6"/>
              <c:layout>
                <c:manualLayout>
                  <c:x val="0"/>
                  <c:y val="4.2918454935622317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900" kern="1200">
                      <a:solidFill>
                        <a:srgbClr val="00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91EE-41C4-995C-4494035FA208}"/>
                </c:ext>
              </c:extLst>
            </c:dLbl>
            <c:dLbl>
              <c:idx val="8"/>
              <c:layout>
                <c:manualLayout>
                  <c:x val="0"/>
                  <c:y val="4.2918454935622317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900" kern="1200">
                      <a:solidFill>
                        <a:srgbClr val="00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91EE-41C4-995C-4494035FA20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Sheet1!$A$1:$I$1</c:f>
              <c:numCache>
                <c:formatCode>General</c:formatCode>
                <c:ptCount val="9"/>
                <c:pt idx="0">
                  <c:v>300</c:v>
                </c:pt>
                <c:pt idx="2">
                  <c:v>315</c:v>
                </c:pt>
                <c:pt idx="4">
                  <c:v>330</c:v>
                </c:pt>
                <c:pt idx="6">
                  <c:v>345</c:v>
                </c:pt>
                <c:pt idx="8">
                  <c:v>360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91EE-41C4-995C-4494035FA208}"/>
            </c:ext>
          </c:extLst>
        </c:ser>
        <c:ser>
          <c:idx val="1"/>
          <c:order val="1"/>
          <c:spPr>
            <a:solidFill>
              <a:srgbClr val="7094D3"/>
            </a:solidFill>
            <a:ln w="3175" cmpd="sng" algn="ctr">
              <a:solidFill>
                <a:srgbClr val="C9C9C9"/>
              </a:solidFill>
              <a:prstDash val="solid"/>
            </a:ln>
          </c:spPr>
          <c:invertIfNegative val="0"/>
          <c:val>
            <c:numRef>
              <c:f>Sheet1!$A$2:$I$2</c:f>
              <c:numCache>
                <c:formatCode>General</c:formatCode>
                <c:ptCount val="9"/>
                <c:pt idx="0">
                  <c:v>10</c:v>
                </c:pt>
                <c:pt idx="2">
                  <c:v>12</c:v>
                </c:pt>
                <c:pt idx="4">
                  <c:v>14</c:v>
                </c:pt>
                <c:pt idx="6">
                  <c:v>16</c:v>
                </c:pt>
                <c:pt idx="8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1EE-41C4-995C-4494035FA208}"/>
            </c:ext>
          </c:extLst>
        </c:ser>
        <c:ser>
          <c:idx val="2"/>
          <c:order val="2"/>
          <c:spPr>
            <a:solidFill>
              <a:schemeClr val="tx2"/>
            </a:solidFill>
            <a:ln w="3175" cmpd="sng" algn="ctr">
              <a:solidFill>
                <a:srgbClr val="C9C9C9"/>
              </a:solidFill>
              <a:prstDash val="solid"/>
            </a:ln>
          </c:spPr>
          <c:invertIfNegative val="0"/>
          <c:val>
            <c:numRef>
              <c:f>Sheet1!$A$3:$I$3</c:f>
              <c:numCache>
                <c:formatCode>General</c:formatCode>
                <c:ptCount val="9"/>
                <c:pt idx="0">
                  <c:v>35</c:v>
                </c:pt>
                <c:pt idx="2">
                  <c:v>38</c:v>
                </c:pt>
                <c:pt idx="4">
                  <c:v>41</c:v>
                </c:pt>
                <c:pt idx="6">
                  <c:v>44</c:v>
                </c:pt>
                <c:pt idx="8">
                  <c:v>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91EE-41C4-995C-4494035FA20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8661152"/>
        <c:axId val="1"/>
      </c:barChart>
      <c:catAx>
        <c:axId val="4866115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425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48661152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9734345351043642E-2"/>
          <c:y val="0.12239089184060721"/>
          <c:w val="0.96053130929791275"/>
          <c:h val="0.75521821631878561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4"/>
            </a:solidFill>
            <a:ln w="3175" cmpd="sng" algn="ctr">
              <a:solidFill>
                <a:srgbClr val="C9C9C9"/>
              </a:solidFill>
              <a:prstDash val="solid"/>
            </a:ln>
          </c:spPr>
          <c:invertIfNegative val="0"/>
          <c:dLbls>
            <c:dLbl>
              <c:idx val="0"/>
              <c:layout>
                <c:manualLayout>
                  <c:x val="0"/>
                  <c:y val="1.8975332068311196E-3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900" kern="1200">
                      <a:solidFill>
                        <a:srgbClr val="00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D016-488C-A600-6DC6DFB58161}"/>
                </c:ext>
              </c:extLst>
            </c:dLbl>
            <c:dLbl>
              <c:idx val="2"/>
              <c:layout>
                <c:manualLayout>
                  <c:x val="0"/>
                  <c:y val="2.8462998102466793E-3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900" kern="1200">
                      <a:solidFill>
                        <a:srgbClr val="00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D016-488C-A600-6DC6DFB58161}"/>
                </c:ext>
              </c:extLst>
            </c:dLbl>
            <c:dLbl>
              <c:idx val="4"/>
              <c:layout>
                <c:manualLayout>
                  <c:x val="0"/>
                  <c:y val="2.8462998102466793E-3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900" kern="1200">
                      <a:solidFill>
                        <a:srgbClr val="00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D016-488C-A600-6DC6DFB58161}"/>
                </c:ext>
              </c:extLst>
            </c:dLbl>
            <c:dLbl>
              <c:idx val="6"/>
              <c:layout>
                <c:manualLayout>
                  <c:x val="0"/>
                  <c:y val="1.8975332068311196E-3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900" kern="1200">
                      <a:solidFill>
                        <a:srgbClr val="00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D016-488C-A600-6DC6DFB58161}"/>
                </c:ext>
              </c:extLst>
            </c:dLbl>
            <c:dLbl>
              <c:idx val="8"/>
              <c:layout>
                <c:manualLayout>
                  <c:x val="0"/>
                  <c:y val="2.8462998102466793E-3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900" kern="1200">
                      <a:solidFill>
                        <a:srgbClr val="00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D016-488C-A600-6DC6DFB5816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Sheet1!$A$1:$I$1</c:f>
              <c:numCache>
                <c:formatCode>General</c:formatCode>
                <c:ptCount val="9"/>
                <c:pt idx="0">
                  <c:v>60</c:v>
                </c:pt>
                <c:pt idx="2">
                  <c:v>63</c:v>
                </c:pt>
                <c:pt idx="4">
                  <c:v>66</c:v>
                </c:pt>
                <c:pt idx="6">
                  <c:v>69</c:v>
                </c:pt>
                <c:pt idx="8">
                  <c:v>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D016-488C-A600-6DC6DFB58161}"/>
            </c:ext>
          </c:extLst>
        </c:ser>
        <c:ser>
          <c:idx val="1"/>
          <c:order val="1"/>
          <c:spPr>
            <a:solidFill>
              <a:schemeClr val="tx2"/>
            </a:solidFill>
            <a:ln w="3175" cmpd="sng" algn="ctr">
              <a:solidFill>
                <a:srgbClr val="C9C9C9"/>
              </a:solidFill>
              <a:prstDash val="solid"/>
            </a:ln>
          </c:spPr>
          <c:invertIfNegative val="0"/>
          <c:dLbls>
            <c:dLbl>
              <c:idx val="0"/>
              <c:layout>
                <c:manualLayout>
                  <c:x val="0"/>
                  <c:y val="1.8975332068311196E-3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900" kern="120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D016-488C-A600-6DC6DFB58161}"/>
                </c:ext>
              </c:extLst>
            </c:dLbl>
            <c:dLbl>
              <c:idx val="2"/>
              <c:layout>
                <c:manualLayout>
                  <c:x val="0"/>
                  <c:y val="2.8462998102466793E-3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900" kern="120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7-D016-488C-A600-6DC6DFB58161}"/>
                </c:ext>
              </c:extLst>
            </c:dLbl>
            <c:dLbl>
              <c:idx val="4"/>
              <c:layout>
                <c:manualLayout>
                  <c:x val="0"/>
                  <c:y val="1.8975332068311196E-3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900" kern="120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8-D016-488C-A600-6DC6DFB58161}"/>
                </c:ext>
              </c:extLst>
            </c:dLbl>
            <c:dLbl>
              <c:idx val="6"/>
              <c:layout>
                <c:manualLayout>
                  <c:x val="0"/>
                  <c:y val="2.8462998102466793E-3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900" kern="120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9-D016-488C-A600-6DC6DFB58161}"/>
                </c:ext>
              </c:extLst>
            </c:dLbl>
            <c:dLbl>
              <c:idx val="8"/>
              <c:layout>
                <c:manualLayout>
                  <c:x val="0"/>
                  <c:y val="2.8462998102466793E-3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900" kern="120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A-D016-488C-A600-6DC6DFB5816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Sheet1!$A$2:$I$2</c:f>
              <c:numCache>
                <c:formatCode>General</c:formatCode>
                <c:ptCount val="9"/>
                <c:pt idx="0">
                  <c:v>90</c:v>
                </c:pt>
                <c:pt idx="2">
                  <c:v>95</c:v>
                </c:pt>
                <c:pt idx="4">
                  <c:v>99</c:v>
                </c:pt>
                <c:pt idx="6">
                  <c:v>104</c:v>
                </c:pt>
                <c:pt idx="8">
                  <c:v>108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D016-488C-A600-6DC6DFB58161}"/>
            </c:ext>
          </c:extLst>
        </c:ser>
        <c:ser>
          <c:idx val="2"/>
          <c:order val="2"/>
          <c:spPr>
            <a:solidFill>
              <a:schemeClr val="accent4"/>
            </a:solidFill>
            <a:ln w="3175" cmpd="sng" algn="ctr">
              <a:solidFill>
                <a:srgbClr val="C9C9C9"/>
              </a:solidFill>
              <a:prstDash val="solid"/>
            </a:ln>
          </c:spPr>
          <c:invertIfNegative val="0"/>
          <c:dLbls>
            <c:dLbl>
              <c:idx val="0"/>
              <c:layout>
                <c:manualLayout>
                  <c:x val="0"/>
                  <c:y val="2.8462998102466793E-3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900" kern="120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C-D016-488C-A600-6DC6DFB58161}"/>
                </c:ext>
              </c:extLst>
            </c:dLbl>
            <c:dLbl>
              <c:idx val="2"/>
              <c:layout>
                <c:manualLayout>
                  <c:x val="0"/>
                  <c:y val="2.8462998102466793E-3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900" kern="120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D-D016-488C-A600-6DC6DFB58161}"/>
                </c:ext>
              </c:extLst>
            </c:dLbl>
            <c:dLbl>
              <c:idx val="4"/>
              <c:layout>
                <c:manualLayout>
                  <c:x val="0"/>
                  <c:y val="1.8975332068311196E-3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900" kern="120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E-D016-488C-A600-6DC6DFB58161}"/>
                </c:ext>
              </c:extLst>
            </c:dLbl>
            <c:dLbl>
              <c:idx val="6"/>
              <c:layout>
                <c:manualLayout>
                  <c:x val="0"/>
                  <c:y val="2.8462998102466793E-3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900" kern="120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F-D016-488C-A600-6DC6DFB58161}"/>
                </c:ext>
              </c:extLst>
            </c:dLbl>
            <c:dLbl>
              <c:idx val="8"/>
              <c:layout>
                <c:manualLayout>
                  <c:x val="0"/>
                  <c:y val="2.8462998102466793E-3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900" kern="120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0-D016-488C-A600-6DC6DFB5816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Sheet1!$A$3:$I$3</c:f>
              <c:numCache>
                <c:formatCode>General</c:formatCode>
                <c:ptCount val="9"/>
                <c:pt idx="0">
                  <c:v>150</c:v>
                </c:pt>
                <c:pt idx="2">
                  <c:v>158</c:v>
                </c:pt>
                <c:pt idx="4">
                  <c:v>165</c:v>
                </c:pt>
                <c:pt idx="6">
                  <c:v>173</c:v>
                </c:pt>
                <c:pt idx="8">
                  <c:v>180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1-D016-488C-A600-6DC6DFB5816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1853536463"/>
        <c:axId val="1"/>
      </c:barChart>
      <c:catAx>
        <c:axId val="1853536463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36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1853536463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0577760189948554E-2"/>
          <c:y val="0.20347003154574134"/>
          <c:w val="0.95884447962010289"/>
          <c:h val="0.59305993690851733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tx2"/>
            </a:solidFill>
            <a:ln w="3175" cmpd="sng" algn="ctr">
              <a:solidFill>
                <a:srgbClr val="C9C9C9"/>
              </a:solidFill>
              <a:prstDash val="solid"/>
            </a:ln>
          </c:spPr>
          <c:invertIfNegative val="0"/>
          <c:dLbls>
            <c:dLbl>
              <c:idx val="0"/>
              <c:layout>
                <c:manualLayout>
                  <c:x val="0"/>
                  <c:y val="4.731861198738170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9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4575-4B21-8570-95035ECBC3CE}"/>
                </c:ext>
              </c:extLst>
            </c:dLbl>
            <c:dLbl>
              <c:idx val="2"/>
              <c:layout>
                <c:manualLayout>
                  <c:x val="0"/>
                  <c:y val="4.731861198738170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9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4575-4B21-8570-95035ECBC3CE}"/>
                </c:ext>
              </c:extLst>
            </c:dLbl>
            <c:dLbl>
              <c:idx val="4"/>
              <c:layout>
                <c:manualLayout>
                  <c:x val="0"/>
                  <c:y val="4.731861198738170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9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4575-4B21-8570-95035ECBC3CE}"/>
                </c:ext>
              </c:extLst>
            </c:dLbl>
            <c:dLbl>
              <c:idx val="6"/>
              <c:layout>
                <c:manualLayout>
                  <c:x val="0"/>
                  <c:y val="3.1545741324921135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9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4575-4B21-8570-95035ECBC3CE}"/>
                </c:ext>
              </c:extLst>
            </c:dLbl>
            <c:dLbl>
              <c:idx val="8"/>
              <c:layout>
                <c:manualLayout>
                  <c:x val="0"/>
                  <c:y val="4.731861198738170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9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4575-4B21-8570-95035ECBC3C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Sheet1!$A$1:$I$1</c:f>
              <c:numCache>
                <c:formatCode>General</c:formatCode>
                <c:ptCount val="9"/>
                <c:pt idx="0">
                  <c:v>225</c:v>
                </c:pt>
                <c:pt idx="2">
                  <c:v>215</c:v>
                </c:pt>
                <c:pt idx="4">
                  <c:v>205</c:v>
                </c:pt>
                <c:pt idx="6">
                  <c:v>190</c:v>
                </c:pt>
                <c:pt idx="8">
                  <c:v>185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4575-4B21-8570-95035ECBC3CE}"/>
            </c:ext>
          </c:extLst>
        </c:ser>
        <c:ser>
          <c:idx val="1"/>
          <c:order val="1"/>
          <c:spPr>
            <a:solidFill>
              <a:srgbClr val="7094D3"/>
            </a:solidFill>
            <a:ln w="3175" cmpd="sng" algn="ctr">
              <a:solidFill>
                <a:srgbClr val="C9C9C9"/>
              </a:solidFill>
              <a:prstDash val="solid"/>
            </a:ln>
          </c:spPr>
          <c:invertIfNegative val="0"/>
          <c:dLbls>
            <c:dLbl>
              <c:idx val="2"/>
              <c:layout>
                <c:manualLayout>
                  <c:x val="-2.6513652552433715E-2"/>
                  <c:y val="4.731861198738170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900" kern="120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4575-4B21-8570-95035ECBC3CE}"/>
                </c:ext>
              </c:extLst>
            </c:dLbl>
            <c:dLbl>
              <c:idx val="4"/>
              <c:layout>
                <c:manualLayout>
                  <c:x val="-2.6513652552433715E-2"/>
                  <c:y val="3.1545741324921135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900" kern="120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7-4575-4B21-8570-95035ECBC3CE}"/>
                </c:ext>
              </c:extLst>
            </c:dLbl>
            <c:dLbl>
              <c:idx val="6"/>
              <c:layout>
                <c:manualLayout>
                  <c:x val="0"/>
                  <c:y val="4.731861198738170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900" kern="120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8-4575-4B21-8570-95035ECBC3CE}"/>
                </c:ext>
              </c:extLst>
            </c:dLbl>
            <c:dLbl>
              <c:idx val="8"/>
              <c:layout>
                <c:manualLayout>
                  <c:x val="0"/>
                  <c:y val="4.731861198738170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900" kern="120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9-4575-4B21-8570-95035ECBC3C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Sheet1!$A$2:$I$2</c:f>
              <c:numCache>
                <c:formatCode>General</c:formatCode>
                <c:ptCount val="9"/>
                <c:pt idx="0">
                  <c:v>90</c:v>
                </c:pt>
                <c:pt idx="2">
                  <c:v>95</c:v>
                </c:pt>
                <c:pt idx="4">
                  <c:v>100</c:v>
                </c:pt>
                <c:pt idx="6">
                  <c:v>105</c:v>
                </c:pt>
                <c:pt idx="8">
                  <c:v>110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4575-4B21-8570-95035ECBC3CE}"/>
            </c:ext>
          </c:extLst>
        </c:ser>
        <c:ser>
          <c:idx val="2"/>
          <c:order val="2"/>
          <c:spPr>
            <a:solidFill>
              <a:srgbClr val="182A4B"/>
            </a:solidFill>
            <a:ln w="3175" cmpd="sng" algn="ctr">
              <a:solidFill>
                <a:srgbClr val="C9C9C9"/>
              </a:solidFill>
              <a:prstDash val="solid"/>
            </a:ln>
          </c:spPr>
          <c:invertIfNegative val="0"/>
          <c:dLbls>
            <c:dLbl>
              <c:idx val="6"/>
              <c:layout>
                <c:manualLayout>
                  <c:x val="0"/>
                  <c:y val="4.731861198738170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900" kern="120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B-4575-4B21-8570-95035ECBC3CE}"/>
                </c:ext>
              </c:extLst>
            </c:dLbl>
            <c:dLbl>
              <c:idx val="8"/>
              <c:layout>
                <c:manualLayout>
                  <c:x val="0"/>
                  <c:y val="4.731861198738170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900" kern="120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C-4575-4B21-8570-95035ECBC3C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Sheet1!$A$3:$I$3</c:f>
              <c:numCache>
                <c:formatCode>General</c:formatCode>
                <c:ptCount val="9"/>
                <c:pt idx="0">
                  <c:v>0</c:v>
                </c:pt>
                <c:pt idx="2">
                  <c:v>40</c:v>
                </c:pt>
                <c:pt idx="4">
                  <c:v>70</c:v>
                </c:pt>
                <c:pt idx="6">
                  <c:v>100</c:v>
                </c:pt>
                <c:pt idx="8">
                  <c:v>150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4575-4B21-8570-95035ECBC3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1089641552"/>
        <c:axId val="1"/>
      </c:barChart>
      <c:catAx>
        <c:axId val="108964155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445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1089641552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9294990723562153E-2"/>
          <c:y val="0.12684365781710916"/>
          <c:w val="0.96141001855287567"/>
          <c:h val="0.74631268436578169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4"/>
            </a:solidFill>
            <a:ln w="3175" cmpd="sng" algn="ctr">
              <a:solidFill>
                <a:srgbClr val="C9C9C9"/>
              </a:solidFill>
              <a:prstDash val="solid"/>
            </a:ln>
          </c:spPr>
          <c:invertIfNegative val="0"/>
          <c:dLbls>
            <c:dLbl>
              <c:idx val="1"/>
              <c:layout>
                <c:manualLayout>
                  <c:x val="0"/>
                  <c:y val="1.9665683382497543E-3"/>
                </c:manualLayout>
              </c:layout>
              <c:numFmt formatCode="#,##0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900" kern="1200">
                      <a:solidFill>
                        <a:srgbClr val="00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1B38-4720-9EE8-07E733EA3800}"/>
                </c:ext>
              </c:extLst>
            </c:dLbl>
            <c:dLbl>
              <c:idx val="3"/>
              <c:layout>
                <c:manualLayout>
                  <c:x val="0"/>
                  <c:y val="2.9498525073746312E-3"/>
                </c:manualLayout>
              </c:layout>
              <c:numFmt formatCode="#,##0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900" kern="1200">
                      <a:solidFill>
                        <a:srgbClr val="00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1B38-4720-9EE8-07E733EA3800}"/>
                </c:ext>
              </c:extLst>
            </c:dLbl>
            <c:dLbl>
              <c:idx val="5"/>
              <c:layout>
                <c:manualLayout>
                  <c:x val="0"/>
                  <c:y val="2.9498525073746312E-3"/>
                </c:manualLayout>
              </c:layout>
              <c:numFmt formatCode="#,##0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900" kern="1200">
                      <a:solidFill>
                        <a:srgbClr val="00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1B38-4720-9EE8-07E733EA3800}"/>
                </c:ext>
              </c:extLst>
            </c:dLbl>
            <c:dLbl>
              <c:idx val="7"/>
              <c:layout>
                <c:manualLayout>
                  <c:x val="0"/>
                  <c:y val="2.9498525073746312E-3"/>
                </c:manualLayout>
              </c:layout>
              <c:numFmt formatCode="#,##0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900" kern="1200">
                      <a:solidFill>
                        <a:srgbClr val="00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1B38-4720-9EE8-07E733EA3800}"/>
                </c:ext>
              </c:extLst>
            </c:dLbl>
            <c:dLbl>
              <c:idx val="9"/>
              <c:layout>
                <c:manualLayout>
                  <c:x val="0"/>
                  <c:y val="2.9498525073746312E-3"/>
                </c:manualLayout>
              </c:layout>
              <c:numFmt formatCode="#,##0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900" kern="1200">
                      <a:solidFill>
                        <a:srgbClr val="00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1B38-4720-9EE8-07E733EA380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Sheet1!$A$1:$J$1</c:f>
              <c:numCache>
                <c:formatCode>General</c:formatCode>
                <c:ptCount val="10"/>
                <c:pt idx="1">
                  <c:v>780</c:v>
                </c:pt>
                <c:pt idx="3">
                  <c:v>870</c:v>
                </c:pt>
                <c:pt idx="5">
                  <c:v>1000</c:v>
                </c:pt>
                <c:pt idx="7">
                  <c:v>1150</c:v>
                </c:pt>
                <c:pt idx="9">
                  <c:v>1250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1B38-4720-9EE8-07E733EA3800}"/>
            </c:ext>
          </c:extLst>
        </c:ser>
        <c:ser>
          <c:idx val="1"/>
          <c:order val="1"/>
          <c:spPr>
            <a:solidFill>
              <a:srgbClr val="7094D3"/>
            </a:solidFill>
            <a:ln w="3175" cmpd="sng" algn="ctr">
              <a:solidFill>
                <a:srgbClr val="C9C9C9"/>
              </a:solidFill>
              <a:prstDash val="solid"/>
            </a:ln>
          </c:spPr>
          <c:invertIfNegative val="0"/>
          <c:dLbls>
            <c:dLbl>
              <c:idx val="9"/>
              <c:layout>
                <c:manualLayout>
                  <c:x val="0"/>
                  <c:y val="1.9665683382497543E-3"/>
                </c:manualLayout>
              </c:layout>
              <c:numFmt formatCode="#,##0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900" kern="120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1B38-4720-9EE8-07E733EA380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Sheet1!$A$2:$J$2</c:f>
              <c:numCache>
                <c:formatCode>General</c:formatCode>
                <c:ptCount val="10"/>
                <c:pt idx="1">
                  <c:v>50</c:v>
                </c:pt>
                <c:pt idx="3">
                  <c:v>100</c:v>
                </c:pt>
                <c:pt idx="5">
                  <c:v>120</c:v>
                </c:pt>
                <c:pt idx="7">
                  <c:v>140</c:v>
                </c:pt>
                <c:pt idx="9">
                  <c:v>150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1B38-4720-9EE8-07E733EA380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165962064"/>
        <c:axId val="1"/>
      </c:barChart>
      <c:catAx>
        <c:axId val="165962064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40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165962064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0577760189948554E-2"/>
          <c:y val="0.20347003154574134"/>
          <c:w val="0.95884447962010289"/>
          <c:h val="0.59305993690851733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tx2"/>
            </a:solidFill>
            <a:ln w="3175" cmpd="sng" algn="ctr">
              <a:solidFill>
                <a:srgbClr val="C9C9C9"/>
              </a:solidFill>
              <a:prstDash val="solid"/>
            </a:ln>
          </c:spPr>
          <c:invertIfNegative val="0"/>
          <c:dLbls>
            <c:dLbl>
              <c:idx val="0"/>
              <c:layout>
                <c:manualLayout>
                  <c:x val="0"/>
                  <c:y val="4.731861198738170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9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E9A2-405D-9D37-CCEBAB6510AC}"/>
                </c:ext>
              </c:extLst>
            </c:dLbl>
            <c:dLbl>
              <c:idx val="2"/>
              <c:layout>
                <c:manualLayout>
                  <c:x val="0"/>
                  <c:y val="4.731861198738170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9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E9A2-405D-9D37-CCEBAB6510AC}"/>
                </c:ext>
              </c:extLst>
            </c:dLbl>
            <c:dLbl>
              <c:idx val="4"/>
              <c:layout>
                <c:manualLayout>
                  <c:x val="0"/>
                  <c:y val="3.1545741324921135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9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E9A2-405D-9D37-CCEBAB6510AC}"/>
                </c:ext>
              </c:extLst>
            </c:dLbl>
            <c:dLbl>
              <c:idx val="6"/>
              <c:layout>
                <c:manualLayout>
                  <c:x val="0"/>
                  <c:y val="3.1545741324921135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9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E9A2-405D-9D37-CCEBAB6510AC}"/>
                </c:ext>
              </c:extLst>
            </c:dLbl>
            <c:dLbl>
              <c:idx val="8"/>
              <c:layout>
                <c:manualLayout>
                  <c:x val="0"/>
                  <c:y val="4.731861198738170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9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E9A2-405D-9D37-CCEBAB6510AC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Sheet1!$A$1:$I$1</c:f>
              <c:numCache>
                <c:formatCode>General</c:formatCode>
                <c:ptCount val="9"/>
                <c:pt idx="0">
                  <c:v>575</c:v>
                </c:pt>
                <c:pt idx="2">
                  <c:v>625</c:v>
                </c:pt>
                <c:pt idx="4">
                  <c:v>700</c:v>
                </c:pt>
                <c:pt idx="6">
                  <c:v>750</c:v>
                </c:pt>
                <c:pt idx="8">
                  <c:v>775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E9A2-405D-9D37-CCEBAB6510AC}"/>
            </c:ext>
          </c:extLst>
        </c:ser>
        <c:ser>
          <c:idx val="1"/>
          <c:order val="1"/>
          <c:spPr>
            <a:solidFill>
              <a:srgbClr val="7094D3"/>
            </a:solidFill>
            <a:ln w="3175" cmpd="sng" algn="ctr">
              <a:solidFill>
                <a:srgbClr val="C9C9C9"/>
              </a:solidFill>
              <a:prstDash val="solid"/>
            </a:ln>
          </c:spPr>
          <c:invertIfNegative val="0"/>
          <c:dLbls>
            <c:dLbl>
              <c:idx val="8"/>
              <c:layout>
                <c:manualLayout>
                  <c:x val="-2.6513652552433715E-2"/>
                  <c:y val="3.1545741324921135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900" kern="120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E9A2-405D-9D37-CCEBAB6510AC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Sheet1!$A$2:$I$2</c:f>
              <c:numCache>
                <c:formatCode>General</c:formatCode>
                <c:ptCount val="9"/>
                <c:pt idx="0">
                  <c:v>220</c:v>
                </c:pt>
                <c:pt idx="2">
                  <c:v>230</c:v>
                </c:pt>
                <c:pt idx="4">
                  <c:v>250</c:v>
                </c:pt>
                <c:pt idx="6">
                  <c:v>275</c:v>
                </c:pt>
                <c:pt idx="8">
                  <c:v>300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E9A2-405D-9D37-CCEBAB6510AC}"/>
            </c:ext>
          </c:extLst>
        </c:ser>
        <c:ser>
          <c:idx val="2"/>
          <c:order val="2"/>
          <c:spPr>
            <a:solidFill>
              <a:srgbClr val="182A4B"/>
            </a:solidFill>
            <a:ln w="3175" cmpd="sng" algn="ctr">
              <a:solidFill>
                <a:srgbClr val="C9C9C9"/>
              </a:solidFill>
              <a:prstDash val="solid"/>
            </a:ln>
          </c:spPr>
          <c:invertIfNegative val="0"/>
          <c:val>
            <c:numRef>
              <c:f>Sheet1!$A$3:$I$3</c:f>
              <c:numCache>
                <c:formatCode>General</c:formatCode>
                <c:ptCount val="9"/>
                <c:pt idx="0">
                  <c:v>0</c:v>
                </c:pt>
                <c:pt idx="2">
                  <c:v>57</c:v>
                </c:pt>
                <c:pt idx="4">
                  <c:v>150</c:v>
                </c:pt>
                <c:pt idx="6">
                  <c:v>200</c:v>
                </c:pt>
                <c:pt idx="8">
                  <c:v>250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9A2-405D-9D37-CCEBAB6510A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8679872"/>
        <c:axId val="1"/>
      </c:barChart>
      <c:catAx>
        <c:axId val="4867987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325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48679872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1304347826086957E-2"/>
          <c:y val="0.13436692506459949"/>
          <c:w val="0.97739130434782606"/>
          <c:h val="0.73126614987080107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C4D535"/>
            </a:solidFill>
            <a:ln w="3175" cmpd="sng" algn="ctr">
              <a:solidFill>
                <a:srgbClr val="C9C9C9"/>
              </a:solidFill>
              <a:prstDash val="solid"/>
            </a:ln>
          </c:spPr>
          <c:invertIfNegative val="0"/>
          <c:val>
            <c:numRef>
              <c:f>Sheet1!$A$1:$I$1</c:f>
              <c:numCache>
                <c:formatCode>General</c:formatCode>
                <c:ptCount val="9"/>
                <c:pt idx="0">
                  <c:v>426.16</c:v>
                </c:pt>
                <c:pt idx="2">
                  <c:v>481.50400000000002</c:v>
                </c:pt>
                <c:pt idx="4">
                  <c:v>790.755</c:v>
                </c:pt>
                <c:pt idx="6">
                  <c:v>877.30799999999999</c:v>
                </c:pt>
                <c:pt idx="8">
                  <c:v>1034.55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714-415A-94A6-8C56D2FE8059}"/>
            </c:ext>
          </c:extLst>
        </c:ser>
        <c:ser>
          <c:idx val="1"/>
          <c:order val="1"/>
          <c:spPr>
            <a:solidFill>
              <a:schemeClr val="tx2"/>
            </a:solidFill>
            <a:ln w="3175" cmpd="sng" algn="ctr">
              <a:solidFill>
                <a:srgbClr val="C9C9C9"/>
              </a:solidFill>
              <a:prstDash val="solid"/>
            </a:ln>
          </c:spPr>
          <c:invertIfNegative val="0"/>
          <c:val>
            <c:numRef>
              <c:f>Sheet1!$A$2:$I$2</c:f>
              <c:numCache>
                <c:formatCode>General</c:formatCode>
                <c:ptCount val="9"/>
                <c:pt idx="0">
                  <c:v>2087.8000000000002</c:v>
                </c:pt>
                <c:pt idx="2">
                  <c:v>2663.84</c:v>
                </c:pt>
                <c:pt idx="4">
                  <c:v>3204.7</c:v>
                </c:pt>
                <c:pt idx="6">
                  <c:v>3872.6500000000005</c:v>
                </c:pt>
                <c:pt idx="8">
                  <c:v>4839.125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714-415A-94A6-8C56D2FE8059}"/>
            </c:ext>
          </c:extLst>
        </c:ser>
        <c:ser>
          <c:idx val="2"/>
          <c:order val="2"/>
          <c:spPr>
            <a:solidFill>
              <a:srgbClr val="6A99DE"/>
            </a:solidFill>
            <a:ln w="3175" cmpd="sng" algn="ctr">
              <a:solidFill>
                <a:srgbClr val="C9C9C9"/>
              </a:solidFill>
              <a:prstDash val="solid"/>
            </a:ln>
          </c:spPr>
          <c:invertIfNegative val="0"/>
          <c:val>
            <c:numRef>
              <c:f>Sheet1!$A$3:$I$3</c:f>
              <c:numCache>
                <c:formatCode>General</c:formatCode>
                <c:ptCount val="9"/>
                <c:pt idx="0">
                  <c:v>28105</c:v>
                </c:pt>
                <c:pt idx="2">
                  <c:v>31902.999999999996</c:v>
                </c:pt>
                <c:pt idx="4">
                  <c:v>35934</c:v>
                </c:pt>
                <c:pt idx="6">
                  <c:v>40198</c:v>
                </c:pt>
                <c:pt idx="8">
                  <c:v>44695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714-415A-94A6-8C56D2FE8059}"/>
            </c:ext>
          </c:extLst>
        </c:ser>
        <c:ser>
          <c:idx val="3"/>
          <c:order val="3"/>
          <c:spPr>
            <a:solidFill>
              <a:schemeClr val="accent4"/>
            </a:solidFill>
            <a:ln w="3175" cmpd="sng" algn="ctr">
              <a:solidFill>
                <a:srgbClr val="C9C9C9"/>
              </a:solidFill>
              <a:prstDash val="solid"/>
            </a:ln>
          </c:spPr>
          <c:invertIfNegative val="0"/>
          <c:val>
            <c:numRef>
              <c:f>Sheet1!$A$4:$I$4</c:f>
              <c:numCache>
                <c:formatCode>General</c:formatCode>
                <c:ptCount val="9"/>
                <c:pt idx="0">
                  <c:v>8860.739999999998</c:v>
                </c:pt>
                <c:pt idx="2">
                  <c:v>10529.957999999999</c:v>
                </c:pt>
                <c:pt idx="4">
                  <c:v>12114.349999999999</c:v>
                </c:pt>
                <c:pt idx="6">
                  <c:v>13573.894</c:v>
                </c:pt>
                <c:pt idx="8">
                  <c:v>16069.125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714-415A-94A6-8C56D2FE805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1828307935"/>
        <c:axId val="1"/>
      </c:barChart>
      <c:catAx>
        <c:axId val="1828307935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66637.8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1828307935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1289622231871473E-2"/>
          <c:y val="0.17869415807560138"/>
          <c:w val="0.97742075553625707"/>
          <c:h val="0.6426116838487973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C4D535"/>
            </a:solidFill>
            <a:ln>
              <a:noFill/>
            </a:ln>
          </c:spPr>
          <c:invertIfNegative val="0"/>
          <c:dPt>
            <c:idx val="8"/>
            <c:invertIfNegative val="0"/>
            <c:bubble3D val="0"/>
            <c:spPr>
              <a:solidFill>
                <a:srgbClr val="C4D535"/>
              </a:solidFill>
              <a:ln w="3175" cmpd="sng" algn="ctr">
                <a:solidFill>
                  <a:srgbClr val="C9C9C9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26C0-4914-B8A3-97BAC1A8942C}"/>
              </c:ext>
            </c:extLst>
          </c:dPt>
          <c:val>
            <c:numRef>
              <c:f>Sheet1!$A$1:$I$1</c:f>
              <c:numCache>
                <c:formatCode>General</c:formatCode>
                <c:ptCount val="9"/>
                <c:pt idx="0">
                  <c:v>100</c:v>
                </c:pt>
                <c:pt idx="2">
                  <c:v>150</c:v>
                </c:pt>
                <c:pt idx="4">
                  <c:v>200</c:v>
                </c:pt>
                <c:pt idx="6">
                  <c:v>250</c:v>
                </c:pt>
                <c:pt idx="8">
                  <c:v>300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6C0-4914-B8A3-97BAC1A8942C}"/>
            </c:ext>
          </c:extLst>
        </c:ser>
        <c:ser>
          <c:idx val="1"/>
          <c:order val="1"/>
          <c:spPr>
            <a:solidFill>
              <a:schemeClr val="tx2"/>
            </a:solidFill>
            <a:ln>
              <a:noFill/>
            </a:ln>
          </c:spPr>
          <c:invertIfNegative val="0"/>
          <c:dPt>
            <c:idx val="8"/>
            <c:invertIfNegative val="0"/>
            <c:bubble3D val="0"/>
            <c:spPr>
              <a:solidFill>
                <a:schemeClr val="tx2"/>
              </a:solidFill>
              <a:ln w="3175" cmpd="sng" algn="ctr">
                <a:solidFill>
                  <a:srgbClr val="C9C9C9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2-26C0-4914-B8A3-97BAC1A8942C}"/>
              </c:ext>
            </c:extLst>
          </c:dPt>
          <c:val>
            <c:numRef>
              <c:f>Sheet1!$A$2:$I$2</c:f>
              <c:numCache>
                <c:formatCode>General</c:formatCode>
                <c:ptCount val="9"/>
                <c:pt idx="0">
                  <c:v>300</c:v>
                </c:pt>
                <c:pt idx="2">
                  <c:v>400</c:v>
                </c:pt>
                <c:pt idx="4">
                  <c:v>500</c:v>
                </c:pt>
                <c:pt idx="6">
                  <c:v>600</c:v>
                </c:pt>
                <c:pt idx="8">
                  <c:v>650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6C0-4914-B8A3-97BAC1A8942C}"/>
            </c:ext>
          </c:extLst>
        </c:ser>
        <c:ser>
          <c:idx val="2"/>
          <c:order val="2"/>
          <c:spPr>
            <a:solidFill>
              <a:srgbClr val="6A99DE"/>
            </a:solidFill>
            <a:ln>
              <a:noFill/>
            </a:ln>
          </c:spPr>
          <c:invertIfNegative val="0"/>
          <c:dPt>
            <c:idx val="8"/>
            <c:invertIfNegative val="0"/>
            <c:bubble3D val="0"/>
            <c:spPr>
              <a:solidFill>
                <a:srgbClr val="6A99DE"/>
              </a:solidFill>
              <a:ln w="3175" cmpd="sng" algn="ctr">
                <a:solidFill>
                  <a:srgbClr val="C9C9C9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4-26C0-4914-B8A3-97BAC1A8942C}"/>
              </c:ext>
            </c:extLst>
          </c:dPt>
          <c:val>
            <c:numRef>
              <c:f>Sheet1!$A$3:$I$3</c:f>
              <c:numCache>
                <c:formatCode>General</c:formatCode>
                <c:ptCount val="9"/>
                <c:pt idx="0">
                  <c:v>400</c:v>
                </c:pt>
                <c:pt idx="2">
                  <c:v>650</c:v>
                </c:pt>
                <c:pt idx="4">
                  <c:v>700</c:v>
                </c:pt>
                <c:pt idx="6">
                  <c:v>750</c:v>
                </c:pt>
                <c:pt idx="8">
                  <c:v>800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26C0-4914-B8A3-97BAC1A8942C}"/>
            </c:ext>
          </c:extLst>
        </c:ser>
        <c:ser>
          <c:idx val="3"/>
          <c:order val="3"/>
          <c:spPr>
            <a:solidFill>
              <a:schemeClr val="accent4"/>
            </a:solidFill>
            <a:ln>
              <a:noFill/>
            </a:ln>
          </c:spPr>
          <c:invertIfNegative val="0"/>
          <c:dPt>
            <c:idx val="8"/>
            <c:invertIfNegative val="0"/>
            <c:bubble3D val="0"/>
            <c:spPr>
              <a:solidFill>
                <a:schemeClr val="accent4"/>
              </a:solidFill>
              <a:ln w="3175" cmpd="sng" algn="ctr">
                <a:solidFill>
                  <a:srgbClr val="C9C9C9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6-26C0-4914-B8A3-97BAC1A8942C}"/>
              </c:ext>
            </c:extLst>
          </c:dPt>
          <c:val>
            <c:numRef>
              <c:f>Sheet1!$A$4:$I$4</c:f>
              <c:numCache>
                <c:formatCode>General</c:formatCode>
                <c:ptCount val="9"/>
                <c:pt idx="0">
                  <c:v>800</c:v>
                </c:pt>
                <c:pt idx="2">
                  <c:v>1000</c:v>
                </c:pt>
                <c:pt idx="4">
                  <c:v>1200</c:v>
                </c:pt>
                <c:pt idx="6">
                  <c:v>1400</c:v>
                </c:pt>
                <c:pt idx="8">
                  <c:v>2000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26C0-4914-B8A3-97BAC1A894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202095120"/>
        <c:axId val="1"/>
      </c:barChart>
      <c:catAx>
        <c:axId val="202095120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375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202095120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1331444759206799E-2"/>
          <c:y val="0.17161716171617161"/>
          <c:w val="0.97733711048158645"/>
          <c:h val="0.65676567656765672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C4D535"/>
            </a:solidFill>
            <a:ln w="3175" cmpd="sng" algn="ctr">
              <a:solidFill>
                <a:srgbClr val="C9C9C9"/>
              </a:solidFill>
              <a:prstDash val="solid"/>
            </a:ln>
          </c:spPr>
          <c:invertIfNegative val="0"/>
          <c:val>
            <c:numRef>
              <c:f>Sheet1!$A$1:$I$1</c:f>
              <c:numCache>
                <c:formatCode>General</c:formatCode>
                <c:ptCount val="9"/>
                <c:pt idx="0">
                  <c:v>200.29</c:v>
                </c:pt>
                <c:pt idx="2">
                  <c:v>231.12200000000001</c:v>
                </c:pt>
                <c:pt idx="4">
                  <c:v>395.37799999999999</c:v>
                </c:pt>
                <c:pt idx="6">
                  <c:v>447.42700000000002</c:v>
                </c:pt>
                <c:pt idx="8">
                  <c:v>537.96600000000001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CFD-4839-8CBB-3C4E56DB609C}"/>
            </c:ext>
          </c:extLst>
        </c:ser>
        <c:ser>
          <c:idx val="1"/>
          <c:order val="1"/>
          <c:spPr>
            <a:solidFill>
              <a:schemeClr val="tx2"/>
            </a:solidFill>
            <a:ln w="3175" cmpd="sng" algn="ctr">
              <a:solidFill>
                <a:srgbClr val="C9C9C9"/>
              </a:solidFill>
              <a:prstDash val="solid"/>
            </a:ln>
          </c:spPr>
          <c:invertIfNegative val="0"/>
          <c:val>
            <c:numRef>
              <c:f>Sheet1!$A$2:$I$2</c:f>
              <c:numCache>
                <c:formatCode>General</c:formatCode>
                <c:ptCount val="9"/>
                <c:pt idx="0">
                  <c:v>168.30000000000004</c:v>
                </c:pt>
                <c:pt idx="2">
                  <c:v>237.33999999999997</c:v>
                </c:pt>
                <c:pt idx="4">
                  <c:v>418.99999999999994</c:v>
                </c:pt>
                <c:pt idx="6">
                  <c:v>744.25000000000011</c:v>
                </c:pt>
                <c:pt idx="8">
                  <c:v>577.42500000000007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CFD-4839-8CBB-3C4E56DB609C}"/>
            </c:ext>
          </c:extLst>
        </c:ser>
        <c:ser>
          <c:idx val="2"/>
          <c:order val="2"/>
          <c:spPr>
            <a:solidFill>
              <a:srgbClr val="6A99DE"/>
            </a:solidFill>
            <a:ln w="3175" cmpd="sng" algn="ctr">
              <a:solidFill>
                <a:srgbClr val="C9C9C9"/>
              </a:solidFill>
              <a:prstDash val="solid"/>
            </a:ln>
          </c:spPr>
          <c:invertIfNegative val="0"/>
          <c:val>
            <c:numRef>
              <c:f>Sheet1!$A$3:$I$3</c:f>
              <c:numCache>
                <c:formatCode>General</c:formatCode>
                <c:ptCount val="9"/>
                <c:pt idx="0">
                  <c:v>1295.3679999999999</c:v>
                </c:pt>
                <c:pt idx="2">
                  <c:v>1518.4739999999999</c:v>
                </c:pt>
                <c:pt idx="4">
                  <c:v>1757.7369999999999</c:v>
                </c:pt>
                <c:pt idx="6">
                  <c:v>2013.1579999999999</c:v>
                </c:pt>
                <c:pt idx="8">
                  <c:v>2284.7370000000001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CFD-4839-8CBB-3C4E56DB609C}"/>
            </c:ext>
          </c:extLst>
        </c:ser>
        <c:ser>
          <c:idx val="3"/>
          <c:order val="3"/>
          <c:spPr>
            <a:solidFill>
              <a:schemeClr val="accent4"/>
            </a:solidFill>
            <a:ln w="3175" cmpd="sng" algn="ctr">
              <a:solidFill>
                <a:srgbClr val="C9C9C9"/>
              </a:solidFill>
              <a:prstDash val="solid"/>
            </a:ln>
          </c:spPr>
          <c:invertIfNegative val="0"/>
          <c:val>
            <c:numRef>
              <c:f>Sheet1!$A$4:$I$4</c:f>
              <c:numCache>
                <c:formatCode>General</c:formatCode>
                <c:ptCount val="9"/>
                <c:pt idx="0">
                  <c:v>3510.7400000000002</c:v>
                </c:pt>
                <c:pt idx="2">
                  <c:v>3842.4580000000005</c:v>
                </c:pt>
                <c:pt idx="4">
                  <c:v>4145.6000000000004</c:v>
                </c:pt>
                <c:pt idx="6">
                  <c:v>4380.1440000000002</c:v>
                </c:pt>
                <c:pt idx="8">
                  <c:v>5194.125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CFD-4839-8CBB-3C4E56DB60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1828313215"/>
        <c:axId val="1"/>
      </c:barChart>
      <c:catAx>
        <c:axId val="1828313215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8594.2530000000006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1828313215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1319111885067479E-2"/>
          <c:y val="0.18245614035087721"/>
          <c:w val="0.97736177622986509"/>
          <c:h val="0.63508771929824559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4"/>
            </a:solidFill>
            <a:ln w="3175" cmpd="sng" algn="ctr">
              <a:solidFill>
                <a:srgbClr val="A5A5A5"/>
              </a:solidFill>
              <a:prstDash val="solid"/>
            </a:ln>
          </c:spPr>
          <c:invertIfNegative val="0"/>
          <c:val>
            <c:numRef>
              <c:f>Sheet1!$A$1:$I$1</c:f>
              <c:numCache>
                <c:formatCode>General</c:formatCode>
                <c:ptCount val="9"/>
                <c:pt idx="0">
                  <c:v>113630</c:v>
                </c:pt>
                <c:pt idx="2">
                  <c:v>133358</c:v>
                </c:pt>
                <c:pt idx="4">
                  <c:v>237356</c:v>
                </c:pt>
                <c:pt idx="6">
                  <c:v>271203</c:v>
                </c:pt>
                <c:pt idx="8">
                  <c:v>329559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FF0-4A9D-A6B7-B1CBA4FF03F0}"/>
            </c:ext>
          </c:extLst>
        </c:ser>
        <c:ser>
          <c:idx val="1"/>
          <c:order val="1"/>
          <c:spPr>
            <a:solidFill>
              <a:schemeClr val="tx2"/>
            </a:solidFill>
            <a:ln w="3175" cmpd="sng" algn="ctr">
              <a:solidFill>
                <a:srgbClr val="A5A5A5"/>
              </a:solidFill>
              <a:prstDash val="solid"/>
            </a:ln>
          </c:spPr>
          <c:invertIfNegative val="0"/>
          <c:val>
            <c:numRef>
              <c:f>Sheet1!$A$2:$I$2</c:f>
              <c:numCache>
                <c:formatCode>General</c:formatCode>
                <c:ptCount val="9"/>
                <c:pt idx="0">
                  <c:v>91260</c:v>
                </c:pt>
                <c:pt idx="2">
                  <c:v>138715</c:v>
                </c:pt>
                <c:pt idx="4">
                  <c:v>275262</c:v>
                </c:pt>
                <c:pt idx="6">
                  <c:v>672250</c:v>
                </c:pt>
                <c:pt idx="8">
                  <c:v>493725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FF0-4A9D-A6B7-B1CBA4FF03F0}"/>
            </c:ext>
          </c:extLst>
        </c:ser>
        <c:ser>
          <c:idx val="2"/>
          <c:order val="2"/>
          <c:spPr>
            <a:solidFill>
              <a:srgbClr val="6A99DE"/>
            </a:solidFill>
            <a:ln w="3175" cmpd="sng" algn="ctr">
              <a:solidFill>
                <a:srgbClr val="A5A5A5"/>
              </a:solidFill>
              <a:prstDash val="solid"/>
            </a:ln>
          </c:spPr>
          <c:invertIfNegative val="0"/>
          <c:val>
            <c:numRef>
              <c:f>Sheet1!$A$3:$I$3</c:f>
              <c:numCache>
                <c:formatCode>General</c:formatCode>
                <c:ptCount val="9"/>
                <c:pt idx="0">
                  <c:v>542387</c:v>
                </c:pt>
                <c:pt idx="2">
                  <c:v>669609</c:v>
                </c:pt>
                <c:pt idx="4">
                  <c:v>809435</c:v>
                </c:pt>
                <c:pt idx="6">
                  <c:v>961863</c:v>
                </c:pt>
                <c:pt idx="8">
                  <c:v>1126895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FF0-4A9D-A6B7-B1CBA4FF03F0}"/>
            </c:ext>
          </c:extLst>
        </c:ser>
        <c:ser>
          <c:idx val="3"/>
          <c:order val="3"/>
          <c:spPr>
            <a:solidFill>
              <a:schemeClr val="accent4"/>
            </a:solidFill>
            <a:ln w="3175" cmpd="sng" algn="ctr">
              <a:solidFill>
                <a:srgbClr val="A5A5A5"/>
              </a:solidFill>
              <a:prstDash val="solid"/>
            </a:ln>
          </c:spPr>
          <c:invertIfNegative val="0"/>
          <c:val>
            <c:numRef>
              <c:f>Sheet1!$A$4:$I$4</c:f>
              <c:numCache>
                <c:formatCode>General</c:formatCode>
                <c:ptCount val="9"/>
                <c:pt idx="0">
                  <c:v>1841377</c:v>
                </c:pt>
                <c:pt idx="2">
                  <c:v>1963617</c:v>
                </c:pt>
                <c:pt idx="4">
                  <c:v>2063568</c:v>
                </c:pt>
                <c:pt idx="6">
                  <c:v>2071012</c:v>
                </c:pt>
                <c:pt idx="8">
                  <c:v>2491418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FF0-4A9D-A6B7-B1CBA4FF03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1236447231"/>
        <c:axId val="1"/>
      </c:barChart>
      <c:catAx>
        <c:axId val="123644723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4441597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1236447231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D8CFA7B-E228-11D9-3640-C6F3465E6DF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FC6B63-CE4B-BED8-274E-C347583E8AE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120772-8298-48CE-94BE-D6674E154E49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F0CD57-2D20-3308-8461-56BE9938860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34B4F7-BE39-2994-EE8E-AB7BCB5F40F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FD9C09-8F98-44A3-9146-7F0CA953BE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347925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F5021D-FCC9-408B-BB21-19462210BA11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92246D-81EE-4DEB-8C04-D3641FF6E1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2153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92246D-81EE-4DEB-8C04-D3641FF6E16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7128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3F2AF-20AC-E1F0-DD5B-B8C0EEAD3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E1C038-6780-F879-AAB2-25500BA722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94C8EF-0AD0-1CE3-D7BF-8A9E01F8D9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A5B9D5-42CA-0EC9-6E54-9215FA2CF2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653CFA-23F8-4978-B281-09EDBDE0D3E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2248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3" Type="http://schemas.openxmlformats.org/officeDocument/2006/relationships/tags" Target="../tags/tag25.xml"/><Relationship Id="rId7" Type="http://schemas.openxmlformats.org/officeDocument/2006/relationships/oleObject" Target="../embeddings/oleObject2.bin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9" Type="http://schemas.openxmlformats.org/officeDocument/2006/relationships/image" Target="../media/image4.jpe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3" Type="http://schemas.openxmlformats.org/officeDocument/2006/relationships/tags" Target="../tags/tag30.xml"/><Relationship Id="rId7" Type="http://schemas.openxmlformats.org/officeDocument/2006/relationships/oleObject" Target="../embeddings/oleObject3.bin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32.xml"/><Relationship Id="rId10" Type="http://schemas.openxmlformats.org/officeDocument/2006/relationships/image" Target="../media/image5.jpeg"/><Relationship Id="rId4" Type="http://schemas.openxmlformats.org/officeDocument/2006/relationships/tags" Target="../tags/tag31.xml"/><Relationship Id="rId9" Type="http://schemas.openxmlformats.org/officeDocument/2006/relationships/image" Target="../media/image4.jpeg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35.xml"/><Relationship Id="rId7" Type="http://schemas.openxmlformats.org/officeDocument/2006/relationships/tags" Target="../tags/tag39.xml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6" Type="http://schemas.openxmlformats.org/officeDocument/2006/relationships/tags" Target="../tags/tag38.xml"/><Relationship Id="rId5" Type="http://schemas.openxmlformats.org/officeDocument/2006/relationships/tags" Target="../tags/tag37.xml"/><Relationship Id="rId10" Type="http://schemas.openxmlformats.org/officeDocument/2006/relationships/image" Target="../media/image1.emf"/><Relationship Id="rId4" Type="http://schemas.openxmlformats.org/officeDocument/2006/relationships/tags" Target="../tags/tag36.xml"/><Relationship Id="rId9" Type="http://schemas.openxmlformats.org/officeDocument/2006/relationships/oleObject" Target="../embeddings/oleObject4.bin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3" Type="http://schemas.openxmlformats.org/officeDocument/2006/relationships/tags" Target="../tags/tag42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6" Type="http://schemas.openxmlformats.org/officeDocument/2006/relationships/tags" Target="../tags/tag45.xml"/><Relationship Id="rId5" Type="http://schemas.openxmlformats.org/officeDocument/2006/relationships/tags" Target="../tags/tag44.xml"/><Relationship Id="rId4" Type="http://schemas.openxmlformats.org/officeDocument/2006/relationships/tags" Target="../tags/tag43.xml"/><Relationship Id="rId9" Type="http://schemas.openxmlformats.org/officeDocument/2006/relationships/image" Target="../media/image3.emf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tags" Target="../tags/tag48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9" Type="http://schemas.openxmlformats.org/officeDocument/2006/relationships/image" Target="../media/image3.emf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3" Type="http://schemas.openxmlformats.org/officeDocument/2006/relationships/tags" Target="../tags/tag5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6" Type="http://schemas.openxmlformats.org/officeDocument/2006/relationships/tags" Target="../tags/tag57.xml"/><Relationship Id="rId5" Type="http://schemas.openxmlformats.org/officeDocument/2006/relationships/tags" Target="../tags/tag56.xml"/><Relationship Id="rId4" Type="http://schemas.openxmlformats.org/officeDocument/2006/relationships/tags" Target="../tags/tag55.xml"/><Relationship Id="rId9" Type="http://schemas.openxmlformats.org/officeDocument/2006/relationships/image" Target="../media/image3.emf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60.xml"/><Relationship Id="rId7" Type="http://schemas.openxmlformats.org/officeDocument/2006/relationships/tags" Target="../tags/tag64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tags" Target="../tags/tag63.xml"/><Relationship Id="rId5" Type="http://schemas.openxmlformats.org/officeDocument/2006/relationships/tags" Target="../tags/tag62.xml"/><Relationship Id="rId10" Type="http://schemas.openxmlformats.org/officeDocument/2006/relationships/image" Target="../media/image3.emf"/><Relationship Id="rId4" Type="http://schemas.openxmlformats.org/officeDocument/2006/relationships/tags" Target="../tags/tag61.xml"/><Relationship Id="rId9" Type="http://schemas.openxmlformats.org/officeDocument/2006/relationships/oleObject" Target="../embeddings/oleObject8.bin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tags" Target="../tags/tag72.xml"/><Relationship Id="rId3" Type="http://schemas.openxmlformats.org/officeDocument/2006/relationships/tags" Target="../tags/tag67.xml"/><Relationship Id="rId7" Type="http://schemas.openxmlformats.org/officeDocument/2006/relationships/tags" Target="../tags/tag71.xml"/><Relationship Id="rId12" Type="http://schemas.openxmlformats.org/officeDocument/2006/relationships/image" Target="../media/image6.svg"/><Relationship Id="rId2" Type="http://schemas.openxmlformats.org/officeDocument/2006/relationships/tags" Target="../tags/tag66.xml"/><Relationship Id="rId1" Type="http://schemas.openxmlformats.org/officeDocument/2006/relationships/tags" Target="../tags/tag65.xml"/><Relationship Id="rId6" Type="http://schemas.openxmlformats.org/officeDocument/2006/relationships/tags" Target="../tags/tag70.xml"/><Relationship Id="rId11" Type="http://schemas.openxmlformats.org/officeDocument/2006/relationships/image" Target="../media/image1.emf"/><Relationship Id="rId5" Type="http://schemas.openxmlformats.org/officeDocument/2006/relationships/tags" Target="../tags/tag69.xml"/><Relationship Id="rId10" Type="http://schemas.openxmlformats.org/officeDocument/2006/relationships/oleObject" Target="../embeddings/oleObject9.bin"/><Relationship Id="rId4" Type="http://schemas.openxmlformats.org/officeDocument/2006/relationships/tags" Target="../tags/tag68.xml"/><Relationship Id="rId9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tags" Target="../tags/tag80.xml"/><Relationship Id="rId3" Type="http://schemas.openxmlformats.org/officeDocument/2006/relationships/tags" Target="../tags/tag75.xml"/><Relationship Id="rId7" Type="http://schemas.openxmlformats.org/officeDocument/2006/relationships/tags" Target="../tags/tag79.xml"/><Relationship Id="rId12" Type="http://schemas.openxmlformats.org/officeDocument/2006/relationships/image" Target="../media/image6.svg"/><Relationship Id="rId2" Type="http://schemas.openxmlformats.org/officeDocument/2006/relationships/tags" Target="../tags/tag74.xml"/><Relationship Id="rId1" Type="http://schemas.openxmlformats.org/officeDocument/2006/relationships/tags" Target="../tags/tag73.xml"/><Relationship Id="rId6" Type="http://schemas.openxmlformats.org/officeDocument/2006/relationships/tags" Target="../tags/tag78.xml"/><Relationship Id="rId11" Type="http://schemas.openxmlformats.org/officeDocument/2006/relationships/image" Target="../media/image1.emf"/><Relationship Id="rId5" Type="http://schemas.openxmlformats.org/officeDocument/2006/relationships/tags" Target="../tags/tag77.xml"/><Relationship Id="rId10" Type="http://schemas.openxmlformats.org/officeDocument/2006/relationships/oleObject" Target="../embeddings/oleObject10.bin"/><Relationship Id="rId4" Type="http://schemas.openxmlformats.org/officeDocument/2006/relationships/tags" Target="../tags/tag76.xml"/><Relationship Id="rId9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tags" Target="../tags/tag88.xml"/><Relationship Id="rId3" Type="http://schemas.openxmlformats.org/officeDocument/2006/relationships/tags" Target="../tags/tag83.xml"/><Relationship Id="rId7" Type="http://schemas.openxmlformats.org/officeDocument/2006/relationships/tags" Target="../tags/tag87.xml"/><Relationship Id="rId12" Type="http://schemas.openxmlformats.org/officeDocument/2006/relationships/image" Target="../media/image6.svg"/><Relationship Id="rId2" Type="http://schemas.openxmlformats.org/officeDocument/2006/relationships/tags" Target="../tags/tag82.xml"/><Relationship Id="rId1" Type="http://schemas.openxmlformats.org/officeDocument/2006/relationships/tags" Target="../tags/tag81.xml"/><Relationship Id="rId6" Type="http://schemas.openxmlformats.org/officeDocument/2006/relationships/tags" Target="../tags/tag86.xml"/><Relationship Id="rId11" Type="http://schemas.openxmlformats.org/officeDocument/2006/relationships/image" Target="../media/image1.emf"/><Relationship Id="rId5" Type="http://schemas.openxmlformats.org/officeDocument/2006/relationships/tags" Target="../tags/tag85.xml"/><Relationship Id="rId10" Type="http://schemas.openxmlformats.org/officeDocument/2006/relationships/oleObject" Target="../embeddings/oleObject11.bin"/><Relationship Id="rId4" Type="http://schemas.openxmlformats.org/officeDocument/2006/relationships/tags" Target="../tags/tag84.xml"/><Relationship Id="rId9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tags" Target="../tags/tag96.xml"/><Relationship Id="rId3" Type="http://schemas.openxmlformats.org/officeDocument/2006/relationships/tags" Target="../tags/tag91.xml"/><Relationship Id="rId7" Type="http://schemas.openxmlformats.org/officeDocument/2006/relationships/tags" Target="../tags/tag95.xml"/><Relationship Id="rId12" Type="http://schemas.openxmlformats.org/officeDocument/2006/relationships/image" Target="../media/image6.svg"/><Relationship Id="rId2" Type="http://schemas.openxmlformats.org/officeDocument/2006/relationships/tags" Target="../tags/tag90.xml"/><Relationship Id="rId1" Type="http://schemas.openxmlformats.org/officeDocument/2006/relationships/tags" Target="../tags/tag89.xml"/><Relationship Id="rId6" Type="http://schemas.openxmlformats.org/officeDocument/2006/relationships/tags" Target="../tags/tag94.xml"/><Relationship Id="rId11" Type="http://schemas.openxmlformats.org/officeDocument/2006/relationships/image" Target="../media/image7.emf"/><Relationship Id="rId5" Type="http://schemas.openxmlformats.org/officeDocument/2006/relationships/tags" Target="../tags/tag93.xml"/><Relationship Id="rId10" Type="http://schemas.openxmlformats.org/officeDocument/2006/relationships/oleObject" Target="../embeddings/oleObject12.bin"/><Relationship Id="rId4" Type="http://schemas.openxmlformats.org/officeDocument/2006/relationships/tags" Target="../tags/tag92.xml"/><Relationship Id="rId9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tags" Target="../tags/tag104.xml"/><Relationship Id="rId3" Type="http://schemas.openxmlformats.org/officeDocument/2006/relationships/tags" Target="../tags/tag99.xml"/><Relationship Id="rId7" Type="http://schemas.openxmlformats.org/officeDocument/2006/relationships/tags" Target="../tags/tag103.xml"/><Relationship Id="rId12" Type="http://schemas.openxmlformats.org/officeDocument/2006/relationships/image" Target="../media/image6.svg"/><Relationship Id="rId2" Type="http://schemas.openxmlformats.org/officeDocument/2006/relationships/tags" Target="../tags/tag98.xml"/><Relationship Id="rId1" Type="http://schemas.openxmlformats.org/officeDocument/2006/relationships/tags" Target="../tags/tag97.xml"/><Relationship Id="rId6" Type="http://schemas.openxmlformats.org/officeDocument/2006/relationships/tags" Target="../tags/tag102.xml"/><Relationship Id="rId11" Type="http://schemas.openxmlformats.org/officeDocument/2006/relationships/image" Target="../media/image1.emf"/><Relationship Id="rId5" Type="http://schemas.openxmlformats.org/officeDocument/2006/relationships/tags" Target="../tags/tag101.xml"/><Relationship Id="rId10" Type="http://schemas.openxmlformats.org/officeDocument/2006/relationships/oleObject" Target="../embeddings/oleObject13.bin"/><Relationship Id="rId4" Type="http://schemas.openxmlformats.org/officeDocument/2006/relationships/tags" Target="../tags/tag100.xml"/><Relationship Id="rId9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3" Type="http://schemas.openxmlformats.org/officeDocument/2006/relationships/tags" Target="../tags/tag107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106.xml"/><Relationship Id="rId1" Type="http://schemas.openxmlformats.org/officeDocument/2006/relationships/tags" Target="../tags/tag105.xml"/><Relationship Id="rId6" Type="http://schemas.openxmlformats.org/officeDocument/2006/relationships/tags" Target="../tags/tag110.xml"/><Relationship Id="rId5" Type="http://schemas.openxmlformats.org/officeDocument/2006/relationships/tags" Target="../tags/tag109.xml"/><Relationship Id="rId10" Type="http://schemas.openxmlformats.org/officeDocument/2006/relationships/image" Target="../media/image6.svg"/><Relationship Id="rId4" Type="http://schemas.openxmlformats.org/officeDocument/2006/relationships/tags" Target="../tags/tag108.xml"/><Relationship Id="rId9" Type="http://schemas.openxmlformats.org/officeDocument/2006/relationships/image" Target="../media/image3.emf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tags" Target="../tags/tag113.xml"/><Relationship Id="rId7" Type="http://schemas.openxmlformats.org/officeDocument/2006/relationships/image" Target="../media/image3.emf"/><Relationship Id="rId2" Type="http://schemas.openxmlformats.org/officeDocument/2006/relationships/tags" Target="../tags/tag112.xml"/><Relationship Id="rId1" Type="http://schemas.openxmlformats.org/officeDocument/2006/relationships/tags" Target="../tags/tag111.xml"/><Relationship Id="rId6" Type="http://schemas.openxmlformats.org/officeDocument/2006/relationships/oleObject" Target="../embeddings/oleObject15.bin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14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16.xml"/><Relationship Id="rId1" Type="http://schemas.openxmlformats.org/officeDocument/2006/relationships/tags" Target="../tags/tag115.xml"/><Relationship Id="rId6" Type="http://schemas.openxmlformats.org/officeDocument/2006/relationships/image" Target="../media/image8.jpeg"/><Relationship Id="rId5" Type="http://schemas.openxmlformats.org/officeDocument/2006/relationships/image" Target="../media/image3.emf"/><Relationship Id="rId4" Type="http://schemas.openxmlformats.org/officeDocument/2006/relationships/oleObject" Target="../embeddings/oleObject16.bin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tags" Target="../tags/tag119.xml"/><Relationship Id="rId2" Type="http://schemas.openxmlformats.org/officeDocument/2006/relationships/tags" Target="../tags/tag118.xml"/><Relationship Id="rId1" Type="http://schemas.openxmlformats.org/officeDocument/2006/relationships/tags" Target="../tags/tag117.xml"/><Relationship Id="rId6" Type="http://schemas.openxmlformats.org/officeDocument/2006/relationships/image" Target="../media/image9.emf"/><Relationship Id="rId5" Type="http://schemas.openxmlformats.org/officeDocument/2006/relationships/oleObject" Target="../embeddings/oleObject17.bin"/><Relationship Id="rId4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22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23.xml"/><Relationship Id="rId4" Type="http://schemas.openxmlformats.org/officeDocument/2006/relationships/image" Target="../media/image20.emf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7" Type="http://schemas.openxmlformats.org/officeDocument/2006/relationships/image" Target="../media/image14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24.xml"/><Relationship Id="rId6" Type="http://schemas.openxmlformats.org/officeDocument/2006/relationships/image" Target="../media/image15.svg"/><Relationship Id="rId5" Type="http://schemas.openxmlformats.org/officeDocument/2006/relationships/image" Target="../media/image21.png"/><Relationship Id="rId4" Type="http://schemas.openxmlformats.org/officeDocument/2006/relationships/image" Target="../media/image20.emf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25.xml"/><Relationship Id="rId6" Type="http://schemas.openxmlformats.org/officeDocument/2006/relationships/image" Target="../media/image22.png"/><Relationship Id="rId5" Type="http://schemas.openxmlformats.org/officeDocument/2006/relationships/image" Target="../media/image16.png"/><Relationship Id="rId4" Type="http://schemas.openxmlformats.org/officeDocument/2006/relationships/image" Target="../media/image20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26.xml"/><Relationship Id="rId6" Type="http://schemas.openxmlformats.org/officeDocument/2006/relationships/image" Target="../media/image22.png"/><Relationship Id="rId5" Type="http://schemas.openxmlformats.org/officeDocument/2006/relationships/image" Target="../media/image16.png"/><Relationship Id="rId4" Type="http://schemas.openxmlformats.org/officeDocument/2006/relationships/image" Target="../media/image20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27.xml"/><Relationship Id="rId4" Type="http://schemas.openxmlformats.org/officeDocument/2006/relationships/image" Target="../media/image20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28.xml"/><Relationship Id="rId4" Type="http://schemas.openxmlformats.org/officeDocument/2006/relationships/image" Target="../media/image20.emf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29.xml"/><Relationship Id="rId4" Type="http://schemas.openxmlformats.org/officeDocument/2006/relationships/image" Target="../media/image20.emf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30.xml"/><Relationship Id="rId5" Type="http://schemas.openxmlformats.org/officeDocument/2006/relationships/image" Target="../media/image16.png"/><Relationship Id="rId4" Type="http://schemas.openxmlformats.org/officeDocument/2006/relationships/image" Target="../media/image20.emf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31.xml"/><Relationship Id="rId5" Type="http://schemas.openxmlformats.org/officeDocument/2006/relationships/image" Target="../media/image16.png"/><Relationship Id="rId4" Type="http://schemas.openxmlformats.org/officeDocument/2006/relationships/image" Target="../media/image20.emf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32.xml"/><Relationship Id="rId6" Type="http://schemas.openxmlformats.org/officeDocument/2006/relationships/image" Target="../media/image13.png"/><Relationship Id="rId5" Type="http://schemas.openxmlformats.org/officeDocument/2006/relationships/image" Target="../media/image16.png"/><Relationship Id="rId4" Type="http://schemas.openxmlformats.org/officeDocument/2006/relationships/image" Target="../media/image20.emf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33.xml"/><Relationship Id="rId6" Type="http://schemas.openxmlformats.org/officeDocument/2006/relationships/image" Target="../media/image13.png"/><Relationship Id="rId5" Type="http://schemas.openxmlformats.org/officeDocument/2006/relationships/image" Target="../media/image16.png"/><Relationship Id="rId4" Type="http://schemas.openxmlformats.org/officeDocument/2006/relationships/image" Target="../media/image20.emf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34.xml"/><Relationship Id="rId6" Type="http://schemas.openxmlformats.org/officeDocument/2006/relationships/image" Target="../media/image13.png"/><Relationship Id="rId5" Type="http://schemas.openxmlformats.org/officeDocument/2006/relationships/image" Target="../media/image16.png"/><Relationship Id="rId4" Type="http://schemas.openxmlformats.org/officeDocument/2006/relationships/image" Target="../media/image20.emf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35.xml"/><Relationship Id="rId4" Type="http://schemas.openxmlformats.org/officeDocument/2006/relationships/image" Target="../media/image20.emf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36.xml"/><Relationship Id="rId4" Type="http://schemas.openxmlformats.org/officeDocument/2006/relationships/image" Target="../media/image20.emf"/></Relationships>
</file>

<file path=ppt/slideLayouts/_rels/slideLayout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slideMaster" Target="../slideMasters/slideMaster2.xml"/><Relationship Id="rId7" Type="http://schemas.openxmlformats.org/officeDocument/2006/relationships/image" Target="../media/image19.svg"/><Relationship Id="rId2" Type="http://schemas.openxmlformats.org/officeDocument/2006/relationships/tags" Target="../tags/tag138.xml"/><Relationship Id="rId1" Type="http://schemas.openxmlformats.org/officeDocument/2006/relationships/tags" Target="../tags/tag137.xml"/><Relationship Id="rId6" Type="http://schemas.openxmlformats.org/officeDocument/2006/relationships/image" Target="../media/image18.png"/><Relationship Id="rId5" Type="http://schemas.openxmlformats.org/officeDocument/2006/relationships/image" Target="../media/image17.emf"/><Relationship Id="rId10" Type="http://schemas.openxmlformats.org/officeDocument/2006/relationships/image" Target="../media/image14.png"/><Relationship Id="rId4" Type="http://schemas.openxmlformats.org/officeDocument/2006/relationships/oleObject" Target="../embeddings/oleObject35.bin"/><Relationship Id="rId9" Type="http://schemas.openxmlformats.org/officeDocument/2006/relationships/image" Target="../media/image13.png"/></Relationships>
</file>

<file path=ppt/slideLayouts/_rels/slideLayout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slideMaster" Target="../slideMasters/slideMaster2.xml"/><Relationship Id="rId7" Type="http://schemas.openxmlformats.org/officeDocument/2006/relationships/image" Target="../media/image16.png"/><Relationship Id="rId2" Type="http://schemas.openxmlformats.org/officeDocument/2006/relationships/tags" Target="../tags/tag140.xml"/><Relationship Id="rId1" Type="http://schemas.openxmlformats.org/officeDocument/2006/relationships/tags" Target="../tags/tag139.xml"/><Relationship Id="rId6" Type="http://schemas.openxmlformats.org/officeDocument/2006/relationships/image" Target="../media/image18.png"/><Relationship Id="rId5" Type="http://schemas.openxmlformats.org/officeDocument/2006/relationships/image" Target="../media/image17.emf"/><Relationship Id="rId10" Type="http://schemas.openxmlformats.org/officeDocument/2006/relationships/image" Target="../media/image19.svg"/><Relationship Id="rId4" Type="http://schemas.openxmlformats.org/officeDocument/2006/relationships/oleObject" Target="../embeddings/oleObject36.bin"/><Relationship Id="rId9" Type="http://schemas.openxmlformats.org/officeDocument/2006/relationships/image" Target="../media/image14.pn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7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41.xml"/><Relationship Id="rId5" Type="http://schemas.openxmlformats.org/officeDocument/2006/relationships/image" Target="../media/image18.png"/><Relationship Id="rId4" Type="http://schemas.openxmlformats.org/officeDocument/2006/relationships/image" Target="../media/image17.emf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tags" Target="../tags/tag144.xml"/><Relationship Id="rId7" Type="http://schemas.openxmlformats.org/officeDocument/2006/relationships/image" Target="../media/image1.emf"/><Relationship Id="rId2" Type="http://schemas.openxmlformats.org/officeDocument/2006/relationships/tags" Target="../tags/tag143.xml"/><Relationship Id="rId1" Type="http://schemas.openxmlformats.org/officeDocument/2006/relationships/tags" Target="../tags/tag142.xml"/><Relationship Id="rId6" Type="http://schemas.openxmlformats.org/officeDocument/2006/relationships/oleObject" Target="../embeddings/oleObject38.bin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145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46.xml"/><Relationship Id="rId4" Type="http://schemas.openxmlformats.org/officeDocument/2006/relationships/image" Target="../media/image23.emf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0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47.xml"/><Relationship Id="rId5" Type="http://schemas.openxmlformats.org/officeDocument/2006/relationships/image" Target="../media/image24.png"/><Relationship Id="rId4" Type="http://schemas.openxmlformats.org/officeDocument/2006/relationships/image" Target="../media/image23.emf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tags" Target="../tags/tag150.xml"/><Relationship Id="rId7" Type="http://schemas.openxmlformats.org/officeDocument/2006/relationships/image" Target="../media/image1.emf"/><Relationship Id="rId2" Type="http://schemas.openxmlformats.org/officeDocument/2006/relationships/tags" Target="../tags/tag149.xml"/><Relationship Id="rId1" Type="http://schemas.openxmlformats.org/officeDocument/2006/relationships/tags" Target="../tags/tag148.xml"/><Relationship Id="rId6" Type="http://schemas.openxmlformats.org/officeDocument/2006/relationships/oleObject" Target="../embeddings/oleObject41.bin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15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52.xml"/><Relationship Id="rId4" Type="http://schemas.openxmlformats.org/officeDocument/2006/relationships/image" Target="../media/image20.emf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53.xml"/><Relationship Id="rId4" Type="http://schemas.openxmlformats.org/officeDocument/2006/relationships/image" Target="../media/image20.emf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54.xml"/><Relationship Id="rId5" Type="http://schemas.openxmlformats.org/officeDocument/2006/relationships/image" Target="../media/image18.png"/><Relationship Id="rId4" Type="http://schemas.openxmlformats.org/officeDocument/2006/relationships/image" Target="../media/image17.emf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55.xml"/><Relationship Id="rId4" Type="http://schemas.openxmlformats.org/officeDocument/2006/relationships/image" Target="../media/image20.emf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6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56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4" Type="http://schemas.openxmlformats.org/officeDocument/2006/relationships/image" Target="../media/image20.emf"/></Relationships>
</file>

<file path=ppt/slideLayouts/_rels/slideLayout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oleObject" Target="../embeddings/oleObject47.bin"/><Relationship Id="rId7" Type="http://schemas.openxmlformats.org/officeDocument/2006/relationships/image" Target="../media/image14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57.xml"/><Relationship Id="rId6" Type="http://schemas.openxmlformats.org/officeDocument/2006/relationships/image" Target="../media/image13.png"/><Relationship Id="rId11" Type="http://schemas.openxmlformats.org/officeDocument/2006/relationships/image" Target="../media/image16.png"/><Relationship Id="rId5" Type="http://schemas.openxmlformats.org/officeDocument/2006/relationships/image" Target="../media/image25.png"/><Relationship Id="rId10" Type="http://schemas.openxmlformats.org/officeDocument/2006/relationships/image" Target="../media/image15.svg"/><Relationship Id="rId4" Type="http://schemas.openxmlformats.org/officeDocument/2006/relationships/image" Target="../media/image20.emf"/><Relationship Id="rId9" Type="http://schemas.microsoft.com/office/2007/relationships/hdphoto" Target="../media/hdphoto1.wdp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8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58.xml"/><Relationship Id="rId6" Type="http://schemas.openxmlformats.org/officeDocument/2006/relationships/image" Target="../media/image13.png"/><Relationship Id="rId5" Type="http://schemas.openxmlformats.org/officeDocument/2006/relationships/image" Target="../media/image25.png"/><Relationship Id="rId4" Type="http://schemas.openxmlformats.org/officeDocument/2006/relationships/image" Target="../media/image20.emf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9.bin"/><Relationship Id="rId7" Type="http://schemas.openxmlformats.org/officeDocument/2006/relationships/image" Target="../media/image14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59.xml"/><Relationship Id="rId6" Type="http://schemas.openxmlformats.org/officeDocument/2006/relationships/image" Target="../media/image13.png"/><Relationship Id="rId5" Type="http://schemas.openxmlformats.org/officeDocument/2006/relationships/image" Target="../media/image25.png"/><Relationship Id="rId4" Type="http://schemas.openxmlformats.org/officeDocument/2006/relationships/image" Target="../media/image20.emf"/></Relationships>
</file>

<file path=ppt/slideLayouts/_rels/slideLayout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oleObject" Target="../embeddings/oleObject50.bin"/><Relationship Id="rId7" Type="http://schemas.openxmlformats.org/officeDocument/2006/relationships/image" Target="../media/image14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60.xml"/><Relationship Id="rId6" Type="http://schemas.openxmlformats.org/officeDocument/2006/relationships/image" Target="../media/image13.png"/><Relationship Id="rId5" Type="http://schemas.openxmlformats.org/officeDocument/2006/relationships/image" Target="../media/image27.png"/><Relationship Id="rId4" Type="http://schemas.openxmlformats.org/officeDocument/2006/relationships/image" Target="../media/image20.emf"/><Relationship Id="rId9" Type="http://schemas.openxmlformats.org/officeDocument/2006/relationships/image" Target="../media/image16.png"/></Relationships>
</file>

<file path=ppt/slideLayouts/_rels/slideLayout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oleObject" Target="../embeddings/oleObject51.bin"/><Relationship Id="rId7" Type="http://schemas.openxmlformats.org/officeDocument/2006/relationships/image" Target="../media/image14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61.xml"/><Relationship Id="rId6" Type="http://schemas.openxmlformats.org/officeDocument/2006/relationships/image" Target="../media/image13.png"/><Relationship Id="rId5" Type="http://schemas.openxmlformats.org/officeDocument/2006/relationships/image" Target="../media/image27.png"/><Relationship Id="rId4" Type="http://schemas.openxmlformats.org/officeDocument/2006/relationships/image" Target="../media/image20.emf"/><Relationship Id="rId9" Type="http://schemas.openxmlformats.org/officeDocument/2006/relationships/image" Target="../media/image16.png"/></Relationships>
</file>

<file path=ppt/slideLayouts/_rels/slideLayout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oleObject" Target="../embeddings/oleObject52.bin"/><Relationship Id="rId7" Type="http://schemas.openxmlformats.org/officeDocument/2006/relationships/image" Target="../media/image14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62.xml"/><Relationship Id="rId6" Type="http://schemas.openxmlformats.org/officeDocument/2006/relationships/image" Target="../media/image13.png"/><Relationship Id="rId11" Type="http://schemas.openxmlformats.org/officeDocument/2006/relationships/image" Target="../media/image16.png"/><Relationship Id="rId5" Type="http://schemas.openxmlformats.org/officeDocument/2006/relationships/image" Target="../media/image28.png"/><Relationship Id="rId10" Type="http://schemas.openxmlformats.org/officeDocument/2006/relationships/image" Target="../media/image15.svg"/><Relationship Id="rId4" Type="http://schemas.openxmlformats.org/officeDocument/2006/relationships/image" Target="../media/image20.emf"/><Relationship Id="rId9" Type="http://schemas.microsoft.com/office/2007/relationships/hdphoto" Target="../media/hdphoto1.wdp"/></Relationships>
</file>

<file path=ppt/slideLayouts/_rels/slideLayout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oleObject" Target="../embeddings/oleObject53.bin"/><Relationship Id="rId7" Type="http://schemas.openxmlformats.org/officeDocument/2006/relationships/image" Target="../media/image14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63.xml"/><Relationship Id="rId6" Type="http://schemas.openxmlformats.org/officeDocument/2006/relationships/image" Target="../media/image13.png"/><Relationship Id="rId5" Type="http://schemas.openxmlformats.org/officeDocument/2006/relationships/image" Target="../media/image27.png"/><Relationship Id="rId4" Type="http://schemas.openxmlformats.org/officeDocument/2006/relationships/image" Target="../media/image20.emf"/><Relationship Id="rId9" Type="http://schemas.openxmlformats.org/officeDocument/2006/relationships/image" Target="../media/image16.png"/></Relationships>
</file>

<file path=ppt/slideLayouts/_rels/slideLayout52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oleObject" Target="../embeddings/oleObject54.bin"/><Relationship Id="rId7" Type="http://schemas.openxmlformats.org/officeDocument/2006/relationships/image" Target="../media/image26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64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20.emf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65.xml"/><Relationship Id="rId4" Type="http://schemas.openxmlformats.org/officeDocument/2006/relationships/image" Target="../media/image20.emf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6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66.xml"/><Relationship Id="rId4" Type="http://schemas.openxmlformats.org/officeDocument/2006/relationships/image" Target="../media/image20.emf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7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67.xml"/><Relationship Id="rId4" Type="http://schemas.openxmlformats.org/officeDocument/2006/relationships/image" Target="../media/image20.emf"/></Relationships>
</file>

<file path=ppt/slideLayouts/_rels/slideLayout5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8.bin"/><Relationship Id="rId3" Type="http://schemas.openxmlformats.org/officeDocument/2006/relationships/tags" Target="../tags/tag170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169.xml"/><Relationship Id="rId1" Type="http://schemas.openxmlformats.org/officeDocument/2006/relationships/tags" Target="../tags/tag168.xml"/><Relationship Id="rId6" Type="http://schemas.openxmlformats.org/officeDocument/2006/relationships/tags" Target="../tags/tag173.xml"/><Relationship Id="rId5" Type="http://schemas.openxmlformats.org/officeDocument/2006/relationships/tags" Target="../tags/tag172.xml"/><Relationship Id="rId4" Type="http://schemas.openxmlformats.org/officeDocument/2006/relationships/tags" Target="../tags/tag171.xml"/><Relationship Id="rId9" Type="http://schemas.openxmlformats.org/officeDocument/2006/relationships/image" Target="../media/image1.emf"/></Relationships>
</file>

<file path=ppt/slideLayouts/_rels/slideLayout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slideMaster" Target="../slideMasters/slideMaster2.xml"/><Relationship Id="rId7" Type="http://schemas.openxmlformats.org/officeDocument/2006/relationships/image" Target="../media/image29.png"/><Relationship Id="rId2" Type="http://schemas.openxmlformats.org/officeDocument/2006/relationships/tags" Target="../tags/tag175.xml"/><Relationship Id="rId1" Type="http://schemas.openxmlformats.org/officeDocument/2006/relationships/tags" Target="../tags/tag174.xml"/><Relationship Id="rId6" Type="http://schemas.openxmlformats.org/officeDocument/2006/relationships/image" Target="../media/image18.png"/><Relationship Id="rId5" Type="http://schemas.openxmlformats.org/officeDocument/2006/relationships/image" Target="../media/image17.emf"/><Relationship Id="rId10" Type="http://schemas.openxmlformats.org/officeDocument/2006/relationships/image" Target="../media/image19.svg"/><Relationship Id="rId4" Type="http://schemas.openxmlformats.org/officeDocument/2006/relationships/oleObject" Target="../embeddings/oleObject59.bin"/><Relationship Id="rId9" Type="http://schemas.openxmlformats.org/officeDocument/2006/relationships/image" Target="../media/image14.png"/></Relationships>
</file>

<file path=ppt/slideLayouts/_rels/slideLayout5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0.bin"/><Relationship Id="rId3" Type="http://schemas.openxmlformats.org/officeDocument/2006/relationships/tags" Target="../tags/tag178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177.xml"/><Relationship Id="rId1" Type="http://schemas.openxmlformats.org/officeDocument/2006/relationships/tags" Target="../tags/tag176.xml"/><Relationship Id="rId6" Type="http://schemas.openxmlformats.org/officeDocument/2006/relationships/tags" Target="../tags/tag181.xml"/><Relationship Id="rId5" Type="http://schemas.openxmlformats.org/officeDocument/2006/relationships/tags" Target="../tags/tag180.xml"/><Relationship Id="rId4" Type="http://schemas.openxmlformats.org/officeDocument/2006/relationships/tags" Target="../tags/tag179.xml"/><Relationship Id="rId9" Type="http://schemas.openxmlformats.org/officeDocument/2006/relationships/image" Target="../media/image1.emf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82.xml"/><Relationship Id="rId4" Type="http://schemas.openxmlformats.org/officeDocument/2006/relationships/image" Target="../media/image20.emf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83.xml"/><Relationship Id="rId5" Type="http://schemas.openxmlformats.org/officeDocument/2006/relationships/image" Target="../media/image16.png"/><Relationship Id="rId4" Type="http://schemas.openxmlformats.org/officeDocument/2006/relationships/image" Target="../media/image20.emf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33B562A0-3D6C-45D0-9E85-8A28A804D0F1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4499964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7" imgW="592" imgH="591" progId="TCLayout.ActiveDocument.1">
                  <p:embed/>
                </p:oleObj>
              </mc:Choice>
              <mc:Fallback>
                <p:oleObj name="thinkcell Slide" r:id="rId7" imgW="592" imgH="59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33B562A0-3D6C-45D0-9E85-8A28A804D0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CC42428D-965F-410A-AAB0-2F4E028AF07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44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6" name="Documenttype">
            <a:extLst>
              <a:ext uri="{FF2B5EF4-FFF2-40B4-BE49-F238E27FC236}">
                <a16:creationId xmlns:a16="http://schemas.microsoft.com/office/drawing/2014/main" id="{0CADA7EB-5C2E-4AD4-A32E-534A28817C8A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>
          <a:xfrm>
            <a:off x="550800" y="5887557"/>
            <a:ext cx="5339573" cy="21544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1400" b="1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buNone/>
            </a:pPr>
            <a:r>
              <a:rPr lang="en-US"/>
              <a:t>EDIT DATE OR TITLE/ROLE</a:t>
            </a:r>
          </a:p>
        </p:txBody>
      </p:sp>
      <p:sp>
        <p:nvSpPr>
          <p:cNvPr id="18" name="Subtitle">
            <a:extLst>
              <a:ext uri="{FF2B5EF4-FFF2-40B4-BE49-F238E27FC236}">
                <a16:creationId xmlns:a16="http://schemas.microsoft.com/office/drawing/2014/main" id="{C85A1636-E33D-4640-A4BA-89E2008C1ED4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551941" y="4983810"/>
            <a:ext cx="5339573" cy="30777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2000" b="1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buNone/>
            </a:pPr>
            <a:r>
              <a:rPr lang="en-US"/>
              <a:t>Click to edit Master subtitle style</a:t>
            </a:r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AA4E4E19-7239-46DA-AE24-CE9556C9BE7D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1941" y="3508547"/>
            <a:ext cx="5339573" cy="135421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normAutofit/>
          </a:bodyPr>
          <a:lstStyle>
            <a:lvl1pPr>
              <a:defRPr lang="en-US" sz="4400" b="1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E10C58F-F778-98B2-68F9-9081752509E5}"/>
              </a:ext>
            </a:extLst>
          </p:cNvPr>
          <p:cNvGrpSpPr/>
          <p:nvPr userDrawn="1"/>
        </p:nvGrpSpPr>
        <p:grpSpPr>
          <a:xfrm>
            <a:off x="-1" y="6655080"/>
            <a:ext cx="12192001" cy="210041"/>
            <a:chOff x="-1" y="2352858"/>
            <a:chExt cx="12191999" cy="198318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19E7F76-7E88-FD9A-5884-2D0BCDAE3AD0}"/>
                </a:ext>
              </a:extLst>
            </p:cNvPr>
            <p:cNvSpPr/>
            <p:nvPr/>
          </p:nvSpPr>
          <p:spPr>
            <a:xfrm>
              <a:off x="-1" y="2352858"/>
              <a:ext cx="2404873" cy="198318"/>
            </a:xfrm>
            <a:prstGeom prst="rect">
              <a:avLst/>
            </a:prstGeom>
            <a:solidFill>
              <a:srgbClr val="620000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ID" sz="120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6E9801E-DABD-687B-8C44-7A5C2A5E3D68}"/>
                </a:ext>
              </a:extLst>
            </p:cNvPr>
            <p:cNvSpPr/>
            <p:nvPr/>
          </p:nvSpPr>
          <p:spPr>
            <a:xfrm>
              <a:off x="4809745" y="2352858"/>
              <a:ext cx="7382253" cy="198318"/>
            </a:xfrm>
            <a:prstGeom prst="rect">
              <a:avLst/>
            </a:prstGeom>
            <a:solidFill>
              <a:srgbClr val="BE2326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ID" sz="120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891960C-0B68-810E-2036-A783F299EB33}"/>
                </a:ext>
              </a:extLst>
            </p:cNvPr>
            <p:cNvSpPr/>
            <p:nvPr/>
          </p:nvSpPr>
          <p:spPr>
            <a:xfrm>
              <a:off x="2404872" y="2352858"/>
              <a:ext cx="2404873" cy="198318"/>
            </a:xfrm>
            <a:prstGeom prst="rect">
              <a:avLst/>
            </a:prstGeom>
            <a:solidFill>
              <a:srgbClr val="ED1C24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ID" sz="1200" err="1">
                <a:solidFill>
                  <a:srgbClr val="ED1C24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C1A8FE62-560F-A48A-A936-B707003850B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420927" y="0"/>
            <a:ext cx="5771073" cy="6655080"/>
          </a:xfrm>
        </p:spPr>
        <p:txBody>
          <a:bodyPr anchor="ctr">
            <a:noAutofit/>
          </a:bodyPr>
          <a:lstStyle>
            <a:lvl1pPr algn="ctr"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9BA5B85-419B-3440-A7D8-938E4C2D6FE2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screen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1743" y="414745"/>
            <a:ext cx="2200087" cy="554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4316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33B562A0-3D6C-45D0-9E85-8A28A804D0F1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213901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7" imgW="592" imgH="591" progId="TCLayout.ActiveDocument.1">
                  <p:embed/>
                </p:oleObj>
              </mc:Choice>
              <mc:Fallback>
                <p:oleObj name="thinkcell Slide" r:id="rId7" imgW="592" imgH="59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33B562A0-3D6C-45D0-9E85-8A28A804D0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CC42428D-965F-410A-AAB0-2F4E028AF07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44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6" name="Documenttype">
            <a:extLst>
              <a:ext uri="{FF2B5EF4-FFF2-40B4-BE49-F238E27FC236}">
                <a16:creationId xmlns:a16="http://schemas.microsoft.com/office/drawing/2014/main" id="{0CADA7EB-5C2E-4AD4-A32E-534A28817C8A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>
          <a:xfrm>
            <a:off x="550800" y="5887557"/>
            <a:ext cx="5339573" cy="21544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1400" b="1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buNone/>
            </a:pPr>
            <a:r>
              <a:rPr lang="en-US"/>
              <a:t>EDIT DATE OR TITLE/ROLE</a:t>
            </a:r>
          </a:p>
        </p:txBody>
      </p:sp>
      <p:sp>
        <p:nvSpPr>
          <p:cNvPr id="18" name="Subtitle">
            <a:extLst>
              <a:ext uri="{FF2B5EF4-FFF2-40B4-BE49-F238E27FC236}">
                <a16:creationId xmlns:a16="http://schemas.microsoft.com/office/drawing/2014/main" id="{C85A1636-E33D-4640-A4BA-89E2008C1ED4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551941" y="4983810"/>
            <a:ext cx="5339573" cy="30777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2000" b="1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buNone/>
            </a:pPr>
            <a:r>
              <a:rPr lang="en-US"/>
              <a:t>Click to edit Master subtitle style</a:t>
            </a:r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AA4E4E19-7239-46DA-AE24-CE9556C9BE7D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1941" y="3508547"/>
            <a:ext cx="5339573" cy="135421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normAutofit/>
          </a:bodyPr>
          <a:lstStyle>
            <a:lvl1pPr>
              <a:defRPr lang="en-US" sz="4400" b="1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E10C58F-F778-98B2-68F9-9081752509E5}"/>
              </a:ext>
            </a:extLst>
          </p:cNvPr>
          <p:cNvGrpSpPr/>
          <p:nvPr userDrawn="1"/>
        </p:nvGrpSpPr>
        <p:grpSpPr>
          <a:xfrm>
            <a:off x="-1" y="6655080"/>
            <a:ext cx="12192001" cy="210041"/>
            <a:chOff x="-1" y="2352858"/>
            <a:chExt cx="12191999" cy="198318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19E7F76-7E88-FD9A-5884-2D0BCDAE3AD0}"/>
                </a:ext>
              </a:extLst>
            </p:cNvPr>
            <p:cNvSpPr/>
            <p:nvPr/>
          </p:nvSpPr>
          <p:spPr>
            <a:xfrm>
              <a:off x="-1" y="2352858"/>
              <a:ext cx="2404873" cy="198318"/>
            </a:xfrm>
            <a:prstGeom prst="rect">
              <a:avLst/>
            </a:prstGeom>
            <a:solidFill>
              <a:srgbClr val="620000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ID" sz="120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6E9801E-DABD-687B-8C44-7A5C2A5E3D68}"/>
                </a:ext>
              </a:extLst>
            </p:cNvPr>
            <p:cNvSpPr/>
            <p:nvPr/>
          </p:nvSpPr>
          <p:spPr>
            <a:xfrm>
              <a:off x="4809745" y="2352858"/>
              <a:ext cx="7382253" cy="198318"/>
            </a:xfrm>
            <a:prstGeom prst="rect">
              <a:avLst/>
            </a:prstGeom>
            <a:solidFill>
              <a:srgbClr val="BE2326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ID" sz="120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891960C-0B68-810E-2036-A783F299EB33}"/>
                </a:ext>
              </a:extLst>
            </p:cNvPr>
            <p:cNvSpPr/>
            <p:nvPr/>
          </p:nvSpPr>
          <p:spPr>
            <a:xfrm>
              <a:off x="2404872" y="2352858"/>
              <a:ext cx="2404873" cy="198318"/>
            </a:xfrm>
            <a:prstGeom prst="rect">
              <a:avLst/>
            </a:prstGeom>
            <a:solidFill>
              <a:srgbClr val="ED1C24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ID" sz="1200" err="1">
                <a:solidFill>
                  <a:srgbClr val="ED1C24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F6C5CF3F-9530-A43E-0017-4485CADB27FB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screen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1743" y="414745"/>
            <a:ext cx="2200087" cy="55442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F6BCB4E-FDA0-DE3E-BAA7-AAC8219616B7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rcRect l="22857" r="26921"/>
          <a:stretch>
            <a:fillRect/>
          </a:stretch>
        </p:blipFill>
        <p:spPr>
          <a:xfrm>
            <a:off x="6253018" y="3176"/>
            <a:ext cx="5938982" cy="6651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703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675144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9" imgW="413" imgH="416" progId="TCLayout.ActiveDocument.1">
                  <p:embed/>
                </p:oleObj>
              </mc:Choice>
              <mc:Fallback>
                <p:oleObj name="thinkcell Slide" r:id="rId9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1" hidden="1">
            <a:extLst>
              <a:ext uri="{FF2B5EF4-FFF2-40B4-BE49-F238E27FC236}">
                <a16:creationId xmlns:a16="http://schemas.microsoft.com/office/drawing/2014/main" id="{FCC3A0E6-E630-4C26-B008-93BA0B5B110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554736" y="919250"/>
            <a:ext cx="11082528" cy="24622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b="0" baseline="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buNone/>
            </a:pPr>
            <a:r>
              <a:rPr lang="en-US"/>
              <a:t>Click to edit Master subtitle style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Source: …</a:t>
            </a: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C30AC055-11D5-4540-94E4-C3B7BE6EFD7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800" b="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10" name="2. Slide Title">
            <a:extLst>
              <a:ext uri="{FF2B5EF4-FFF2-40B4-BE49-F238E27FC236}">
                <a16:creationId xmlns:a16="http://schemas.microsoft.com/office/drawing/2014/main" id="{8326FFD0-8389-4032-AAB8-00C262CAF746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17221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en-US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17064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9BA84E71-6FE7-4585-B82E-BE5603311945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644132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8" imgW="592" imgH="591" progId="TCLayout.ActiveDocument.1">
                  <p:embed/>
                </p:oleObj>
              </mc:Choice>
              <mc:Fallback>
                <p:oleObj name="thinkcell Slide" r:id="rId8" imgW="592" imgH="591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9BA84E71-6FE7-4585-B82E-BE56033119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 hidden="1">
            <a:extLst>
              <a:ext uri="{FF2B5EF4-FFF2-40B4-BE49-F238E27FC236}">
                <a16:creationId xmlns:a16="http://schemas.microsoft.com/office/drawing/2014/main" id="{D62A08AB-557D-4245-84FA-9DB6B6C6845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1706563"/>
            <a:ext cx="3813048" cy="769441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 rtl="0">
              <a:lnSpc>
                <a:spcPct val="100000"/>
              </a:lnSpc>
              <a:defRPr>
                <a:ln w="6350" cap="flat">
                  <a:noFill/>
                  <a:miter lim="800000"/>
                </a:ln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FB4BF85-6002-4998-80DC-DC1B92544D1D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Source: …</a:t>
            </a: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A2582D75-79F8-4634-92EF-A9F0840C018B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</p:spTree>
    <p:extLst>
      <p:ext uri="{BB962C8B-B14F-4D97-AF65-F5344CB8AC3E}">
        <p14:creationId xmlns:p14="http://schemas.microsoft.com/office/powerpoint/2010/main" val="562216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3C4F5195-E8F7-4A2F-B02E-643BB3D8838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821502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8" imgW="592" imgH="591" progId="TCLayout.ActiveDocument.1">
                  <p:embed/>
                </p:oleObj>
              </mc:Choice>
              <mc:Fallback>
                <p:oleObj name="thinkcell Slide" r:id="rId8" imgW="592" imgH="591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3C4F5195-E8F7-4A2F-B02E-643BB3D883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515EFC92-5E3D-4BDC-A378-85D30212A9E2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vert="horz" rIns="365760" anchor="ctr">
            <a:noAutofit/>
          </a:bodyPr>
          <a:lstStyle>
            <a:lvl1pPr rtl="0">
              <a:defRPr>
                <a:ln w="6350" cap="flat">
                  <a:noFill/>
                  <a:miter lim="800000"/>
                </a:ln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2BF771FC-DD10-42B6-A51E-7F1E26F8184D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E4983596-431B-4F12-AA07-76914CD3DEE7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</p:spTree>
    <p:extLst>
      <p:ext uri="{BB962C8B-B14F-4D97-AF65-F5344CB8AC3E}">
        <p14:creationId xmlns:p14="http://schemas.microsoft.com/office/powerpoint/2010/main" val="36230770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305B6D76-6B4B-4ED5-B8F1-5D1D098312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159259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8" imgW="592" imgH="591" progId="TCLayout.ActiveDocument.1">
                  <p:embed/>
                </p:oleObj>
              </mc:Choice>
              <mc:Fallback>
                <p:oleObj name="thinkcell Slide" r:id="rId8" imgW="592" imgH="59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305B6D76-6B4B-4ED5-B8F1-5D1D098312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BDCF374B-2477-45CD-A00B-B8676A45ACD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44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4580468"/>
            <a:ext cx="11082528" cy="677108"/>
          </a:xfrm>
        </p:spPr>
        <p:txBody>
          <a:bodyPr vert="horz" anchor="b">
            <a:noAutofit/>
          </a:bodyPr>
          <a:lstStyle>
            <a:lvl1pPr rtl="0">
              <a:lnSpc>
                <a:spcPct val="100000"/>
              </a:lnSpc>
              <a:defRPr sz="44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AE8A6-05EF-4E76-AAAD-41743692E9F9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FA764DC8-CEA6-42F3-8E66-7C768AAD275E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</p:spTree>
    <p:extLst>
      <p:ext uri="{BB962C8B-B14F-4D97-AF65-F5344CB8AC3E}">
        <p14:creationId xmlns:p14="http://schemas.microsoft.com/office/powerpoint/2010/main" val="15487141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EC6EE29E-F64A-419F-BFB0-EEDEB71953F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4609857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9" imgW="592" imgH="591" progId="TCLayout.ActiveDocument.1">
                  <p:embed/>
                </p:oleObj>
              </mc:Choice>
              <mc:Fallback>
                <p:oleObj name="thinkcell Slide" r:id="rId9" imgW="592" imgH="59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EC6EE29E-F64A-419F-BFB0-EEDEB71953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69526043-F22A-4ED3-B0A1-DD7C4F83AF9B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34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" name="2. Slide Title">
            <a:extLst>
              <a:ext uri="{FF2B5EF4-FFF2-40B4-BE49-F238E27FC236}">
                <a16:creationId xmlns:a16="http://schemas.microsoft.com/office/drawing/2014/main" id="{EA735538-C733-4892-93A4-7B433D8B829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505712" y="3556229"/>
            <a:ext cx="9180576" cy="523220"/>
          </a:xfrm>
          <a:prstGeom prst="rect">
            <a:avLst/>
          </a:prstGeom>
        </p:spPr>
        <p:txBody>
          <a:bodyPr vert="horz">
            <a:spAutoFit/>
          </a:bodyPr>
          <a:lstStyle>
            <a:lvl1pPr rtl="0">
              <a:lnSpc>
                <a:spcPct val="105000"/>
              </a:lnSpc>
              <a:defRPr sz="34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“Click to add quote</a:t>
            </a:r>
          </a:p>
        </p:txBody>
      </p:sp>
      <p:sp>
        <p:nvSpPr>
          <p:cNvPr id="6" name="3. Subtitle">
            <a:extLst>
              <a:ext uri="{FF2B5EF4-FFF2-40B4-BE49-F238E27FC236}">
                <a16:creationId xmlns:a16="http://schemas.microsoft.com/office/drawing/2014/main" id="{8DB5022C-F66C-4018-82F3-195571DDD527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1505712" y="4284630"/>
            <a:ext cx="9180576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quote source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FAEB6FCE-50CC-4F2B-A5B3-CB508EDFCD46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97195F4E-ECA7-41A9-AFF3-0C4DAD103DA6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556D1499-3230-4098-85B2-D4CC7CA621F1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</p:spTree>
    <p:extLst>
      <p:ext uri="{BB962C8B-B14F-4D97-AF65-F5344CB8AC3E}">
        <p14:creationId xmlns:p14="http://schemas.microsoft.com/office/powerpoint/2010/main" val="294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A8D6A48-EE20-4EB4-A234-9F3B16C0287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5906447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10" imgW="413" imgH="416" progId="TCLayout.ActiveDocument.1">
                  <p:embed/>
                </p:oleObj>
              </mc:Choice>
              <mc:Fallback>
                <p:oleObj name="thinkcell Slide" r:id="rId10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A8D6A48-EE20-4EB4-A234-9F3B16C028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1" hidden="1">
            <a:extLst>
              <a:ext uri="{FF2B5EF4-FFF2-40B4-BE49-F238E27FC236}">
                <a16:creationId xmlns:a16="http://schemas.microsoft.com/office/drawing/2014/main" id="{67C50C85-5FB9-4798-A8A4-1DA5B9F3ACC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US">
              <a:solidFill>
                <a:srgbClr val="F0F0F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2744369"/>
            <a:ext cx="2514600" cy="769441"/>
          </a:xfrm>
        </p:spPr>
        <p:txBody>
          <a:bodyPr vert="horz" wrap="square" lIns="0" tIns="0" rIns="0" bIns="0" rtlCol="0" anchor="b" anchorCtr="0">
            <a:noAutofit/>
          </a:bodyPr>
          <a:lstStyle>
            <a:lvl1pPr rtl="0">
              <a:defRPr 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6" y="3659644"/>
            <a:ext cx="2514600" cy="49244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96552B7E-7081-4EA8-9351-FE4C7216ADF2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251460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2" name="Holder 3">
            <a:extLst>
              <a:ext uri="{FF2B5EF4-FFF2-40B4-BE49-F238E27FC236}">
                <a16:creationId xmlns:a16="http://schemas.microsoft.com/office/drawing/2014/main" id="{96012922-5984-3E1F-C8EA-B406E9034A41}"/>
              </a:ext>
            </a:extLst>
          </p:cNvPr>
          <p:cNvSpPr txBox="1">
            <a:spLocks/>
          </p:cNvSpPr>
          <p:nvPr userDrawn="1"/>
        </p:nvSpPr>
        <p:spPr>
          <a:xfrm>
            <a:off x="5259233" y="6588180"/>
            <a:ext cx="1673535" cy="15388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000" b="1" kern="1200">
                <a:solidFill>
                  <a:srgbClr val="CC0000"/>
                </a:solidFill>
                <a:latin typeface="Trebuchet MS" panose="020B0603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PRIVATE &amp; CONFIDENTIAL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D017FEC-818E-6965-D5F3-37B653CE4B0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072696" y="6367129"/>
            <a:ext cx="1191176" cy="246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08227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EE6E84E-0DE7-4EEF-8932-BF42153B3B5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16804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10" imgW="413" imgH="416" progId="TCLayout.ActiveDocument.1">
                  <p:embed/>
                </p:oleObj>
              </mc:Choice>
              <mc:Fallback>
                <p:oleObj name="thinkcell Slide" r:id="rId10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EE6E84E-0DE7-4EEF-8932-BF42153B3B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29D2CA90-0144-4292-9526-98A508F53171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US">
              <a:solidFill>
                <a:srgbClr val="F0F0F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rtl="0">
              <a:defRPr 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5" y="3659644"/>
            <a:ext cx="3465575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79C07342-0520-417C-B878-54C94CBD8539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3465577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2" name="Holder 3">
            <a:extLst>
              <a:ext uri="{FF2B5EF4-FFF2-40B4-BE49-F238E27FC236}">
                <a16:creationId xmlns:a16="http://schemas.microsoft.com/office/drawing/2014/main" id="{4E46CF72-D723-78DB-5D48-DAA26240A3DB}"/>
              </a:ext>
            </a:extLst>
          </p:cNvPr>
          <p:cNvSpPr txBox="1">
            <a:spLocks/>
          </p:cNvSpPr>
          <p:nvPr userDrawn="1"/>
        </p:nvSpPr>
        <p:spPr>
          <a:xfrm>
            <a:off x="5259233" y="6588180"/>
            <a:ext cx="1673535" cy="15388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000" b="1" kern="1200">
                <a:solidFill>
                  <a:srgbClr val="CC0000"/>
                </a:solidFill>
                <a:latin typeface="Trebuchet MS" panose="020B0603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PRIVATE &amp; CONFIDENTIAL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4A29351-B3F4-D004-8646-E8C89BEF855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072696" y="6367129"/>
            <a:ext cx="1191176" cy="246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6577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4207496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10" imgW="413" imgH="416" progId="TCLayout.ActiveDocument.1">
                  <p:embed/>
                </p:oleObj>
              </mc:Choice>
              <mc:Fallback>
                <p:oleObj name="thinkcell Slide" r:id="rId10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1725BD87-3C3D-45F6-BBCF-F06FD867659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US">
              <a:solidFill>
                <a:srgbClr val="F0F0F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172212"/>
            <a:ext cx="5065776" cy="731520"/>
          </a:xfrm>
        </p:spPr>
        <p:txBody>
          <a:bodyPr vert="horz"/>
          <a:lstStyle>
            <a:lvl1pPr rtl="0"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6" y="919250"/>
            <a:ext cx="5065776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E9BE4D1E-183A-499B-BFC7-798294EB7AE9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2" name="Holder 3">
            <a:extLst>
              <a:ext uri="{FF2B5EF4-FFF2-40B4-BE49-F238E27FC236}">
                <a16:creationId xmlns:a16="http://schemas.microsoft.com/office/drawing/2014/main" id="{7CCB1E77-89F0-A463-D76F-FBAA4B6F1ECF}"/>
              </a:ext>
            </a:extLst>
          </p:cNvPr>
          <p:cNvSpPr txBox="1">
            <a:spLocks/>
          </p:cNvSpPr>
          <p:nvPr userDrawn="1"/>
        </p:nvSpPr>
        <p:spPr>
          <a:xfrm>
            <a:off x="5259233" y="6588180"/>
            <a:ext cx="1673535" cy="15388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000" b="1" kern="1200">
                <a:solidFill>
                  <a:srgbClr val="CC0000"/>
                </a:solidFill>
                <a:latin typeface="Trebuchet MS" panose="020B0603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PRIVATE &amp; CONFIDENTIAL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ED692C5-843F-2D57-97EF-D54160522DB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072696" y="6367129"/>
            <a:ext cx="1191176" cy="246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526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293AC4C-5B2F-4A0C-8C9B-7295BEE1F457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337431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10" imgW="572" imgH="588" progId="TCLayout.ActiveDocument.1">
                  <p:embed/>
                </p:oleObj>
              </mc:Choice>
              <mc:Fallback>
                <p:oleObj name="thinkcell Slide" r:id="rId10" imgW="572" imgH="58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293AC4C-5B2F-4A0C-8C9B-7295BEE1F4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2D668F04-7049-40BA-8D63-D8BBB692131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172212"/>
            <a:ext cx="6967728" cy="731520"/>
          </a:xfrm>
        </p:spPr>
        <p:txBody>
          <a:bodyPr vert="horz"/>
          <a:lstStyle>
            <a:lvl1pPr rtl="0"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US">
              <a:solidFill>
                <a:srgbClr val="F0F0F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6" y="919250"/>
            <a:ext cx="6967728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US" sz="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7C393009-0681-4A8F-A1E9-19E10A949DC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2" name="Holder 3">
            <a:extLst>
              <a:ext uri="{FF2B5EF4-FFF2-40B4-BE49-F238E27FC236}">
                <a16:creationId xmlns:a16="http://schemas.microsoft.com/office/drawing/2014/main" id="{78E69A3B-DD4A-7E6E-BF9B-B34F255DA1D3}"/>
              </a:ext>
            </a:extLst>
          </p:cNvPr>
          <p:cNvSpPr txBox="1">
            <a:spLocks/>
          </p:cNvSpPr>
          <p:nvPr userDrawn="1"/>
        </p:nvSpPr>
        <p:spPr>
          <a:xfrm>
            <a:off x="5259233" y="6588180"/>
            <a:ext cx="1673535" cy="15388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000" b="1" kern="1200">
                <a:solidFill>
                  <a:srgbClr val="CC0000"/>
                </a:solidFill>
                <a:latin typeface="Trebuchet MS" panose="020B0603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PRIVATE &amp; CONFIDENTIAL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0BFDC8F-E3E5-4E63-6448-25B829D6813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072696" y="6367129"/>
            <a:ext cx="1191176" cy="246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2995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/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1328587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10" imgW="413" imgH="416" progId="TCLayout.ActiveDocument.1">
                  <p:embed/>
                </p:oleObj>
              </mc:Choice>
              <mc:Fallback>
                <p:oleObj name="thinkcell Slide" r:id="rId10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1" hidden="1">
            <a:extLst>
              <a:ext uri="{FF2B5EF4-FFF2-40B4-BE49-F238E27FC236}">
                <a16:creationId xmlns:a16="http://schemas.microsoft.com/office/drawing/2014/main" id="{50854476-2923-4515-A585-4477FF861180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3" name="RectangleLight">
            <a:extLst>
              <a:ext uri="{FF2B5EF4-FFF2-40B4-BE49-F238E27FC236}">
                <a16:creationId xmlns:a16="http://schemas.microsoft.com/office/drawing/2014/main" id="{A80E2F68-4ED6-42EF-9858-2FE4B1382825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172212"/>
            <a:ext cx="7918704" cy="731520"/>
          </a:xfrm>
        </p:spPr>
        <p:txBody>
          <a:bodyPr vert="horz"/>
          <a:lstStyle>
            <a:lvl1pPr rtl="0"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6" y="919250"/>
            <a:ext cx="7918704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u="none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DEC2F904-C5C8-4B39-9C46-6CA56144D86A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2" name="Holder 3">
            <a:extLst>
              <a:ext uri="{FF2B5EF4-FFF2-40B4-BE49-F238E27FC236}">
                <a16:creationId xmlns:a16="http://schemas.microsoft.com/office/drawing/2014/main" id="{A6A7F655-4DC2-8B0E-4F18-BC459EA4034A}"/>
              </a:ext>
            </a:extLst>
          </p:cNvPr>
          <p:cNvSpPr txBox="1">
            <a:spLocks/>
          </p:cNvSpPr>
          <p:nvPr userDrawn="1"/>
        </p:nvSpPr>
        <p:spPr>
          <a:xfrm>
            <a:off x="5259233" y="6588180"/>
            <a:ext cx="1673535" cy="15388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000" b="1" kern="1200">
                <a:solidFill>
                  <a:srgbClr val="CC0000"/>
                </a:solidFill>
                <a:latin typeface="Trebuchet MS" panose="020B0603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PRIVATE &amp; CONFIDENTIAL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A81F97A-0771-DDF8-16F9-BF5FAD0BD58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072696" y="6367129"/>
            <a:ext cx="1191176" cy="246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7836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-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648A5D5-75B9-4F02-A4CB-B3C65A9BF2C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1745967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8" imgW="592" imgH="591" progId="TCLayout.ActiveDocument.1">
                  <p:embed/>
                </p:oleObj>
              </mc:Choice>
              <mc:Fallback>
                <p:oleObj name="thinkcell Slide" r:id="rId8" imgW="592" imgH="59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648A5D5-75B9-4F02-A4CB-B3C65A9BF2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A58AAF75-30DC-408A-933A-149F2D14D18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0AA537C7-2883-43C1-848C-3A4E9645077F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6C3D89FC-A4B9-4683-B64F-B0644150274F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54736" y="172212"/>
            <a:ext cx="11082528" cy="989512"/>
          </a:xfrm>
        </p:spPr>
        <p:txBody>
          <a:bodyPr vert="horz">
            <a:noAutofit/>
          </a:bodyPr>
          <a:lstStyle>
            <a:lvl1pPr rtl="0"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81E2484B-3E40-408C-A350-5EB40C8A09F0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Source: …</a:t>
            </a: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931AA88E-24E2-4493-A340-98EE8666A3B2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5" name="Holder 3">
            <a:extLst>
              <a:ext uri="{FF2B5EF4-FFF2-40B4-BE49-F238E27FC236}">
                <a16:creationId xmlns:a16="http://schemas.microsoft.com/office/drawing/2014/main" id="{B1BE78C8-7D39-F82D-41C0-2B571C68E076}"/>
              </a:ext>
            </a:extLst>
          </p:cNvPr>
          <p:cNvSpPr txBox="1">
            <a:spLocks/>
          </p:cNvSpPr>
          <p:nvPr userDrawn="1"/>
        </p:nvSpPr>
        <p:spPr>
          <a:xfrm>
            <a:off x="5259233" y="6588180"/>
            <a:ext cx="1673535" cy="15388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000" b="1" kern="1200">
                <a:solidFill>
                  <a:srgbClr val="CC0000"/>
                </a:solidFill>
                <a:latin typeface="Trebuchet MS" panose="020B0603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PRIVATE &amp; CONFIDENTIAL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CEEB356C-A4A8-675D-C0E4-F71203FFF55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072696" y="6367129"/>
            <a:ext cx="1191176" cy="246221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75232F96-BD7E-856C-F9D4-60844754204B}"/>
              </a:ext>
            </a:extLst>
          </p:cNvPr>
          <p:cNvGrpSpPr/>
          <p:nvPr userDrawn="1"/>
        </p:nvGrpSpPr>
        <p:grpSpPr>
          <a:xfrm>
            <a:off x="0" y="6787773"/>
            <a:ext cx="12192000" cy="83657"/>
            <a:chOff x="-1" y="2352858"/>
            <a:chExt cx="12191999" cy="198318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C9E8511-CE84-7C62-D0D2-8F254E2FE622}"/>
                </a:ext>
              </a:extLst>
            </p:cNvPr>
            <p:cNvSpPr/>
            <p:nvPr/>
          </p:nvSpPr>
          <p:spPr>
            <a:xfrm>
              <a:off x="-1" y="2352858"/>
              <a:ext cx="2404873" cy="198318"/>
            </a:xfrm>
            <a:prstGeom prst="rect">
              <a:avLst/>
            </a:prstGeom>
            <a:solidFill>
              <a:srgbClr val="670F31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ID" sz="120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1017B6D-EDDA-8B25-63BA-A325431753DC}"/>
                </a:ext>
              </a:extLst>
            </p:cNvPr>
            <p:cNvSpPr/>
            <p:nvPr/>
          </p:nvSpPr>
          <p:spPr>
            <a:xfrm>
              <a:off x="4809745" y="2352858"/>
              <a:ext cx="7382253" cy="198318"/>
            </a:xfrm>
            <a:prstGeom prst="rect">
              <a:avLst/>
            </a:prstGeom>
            <a:solidFill>
              <a:srgbClr val="BE2326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ID" sz="120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DA71344-8F14-DF19-CCA8-D82208F286D0}"/>
                </a:ext>
              </a:extLst>
            </p:cNvPr>
            <p:cNvSpPr/>
            <p:nvPr/>
          </p:nvSpPr>
          <p:spPr>
            <a:xfrm>
              <a:off x="2404872" y="2352858"/>
              <a:ext cx="2404873" cy="198318"/>
            </a:xfrm>
            <a:prstGeom prst="rect">
              <a:avLst/>
            </a:prstGeom>
            <a:solidFill>
              <a:srgbClr val="ED1C24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ID" sz="1200" err="1">
                <a:solidFill>
                  <a:srgbClr val="ED1C24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801826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220E9A7C-FB74-480B-8212-8CE5C1AF5D1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2875875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6" imgW="592" imgH="591" progId="TCLayout.ActiveDocument.1">
                  <p:embed/>
                </p:oleObj>
              </mc:Choice>
              <mc:Fallback>
                <p:oleObj name="thinkcell Slide" r:id="rId6" imgW="592" imgH="591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220E9A7C-FB74-480B-8212-8CE5C1AF5D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Source: …</a:t>
            </a: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BD5E1493-E8EF-4031-B447-85DA0B418111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4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3" name="Holder 3">
            <a:extLst>
              <a:ext uri="{FF2B5EF4-FFF2-40B4-BE49-F238E27FC236}">
                <a16:creationId xmlns:a16="http://schemas.microsoft.com/office/drawing/2014/main" id="{848C1D35-957D-3E09-97C3-B00935F18540}"/>
              </a:ext>
            </a:extLst>
          </p:cNvPr>
          <p:cNvSpPr txBox="1">
            <a:spLocks/>
          </p:cNvSpPr>
          <p:nvPr userDrawn="1"/>
        </p:nvSpPr>
        <p:spPr>
          <a:xfrm>
            <a:off x="5259233" y="6588180"/>
            <a:ext cx="1673535" cy="15388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000" b="1" kern="1200">
                <a:solidFill>
                  <a:srgbClr val="CC0000"/>
                </a:solidFill>
                <a:latin typeface="Trebuchet MS" panose="020B0603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PRIVATE &amp; CONFIDENTIAL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8E241E06-CC02-08B5-C9FA-54C88522E2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72696" y="6367129"/>
            <a:ext cx="1191176" cy="246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4588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A954CCC1-5027-4384-BFF6-B54153C697A8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650261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4" imgW="592" imgH="591" progId="TCLayout.ActiveDocument.1">
                  <p:embed/>
                </p:oleObj>
              </mc:Choice>
              <mc:Fallback>
                <p:oleObj name="thinkcell Slide" r:id="rId4" imgW="592" imgH="591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A954CCC1-5027-4384-BFF6-B54153C697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Source: …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DA4645EB-45E8-DA97-49E9-8C5641421F17}"/>
              </a:ext>
            </a:extLst>
          </p:cNvPr>
          <p:cNvGrpSpPr/>
          <p:nvPr userDrawn="1"/>
        </p:nvGrpSpPr>
        <p:grpSpPr>
          <a:xfrm>
            <a:off x="4198074" y="2866129"/>
            <a:ext cx="6916333" cy="1116121"/>
            <a:chOff x="4198074" y="2926914"/>
            <a:chExt cx="6916333" cy="1116121"/>
          </a:xfrm>
        </p:grpSpPr>
        <p:grpSp>
          <p:nvGrpSpPr>
            <p:cNvPr id="3" name="Google Shape;309;p44">
              <a:extLst>
                <a:ext uri="{FF2B5EF4-FFF2-40B4-BE49-F238E27FC236}">
                  <a16:creationId xmlns:a16="http://schemas.microsoft.com/office/drawing/2014/main" id="{7C488BB5-E680-BA75-E28B-B49142AEEE4F}"/>
                </a:ext>
              </a:extLst>
            </p:cNvPr>
            <p:cNvGrpSpPr/>
            <p:nvPr userDrawn="1"/>
          </p:nvGrpSpPr>
          <p:grpSpPr>
            <a:xfrm>
              <a:off x="4198074" y="2926914"/>
              <a:ext cx="1059929" cy="1116121"/>
              <a:chOff x="565555" y="4377823"/>
              <a:chExt cx="1163282" cy="1224953"/>
            </a:xfrm>
          </p:grpSpPr>
          <p:sp>
            <p:nvSpPr>
              <p:cNvPr id="5" name="Google Shape;310;p44">
                <a:extLst>
                  <a:ext uri="{FF2B5EF4-FFF2-40B4-BE49-F238E27FC236}">
                    <a16:creationId xmlns:a16="http://schemas.microsoft.com/office/drawing/2014/main" id="{2802B82F-E218-226B-A2EE-27D654ACC2B7}"/>
                  </a:ext>
                </a:extLst>
              </p:cNvPr>
              <p:cNvSpPr/>
              <p:nvPr/>
            </p:nvSpPr>
            <p:spPr>
              <a:xfrm>
                <a:off x="811306" y="4572470"/>
                <a:ext cx="563955" cy="793531"/>
              </a:xfrm>
              <a:custGeom>
                <a:avLst/>
                <a:gdLst/>
                <a:ahLst/>
                <a:cxnLst/>
                <a:rect l="l" t="t" r="r" b="b"/>
                <a:pathLst>
                  <a:path w="563955" h="793531" extrusionOk="0">
                    <a:moveTo>
                      <a:pt x="0" y="0"/>
                    </a:moveTo>
                    <a:lnTo>
                      <a:pt x="563955" y="0"/>
                    </a:lnTo>
                    <a:lnTo>
                      <a:pt x="563955" y="793531"/>
                    </a:lnTo>
                    <a:lnTo>
                      <a:pt x="0" y="79353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6" name="Google Shape;311;p44">
                <a:extLst>
                  <a:ext uri="{FF2B5EF4-FFF2-40B4-BE49-F238E27FC236}">
                    <a16:creationId xmlns:a16="http://schemas.microsoft.com/office/drawing/2014/main" id="{38CAADCE-307E-947A-36EF-68024A1964F4}"/>
                  </a:ext>
                </a:extLst>
              </p:cNvPr>
              <p:cNvSpPr/>
              <p:nvPr/>
            </p:nvSpPr>
            <p:spPr>
              <a:xfrm>
                <a:off x="565555" y="4377823"/>
                <a:ext cx="1163282" cy="1224953"/>
              </a:xfrm>
              <a:custGeom>
                <a:avLst/>
                <a:gdLst/>
                <a:ahLst/>
                <a:cxnLst/>
                <a:rect l="l" t="t" r="r" b="b"/>
                <a:pathLst>
                  <a:path w="1163282" h="1224953" extrusionOk="0">
                    <a:moveTo>
                      <a:pt x="0" y="1224954"/>
                    </a:moveTo>
                    <a:lnTo>
                      <a:pt x="0" y="0"/>
                    </a:lnTo>
                    <a:lnTo>
                      <a:pt x="565366" y="0"/>
                    </a:lnTo>
                    <a:cubicBezTo>
                      <a:pt x="744677" y="0"/>
                      <a:pt x="889163" y="54557"/>
                      <a:pt x="998827" y="163613"/>
                    </a:cubicBezTo>
                    <a:cubicBezTo>
                      <a:pt x="1108471" y="272708"/>
                      <a:pt x="1163283" y="423172"/>
                      <a:pt x="1163283" y="615044"/>
                    </a:cubicBezTo>
                    <a:cubicBezTo>
                      <a:pt x="1163283" y="809228"/>
                      <a:pt x="1109019" y="959398"/>
                      <a:pt x="1000532" y="1065632"/>
                    </a:cubicBezTo>
                    <a:cubicBezTo>
                      <a:pt x="892005" y="1171847"/>
                      <a:pt x="741835" y="1224954"/>
                      <a:pt x="549944" y="1224954"/>
                    </a:cubicBezTo>
                    <a:lnTo>
                      <a:pt x="0" y="1224954"/>
                    </a:lnTo>
                    <a:close/>
                    <a:moveTo>
                      <a:pt x="358072" y="928572"/>
                    </a:moveTo>
                    <a:lnTo>
                      <a:pt x="520823" y="928572"/>
                    </a:lnTo>
                    <a:cubicBezTo>
                      <a:pt x="605344" y="928572"/>
                      <a:pt x="673011" y="901451"/>
                      <a:pt x="723845" y="847187"/>
                    </a:cubicBezTo>
                    <a:cubicBezTo>
                      <a:pt x="774660" y="792963"/>
                      <a:pt x="800077" y="715575"/>
                      <a:pt x="800077" y="615044"/>
                    </a:cubicBezTo>
                    <a:cubicBezTo>
                      <a:pt x="800077" y="514513"/>
                      <a:pt x="775247" y="436322"/>
                      <a:pt x="725550" y="380334"/>
                    </a:cubicBezTo>
                    <a:cubicBezTo>
                      <a:pt x="675872" y="324385"/>
                      <a:pt x="607617" y="296401"/>
                      <a:pt x="520823" y="296401"/>
                    </a:cubicBezTo>
                    <a:lnTo>
                      <a:pt x="358072" y="296401"/>
                    </a:lnTo>
                    <a:lnTo>
                      <a:pt x="358072" y="92857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7" name="Google Shape;312;p44">
                <a:extLst>
                  <a:ext uri="{FF2B5EF4-FFF2-40B4-BE49-F238E27FC236}">
                    <a16:creationId xmlns:a16="http://schemas.microsoft.com/office/drawing/2014/main" id="{25A3D00D-5E74-67C6-756E-9360A235A949}"/>
                  </a:ext>
                </a:extLst>
              </p:cNvPr>
              <p:cNvSpPr/>
              <p:nvPr/>
            </p:nvSpPr>
            <p:spPr>
              <a:xfrm>
                <a:off x="649333" y="4716177"/>
                <a:ext cx="886733" cy="363760"/>
              </a:xfrm>
              <a:custGeom>
                <a:avLst/>
                <a:gdLst/>
                <a:ahLst/>
                <a:cxnLst/>
                <a:rect l="l" t="t" r="r" b="b"/>
                <a:pathLst>
                  <a:path w="886733" h="363760" extrusionOk="0">
                    <a:moveTo>
                      <a:pt x="886733" y="156819"/>
                    </a:moveTo>
                    <a:cubicBezTo>
                      <a:pt x="695861" y="138633"/>
                      <a:pt x="483256" y="162992"/>
                      <a:pt x="323523" y="276006"/>
                    </a:cubicBezTo>
                    <a:cubicBezTo>
                      <a:pt x="293755" y="297073"/>
                      <a:pt x="249839" y="328741"/>
                      <a:pt x="238884" y="363761"/>
                    </a:cubicBezTo>
                    <a:lnTo>
                      <a:pt x="0" y="144532"/>
                    </a:lnTo>
                    <a:cubicBezTo>
                      <a:pt x="78" y="136007"/>
                      <a:pt x="132043" y="84331"/>
                      <a:pt x="150092" y="77922"/>
                    </a:cubicBezTo>
                    <a:cubicBezTo>
                      <a:pt x="322935" y="16624"/>
                      <a:pt x="607930" y="-41755"/>
                      <a:pt x="778579" y="40845"/>
                    </a:cubicBezTo>
                    <a:cubicBezTo>
                      <a:pt x="824670" y="63166"/>
                      <a:pt x="873486" y="106377"/>
                      <a:pt x="886733" y="156819"/>
                    </a:cubicBezTo>
                  </a:path>
                </a:pathLst>
              </a:custGeom>
              <a:solidFill>
                <a:srgbClr val="D51A2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9" name="Google Shape;313;p44">
                <a:extLst>
                  <a:ext uri="{FF2B5EF4-FFF2-40B4-BE49-F238E27FC236}">
                    <a16:creationId xmlns:a16="http://schemas.microsoft.com/office/drawing/2014/main" id="{04E644AE-7472-7DC1-36B1-4C6FFE011A7A}"/>
                  </a:ext>
                </a:extLst>
              </p:cNvPr>
              <p:cNvSpPr/>
              <p:nvPr/>
            </p:nvSpPr>
            <p:spPr>
              <a:xfrm>
                <a:off x="914565" y="4894231"/>
                <a:ext cx="715007" cy="397945"/>
              </a:xfrm>
              <a:custGeom>
                <a:avLst/>
                <a:gdLst/>
                <a:ahLst/>
                <a:cxnLst/>
                <a:rect l="l" t="t" r="r" b="b"/>
                <a:pathLst>
                  <a:path w="715007" h="397945" extrusionOk="0">
                    <a:moveTo>
                      <a:pt x="689120" y="39078"/>
                    </a:moveTo>
                    <a:cubicBezTo>
                      <a:pt x="722062" y="73391"/>
                      <a:pt x="723708" y="132221"/>
                      <a:pt x="693235" y="168730"/>
                    </a:cubicBezTo>
                    <a:cubicBezTo>
                      <a:pt x="652591" y="100749"/>
                      <a:pt x="557096" y="124461"/>
                      <a:pt x="493583" y="144410"/>
                    </a:cubicBezTo>
                    <a:cubicBezTo>
                      <a:pt x="372025" y="182585"/>
                      <a:pt x="275354" y="275199"/>
                      <a:pt x="238101" y="397600"/>
                    </a:cubicBezTo>
                    <a:cubicBezTo>
                      <a:pt x="232457" y="402715"/>
                      <a:pt x="169531" y="349451"/>
                      <a:pt x="160184" y="341691"/>
                    </a:cubicBezTo>
                    <a:cubicBezTo>
                      <a:pt x="140176" y="325092"/>
                      <a:pt x="1881" y="205630"/>
                      <a:pt x="0" y="194931"/>
                    </a:cubicBezTo>
                    <a:cubicBezTo>
                      <a:pt x="99551" y="76115"/>
                      <a:pt x="283408" y="13582"/>
                      <a:pt x="435322" y="3392"/>
                    </a:cubicBezTo>
                    <a:cubicBezTo>
                      <a:pt x="500423" y="-978"/>
                      <a:pt x="642891" y="-9072"/>
                      <a:pt x="689120" y="39078"/>
                    </a:cubicBezTo>
                  </a:path>
                </a:pathLst>
              </a:custGeom>
              <a:solidFill>
                <a:srgbClr val="FEFEF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42" name="Google Shape;347;p44">
              <a:extLst>
                <a:ext uri="{FF2B5EF4-FFF2-40B4-BE49-F238E27FC236}">
                  <a16:creationId xmlns:a16="http://schemas.microsoft.com/office/drawing/2014/main" id="{5F028DEB-F5B7-AC52-2835-9742FDADF5BC}"/>
                </a:ext>
              </a:extLst>
            </p:cNvPr>
            <p:cNvGrpSpPr/>
            <p:nvPr userDrawn="1"/>
          </p:nvGrpSpPr>
          <p:grpSpPr>
            <a:xfrm>
              <a:off x="5731847" y="2948146"/>
              <a:ext cx="5382560" cy="1073656"/>
              <a:chOff x="7116763" y="3237861"/>
              <a:chExt cx="5382560" cy="1073656"/>
            </a:xfrm>
          </p:grpSpPr>
          <p:sp>
            <p:nvSpPr>
              <p:cNvPr id="43" name="Google Shape;348;p44">
                <a:extLst>
                  <a:ext uri="{FF2B5EF4-FFF2-40B4-BE49-F238E27FC236}">
                    <a16:creationId xmlns:a16="http://schemas.microsoft.com/office/drawing/2014/main" id="{F9179288-795A-99BE-52C2-2A13BF52B8B3}"/>
                  </a:ext>
                </a:extLst>
              </p:cNvPr>
              <p:cNvSpPr/>
              <p:nvPr/>
            </p:nvSpPr>
            <p:spPr>
              <a:xfrm>
                <a:off x="7116763" y="3237861"/>
                <a:ext cx="4413174" cy="1073656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44" name="Google Shape;349;p44">
                <a:extLst>
                  <a:ext uri="{FF2B5EF4-FFF2-40B4-BE49-F238E27FC236}">
                    <a16:creationId xmlns:a16="http://schemas.microsoft.com/office/drawing/2014/main" id="{23F61F26-167F-D595-6F3E-D9467A4EC189}"/>
                  </a:ext>
                </a:extLst>
              </p:cNvPr>
              <p:cNvSpPr/>
              <p:nvPr/>
            </p:nvSpPr>
            <p:spPr>
              <a:xfrm>
                <a:off x="10959438" y="3237861"/>
                <a:ext cx="1539885" cy="1073656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45" name="Google Shape;350;p44">
                <a:extLst>
                  <a:ext uri="{FF2B5EF4-FFF2-40B4-BE49-F238E27FC236}">
                    <a16:creationId xmlns:a16="http://schemas.microsoft.com/office/drawing/2014/main" id="{8D75A7B0-6148-505C-743E-5B4F7EBA20E0}"/>
                  </a:ext>
                </a:extLst>
              </p:cNvPr>
              <p:cNvSpPr/>
              <p:nvPr/>
            </p:nvSpPr>
            <p:spPr>
              <a:xfrm>
                <a:off x="10236729" y="3237861"/>
                <a:ext cx="790948" cy="107365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</p:grp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742586D9-666D-EC01-F939-C7215AB50221}"/>
              </a:ext>
            </a:extLst>
          </p:cNvPr>
          <p:cNvSpPr txBox="1"/>
          <p:nvPr userDrawn="1"/>
        </p:nvSpPr>
        <p:spPr>
          <a:xfrm>
            <a:off x="0" y="6522757"/>
            <a:ext cx="121919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0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Strictly Confidential • This document contains sensitive information and is intended only for authorized personnel; any unauthorized sharing or disclosure is strictly prohibited</a:t>
            </a:r>
            <a:endParaRPr lang="en-US" sz="1000" b="1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85B94E2-4DED-67DC-C05E-42DC23566688}"/>
              </a:ext>
            </a:extLst>
          </p:cNvPr>
          <p:cNvSpPr txBox="1"/>
          <p:nvPr userDrawn="1"/>
        </p:nvSpPr>
        <p:spPr>
          <a:xfrm>
            <a:off x="453152" y="4587319"/>
            <a:ext cx="57996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Thank you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46A798-B67F-EE91-D446-E1DBF916D89F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16543" y="2805344"/>
            <a:ext cx="3560174" cy="1237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8333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70519287"/>
              </p:ext>
            </p:extLst>
          </p:nvPr>
        </p:nvGraphicFramePr>
        <p:xfrm>
          <a:off x="1621" y="1621"/>
          <a:ext cx="1619" cy="16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5" imgW="353" imgH="353" progId="TCLayout.ActiveDocument.1">
                  <p:embed/>
                </p:oleObj>
              </mc:Choice>
              <mc:Fallback>
                <p:oleObj name="thinkcell Slide" r:id="rId5" imgW="353" imgH="353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621" y="1621"/>
                        <a:ext cx="1619" cy="16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8B16D353-E4DA-4358-AFFB-C7E868B07DC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61977" cy="161974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de-DE" sz="2653" b="0" i="0" baseline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2" name="2. Slide Title"/>
          <p:cNvSpPr>
            <a:spLocks noGrp="1"/>
          </p:cNvSpPr>
          <p:nvPr>
            <p:ph type="title"/>
          </p:nvPr>
        </p:nvSpPr>
        <p:spPr bwMode="gray"/>
        <p:txBody>
          <a:bodyPr vert="horz"/>
          <a:lstStyle>
            <a:lvl1pPr>
              <a:defRPr cap="none" baseline="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6" name="Slide Number"/>
          <p:cNvSpPr txBox="1">
            <a:spLocks/>
          </p:cNvSpPr>
          <p:nvPr/>
        </p:nvSpPr>
        <p:spPr bwMode="gray">
          <a:xfrm>
            <a:off x="11652053" y="6639224"/>
            <a:ext cx="130847" cy="12809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x-none"/>
            </a:defPPr>
            <a:lvl1pPr>
              <a:defRPr lang="x-none" sz="1000" baseline="0">
                <a:latin typeface="+mn-lt"/>
              </a:defRPr>
            </a:lvl1pPr>
          </a:lstStyle>
          <a:p>
            <a:pPr lvl="0"/>
            <a:fld id="{42C328C1-A84F-4A39-A664-DBA00541A8C6}" type="slidenum">
              <a:rPr lang="de-DE" sz="816" smtClean="0">
                <a:solidFill>
                  <a:schemeClr val="accent2"/>
                </a:solidFill>
              </a:rPr>
              <a:pPr lvl="0"/>
              <a:t>‹#›</a:t>
            </a:fld>
            <a:endParaRPr lang="de-DE" sz="816">
              <a:solidFill>
                <a:schemeClr val="accent2"/>
              </a:solidFill>
            </a:endParaRPr>
          </a:p>
        </p:txBody>
      </p:sp>
      <p:sp>
        <p:nvSpPr>
          <p:cNvPr id="9" name="SlideLogoText"/>
          <p:cNvSpPr>
            <a:spLocks noChangeArrowheads="1"/>
          </p:cNvSpPr>
          <p:nvPr>
            <p:custDataLst>
              <p:tags r:id="rId3"/>
            </p:custDataLst>
          </p:nvPr>
        </p:nvSpPr>
        <p:spPr bwMode="gray">
          <a:xfrm>
            <a:off x="10465075" y="6639224"/>
            <a:ext cx="1050047" cy="1280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algn="r" defTabSz="1218095"/>
            <a:r>
              <a:rPr lang="de-DE" sz="816" kern="1200" baseline="0" noProof="0">
                <a:solidFill>
                  <a:schemeClr val="accent2"/>
                </a:solidFill>
                <a:latin typeface="Arial" charset="0"/>
                <a:ea typeface="+mn-ea"/>
                <a:cs typeface="+mn-cs"/>
              </a:rPr>
              <a:t>McKinsey &amp; Company</a:t>
            </a:r>
          </a:p>
        </p:txBody>
      </p:sp>
      <p:sp>
        <p:nvSpPr>
          <p:cNvPr id="5" name="doc id"/>
          <p:cNvSpPr>
            <a:spLocks noChangeArrowheads="1"/>
          </p:cNvSpPr>
          <p:nvPr/>
        </p:nvSpPr>
        <p:spPr bwMode="gray">
          <a:xfrm>
            <a:off x="10670215" y="51833"/>
            <a:ext cx="1190119" cy="96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 defTabSz="913526" eaLnBrk="1"/>
            <a:endParaRPr lang="de-DE" sz="612" baseline="0">
              <a:solidFill>
                <a:srgbClr val="808080"/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29894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99">
          <p15:clr>
            <a:srgbClr val="F26B43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1col 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5">
            <a:extLst>
              <a:ext uri="{FF2B5EF4-FFF2-40B4-BE49-F238E27FC236}">
                <a16:creationId xmlns:a16="http://schemas.microsoft.com/office/drawing/2014/main" id="{361F0B8B-F383-5648-840E-3CFCED05616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950976"/>
            <a:ext cx="11247120" cy="365760"/>
          </a:xfrm>
        </p:spPr>
        <p:txBody>
          <a:bodyPr tIns="0" rIns="0"/>
          <a:lstStyle>
            <a:lvl1pPr>
              <a:lnSpc>
                <a:spcPct val="100000"/>
              </a:lnSpc>
              <a:spcAft>
                <a:spcPts val="0"/>
              </a:spcAft>
              <a:defRPr sz="2000" b="0" i="0">
                <a:solidFill>
                  <a:schemeClr val="tx1"/>
                </a:solidFill>
              </a:defRPr>
            </a:lvl1pPr>
            <a:lvl2pPr>
              <a:defRPr sz="2000" b="0">
                <a:solidFill>
                  <a:schemeClr val="tx1"/>
                </a:solidFill>
                <a:latin typeface="+mn-lt"/>
              </a:defRPr>
            </a:lvl2pPr>
            <a:lvl3pPr marL="0" indent="0">
              <a:buFontTx/>
              <a:buNone/>
              <a:defRPr sz="2000">
                <a:solidFill>
                  <a:schemeClr val="tx1"/>
                </a:solidFill>
              </a:defRPr>
            </a:lvl3pPr>
            <a:lvl4pPr marL="0" indent="0">
              <a:buFontTx/>
              <a:buNone/>
              <a:defRPr sz="2000">
                <a:solidFill>
                  <a:schemeClr val="tx1"/>
                </a:solidFill>
              </a:defRPr>
            </a:lvl4pPr>
            <a:lvl5pPr marL="0" indent="0">
              <a:buFontTx/>
              <a:buNone/>
              <a:defRPr sz="2000">
                <a:solidFill>
                  <a:schemeClr val="tx1"/>
                </a:solidFill>
              </a:defRPr>
            </a:lvl5pPr>
            <a:lvl6pPr marL="0" indent="0">
              <a:buFontTx/>
              <a:buNone/>
              <a:defRPr sz="2000">
                <a:solidFill>
                  <a:schemeClr val="tx1"/>
                </a:solidFill>
              </a:defRPr>
            </a:lvl6pPr>
            <a:lvl7pPr marL="0" indent="0">
              <a:buFontTx/>
              <a:buNone/>
              <a:defRPr sz="2000">
                <a:solidFill>
                  <a:schemeClr val="tx1"/>
                </a:solidFill>
              </a:defRPr>
            </a:lvl7pPr>
            <a:lvl8pPr marL="0" indent="0">
              <a:buFontTx/>
              <a:buNone/>
              <a:defRPr sz="2000">
                <a:solidFill>
                  <a:schemeClr val="tx1"/>
                </a:solidFill>
              </a:defRPr>
            </a:lvl8pPr>
            <a:lvl9pPr marL="0" indent="0">
              <a:lnSpc>
                <a:spcPct val="100000"/>
              </a:lnSpc>
              <a:buFontTx/>
              <a:buNone/>
              <a:defRPr sz="20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Subheading here</a:t>
            </a:r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B0B919C9-B9AD-524C-B36A-104779C34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199"/>
            <a:ext cx="11247120" cy="457200"/>
          </a:xfrm>
        </p:spPr>
        <p:txBody>
          <a:bodyPr rIns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043B3-7271-2743-8B55-2D3661E53CB4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57199" y="1645920"/>
            <a:ext cx="11247120" cy="4179888"/>
          </a:xfrm>
        </p:spPr>
        <p:txBody>
          <a:bodyPr tIns="0" rIns="2286000"/>
          <a:lstStyle>
            <a:lvl3pPr>
              <a:defRPr sz="1600"/>
            </a:lvl3pPr>
            <a:lvl4pPr>
              <a:defRPr sz="1400"/>
            </a:lvl4pPr>
            <a:lvl5pPr>
              <a:defRPr sz="1200"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  <a:p>
            <a:pPr lvl="4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9CB4D68-4B51-4D61-9A53-702C3163D22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517141" y="6433073"/>
            <a:ext cx="644234" cy="208999"/>
          </a:xfrm>
          <a:prstGeom prst="rect">
            <a:avLst/>
          </a:prstGeom>
        </p:spPr>
      </p:pic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C961B5C2-8E9B-4DD0-BCE9-BC0465E93ED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427675" y="6437376"/>
            <a:ext cx="306387" cy="208758"/>
          </a:xfrm>
        </p:spPr>
        <p:txBody>
          <a:bodyPr/>
          <a:lstStyle/>
          <a:p>
            <a:fld id="{63DCA5C9-2E11-4C67-86EB-AE1DE127DC6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57D2A46-9974-4E5B-B02D-C5B430D34E12}"/>
              </a:ext>
            </a:extLst>
          </p:cNvPr>
          <p:cNvSpPr/>
          <p:nvPr userDrawn="1"/>
        </p:nvSpPr>
        <p:spPr>
          <a:xfrm>
            <a:off x="457200" y="6400800"/>
            <a:ext cx="413575" cy="9233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lang="en-GB" sz="600" b="1">
                <a:solidFill>
                  <a:srgbClr val="7F35B2"/>
                </a:solidFill>
              </a:rPr>
              <a:t>wtwco.com</a:t>
            </a:r>
          </a:p>
        </p:txBody>
      </p:sp>
      <p:sp>
        <p:nvSpPr>
          <p:cNvPr id="18" name="Footer Placeholder 3">
            <a:extLst>
              <a:ext uri="{FF2B5EF4-FFF2-40B4-BE49-F238E27FC236}">
                <a16:creationId xmlns:a16="http://schemas.microsoft.com/office/drawing/2014/main" id="{EAF8EE5C-E89D-430F-A314-70840000BBD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57199" y="6519672"/>
            <a:ext cx="3200400" cy="91440"/>
          </a:xfrm>
        </p:spPr>
        <p:txBody>
          <a:bodyPr anchor="t" anchorCtr="0"/>
          <a:lstStyle>
            <a:lvl1pPr>
              <a:defRPr b="0" i="0"/>
            </a:lvl1pPr>
          </a:lstStyle>
          <a:p>
            <a:pPr lvl="6"/>
            <a:r>
              <a:rPr lang="en-US"/>
              <a:t>© YYYY WTW. Proprietary and confidential. For WTW and WTW client use only.</a:t>
            </a:r>
          </a:p>
        </p:txBody>
      </p:sp>
    </p:spTree>
    <p:extLst>
      <p:ext uri="{BB962C8B-B14F-4D97-AF65-F5344CB8AC3E}">
        <p14:creationId xmlns:p14="http://schemas.microsoft.com/office/powerpoint/2010/main" val="39678897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5840087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384" imgH="384" progId="TCLayout.ActiveDocument.1">
                  <p:embed/>
                </p:oleObj>
              </mc:Choice>
              <mc:Fallback>
                <p:oleObj name="thinkcell Slide" r:id="rId3" imgW="384" imgH="384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7" descr="A group of people standing on a platform with oil rigs and ships in the background&#10;&#10;AI-generated content may be incorrect.">
            <a:extLst>
              <a:ext uri="{FF2B5EF4-FFF2-40B4-BE49-F238E27FC236}">
                <a16:creationId xmlns:a16="http://schemas.microsoft.com/office/drawing/2014/main" id="{1BFA87DE-CD6D-2851-4491-D21AB1FBFAF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97"/>
          <a:stretch/>
        </p:blipFill>
        <p:spPr>
          <a:xfrm>
            <a:off x="-8587" y="1"/>
            <a:ext cx="12192000" cy="6858000"/>
          </a:xfrm>
          <a:prstGeom prst="rect">
            <a:avLst/>
          </a:prstGeom>
        </p:spPr>
      </p:pic>
      <p:sp>
        <p:nvSpPr>
          <p:cNvPr id="7" name="Parallelogram 6">
            <a:extLst>
              <a:ext uri="{FF2B5EF4-FFF2-40B4-BE49-F238E27FC236}">
                <a16:creationId xmlns:a16="http://schemas.microsoft.com/office/drawing/2014/main" id="{30C817EC-9844-361D-5FA2-E93356303C22}"/>
              </a:ext>
            </a:extLst>
          </p:cNvPr>
          <p:cNvSpPr/>
          <p:nvPr/>
        </p:nvSpPr>
        <p:spPr>
          <a:xfrm flipH="1">
            <a:off x="6987484" y="0"/>
            <a:ext cx="3902527" cy="3841460"/>
          </a:xfrm>
          <a:prstGeom prst="parallelogram">
            <a:avLst>
              <a:gd name="adj" fmla="val 101248"/>
            </a:avLst>
          </a:prstGeom>
          <a:gradFill>
            <a:gsLst>
              <a:gs pos="100000">
                <a:schemeClr val="bg1">
                  <a:alpha val="79000"/>
                </a:schemeClr>
              </a:gs>
              <a:gs pos="0">
                <a:schemeClr val="bg1">
                  <a:alpha val="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Parallelogram 8">
            <a:extLst>
              <a:ext uri="{FF2B5EF4-FFF2-40B4-BE49-F238E27FC236}">
                <a16:creationId xmlns:a16="http://schemas.microsoft.com/office/drawing/2014/main" id="{0AE63123-0481-DD16-F16B-C953489733BC}"/>
              </a:ext>
            </a:extLst>
          </p:cNvPr>
          <p:cNvSpPr/>
          <p:nvPr/>
        </p:nvSpPr>
        <p:spPr>
          <a:xfrm flipH="1">
            <a:off x="4719477" y="3637395"/>
            <a:ext cx="3329538" cy="3220605"/>
          </a:xfrm>
          <a:prstGeom prst="parallelogram">
            <a:avLst>
              <a:gd name="adj" fmla="val 102335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arallelogram 9">
            <a:extLst>
              <a:ext uri="{FF2B5EF4-FFF2-40B4-BE49-F238E27FC236}">
                <a16:creationId xmlns:a16="http://schemas.microsoft.com/office/drawing/2014/main" id="{5FA3E509-E1E3-02B7-72A3-A53B313D9F70}"/>
              </a:ext>
            </a:extLst>
          </p:cNvPr>
          <p:cNvSpPr/>
          <p:nvPr/>
        </p:nvSpPr>
        <p:spPr>
          <a:xfrm flipH="1">
            <a:off x="2006271" y="2213802"/>
            <a:ext cx="11544958" cy="2354195"/>
          </a:xfrm>
          <a:prstGeom prst="parallelogram">
            <a:avLst>
              <a:gd name="adj" fmla="val 56809"/>
            </a:avLst>
          </a:prstGeom>
          <a:solidFill>
            <a:srgbClr val="113761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Parallelogram 13">
            <a:extLst>
              <a:ext uri="{FF2B5EF4-FFF2-40B4-BE49-F238E27FC236}">
                <a16:creationId xmlns:a16="http://schemas.microsoft.com/office/drawing/2014/main" id="{138C1B4F-D4DA-2D6B-350C-2259B018D959}"/>
              </a:ext>
            </a:extLst>
          </p:cNvPr>
          <p:cNvSpPr/>
          <p:nvPr/>
        </p:nvSpPr>
        <p:spPr>
          <a:xfrm flipH="1">
            <a:off x="2644136" y="3096519"/>
            <a:ext cx="2895601" cy="2095500"/>
          </a:xfrm>
          <a:prstGeom prst="parallelogram">
            <a:avLst>
              <a:gd name="adj" fmla="val 99774"/>
            </a:avLst>
          </a:prstGeom>
          <a:gradFill flip="none" rotWithShape="1">
            <a:gsLst>
              <a:gs pos="95000">
                <a:schemeClr val="bg1">
                  <a:alpha val="0"/>
                </a:schemeClr>
              </a:gs>
              <a:gs pos="0">
                <a:schemeClr val="bg1">
                  <a:alpha val="2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Parallelogram 19">
            <a:extLst>
              <a:ext uri="{FF2B5EF4-FFF2-40B4-BE49-F238E27FC236}">
                <a16:creationId xmlns:a16="http://schemas.microsoft.com/office/drawing/2014/main" id="{F4A3F6AE-E3F7-37FA-7D8D-A6A24CF5F9E0}"/>
              </a:ext>
            </a:extLst>
          </p:cNvPr>
          <p:cNvSpPr/>
          <p:nvPr/>
        </p:nvSpPr>
        <p:spPr>
          <a:xfrm flipH="1">
            <a:off x="3213441" y="4070693"/>
            <a:ext cx="935556" cy="543050"/>
          </a:xfrm>
          <a:prstGeom prst="parallelogram">
            <a:avLst>
              <a:gd name="adj" fmla="val 99774"/>
            </a:avLst>
          </a:prstGeom>
          <a:solidFill>
            <a:srgbClr val="25A0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Parallelogram 20">
            <a:extLst>
              <a:ext uri="{FF2B5EF4-FFF2-40B4-BE49-F238E27FC236}">
                <a16:creationId xmlns:a16="http://schemas.microsoft.com/office/drawing/2014/main" id="{89494A32-BD79-6B61-E64F-7BEC84E21AFD}"/>
              </a:ext>
            </a:extLst>
          </p:cNvPr>
          <p:cNvSpPr/>
          <p:nvPr/>
        </p:nvSpPr>
        <p:spPr>
          <a:xfrm flipH="1">
            <a:off x="4174277" y="4512934"/>
            <a:ext cx="987615" cy="905000"/>
          </a:xfrm>
          <a:prstGeom prst="parallelogram">
            <a:avLst>
              <a:gd name="adj" fmla="val 99774"/>
            </a:avLst>
          </a:prstGeom>
          <a:solidFill>
            <a:srgbClr val="25A0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Parallelogram 21">
            <a:extLst>
              <a:ext uri="{FF2B5EF4-FFF2-40B4-BE49-F238E27FC236}">
                <a16:creationId xmlns:a16="http://schemas.microsoft.com/office/drawing/2014/main" id="{35EB0EC9-7991-559A-238D-B27D62FC0978}"/>
              </a:ext>
            </a:extLst>
          </p:cNvPr>
          <p:cNvSpPr/>
          <p:nvPr/>
        </p:nvSpPr>
        <p:spPr>
          <a:xfrm flipH="1">
            <a:off x="4457041" y="1133350"/>
            <a:ext cx="704851" cy="409700"/>
          </a:xfrm>
          <a:prstGeom prst="parallelogram">
            <a:avLst>
              <a:gd name="adj" fmla="val 99774"/>
            </a:avLst>
          </a:prstGeom>
          <a:solidFill>
            <a:srgbClr val="ABE5ED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Parallelogram 26">
            <a:extLst>
              <a:ext uri="{FF2B5EF4-FFF2-40B4-BE49-F238E27FC236}">
                <a16:creationId xmlns:a16="http://schemas.microsoft.com/office/drawing/2014/main" id="{64EC7D43-0589-E4F5-3222-0F043B6F75BC}"/>
              </a:ext>
            </a:extLst>
          </p:cNvPr>
          <p:cNvSpPr/>
          <p:nvPr/>
        </p:nvSpPr>
        <p:spPr>
          <a:xfrm flipH="1">
            <a:off x="1594334" y="2672820"/>
            <a:ext cx="2497657" cy="1449783"/>
          </a:xfrm>
          <a:prstGeom prst="parallelogram">
            <a:avLst>
              <a:gd name="adj" fmla="val 99774"/>
            </a:avLst>
          </a:prstGeom>
          <a:gradFill flip="none" rotWithShape="1">
            <a:gsLst>
              <a:gs pos="85000">
                <a:schemeClr val="accent3">
                  <a:alpha val="0"/>
                </a:schemeClr>
              </a:gs>
              <a:gs pos="0">
                <a:schemeClr val="accent3">
                  <a:alpha val="6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Parallelogram 23">
            <a:extLst>
              <a:ext uri="{FF2B5EF4-FFF2-40B4-BE49-F238E27FC236}">
                <a16:creationId xmlns:a16="http://schemas.microsoft.com/office/drawing/2014/main" id="{283E4070-1CDD-B2E9-A1D9-72D2517AC5DC}"/>
              </a:ext>
            </a:extLst>
          </p:cNvPr>
          <p:cNvSpPr/>
          <p:nvPr/>
        </p:nvSpPr>
        <p:spPr>
          <a:xfrm flipH="1">
            <a:off x="7583056" y="4419600"/>
            <a:ext cx="2144712" cy="2095500"/>
          </a:xfrm>
          <a:prstGeom prst="parallelogram">
            <a:avLst>
              <a:gd name="adj" fmla="val 99774"/>
            </a:avLst>
          </a:prstGeom>
          <a:solidFill>
            <a:schemeClr val="accent3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3AB794A8-E970-66C7-5109-359A963F8F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87575" y="4901589"/>
            <a:ext cx="2432664" cy="343514"/>
          </a:xfrm>
        </p:spPr>
        <p:txBody>
          <a:bodyPr lIns="91440" tIns="45720" rIns="91440" bIns="45720"/>
          <a:lstStyle>
            <a:lvl1pPr>
              <a:defRPr sz="1600" b="1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28" name="Parallelogram 27">
            <a:extLst>
              <a:ext uri="{FF2B5EF4-FFF2-40B4-BE49-F238E27FC236}">
                <a16:creationId xmlns:a16="http://schemas.microsoft.com/office/drawing/2014/main" id="{C6762FE8-A3DE-DA83-516F-20F764642A66}"/>
              </a:ext>
            </a:extLst>
          </p:cNvPr>
          <p:cNvSpPr/>
          <p:nvPr/>
        </p:nvSpPr>
        <p:spPr>
          <a:xfrm flipH="1">
            <a:off x="2083127" y="3429000"/>
            <a:ext cx="935556" cy="543050"/>
          </a:xfrm>
          <a:prstGeom prst="parallelogram">
            <a:avLst>
              <a:gd name="adj" fmla="val 99774"/>
            </a:avLst>
          </a:prstGeom>
          <a:solidFill>
            <a:schemeClr val="accent3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itle 1">
            <a:extLst>
              <a:ext uri="{FF2B5EF4-FFF2-40B4-BE49-F238E27FC236}">
                <a16:creationId xmlns:a16="http://schemas.microsoft.com/office/drawing/2014/main" id="{173196F6-5B37-78F0-B740-F03165D8B53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ltGray">
          <a:xfrm>
            <a:off x="4185619" y="2470960"/>
            <a:ext cx="7579613" cy="588008"/>
          </a:xfrm>
          <a:prstGeom prst="rect">
            <a:avLst/>
          </a:prstGeom>
        </p:spPr>
        <p:txBody>
          <a:bodyPr vert="horz" lIns="91440" tIns="45720" rIns="91440" bIns="45720" anchor="t">
            <a:noAutofit/>
          </a:bodyPr>
          <a:lstStyle>
            <a:lvl1pPr marL="0" algn="l" defTabSz="914396" rtl="0" eaLnBrk="1" latinLnBrk="0" hangingPunct="1">
              <a:lnSpc>
                <a:spcPct val="100000"/>
              </a:lnSpc>
              <a:buClr>
                <a:srgbClr val="002060"/>
              </a:buClr>
              <a:buSzPts val="3600"/>
              <a:defRPr lang="en-US" sz="4000" b="0" kern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Insert Title Here</a:t>
            </a:r>
          </a:p>
        </p:txBody>
      </p:sp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F64D2884-D79E-4E8E-7352-D4915F13BEA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23791" y="3223043"/>
            <a:ext cx="6642100" cy="893763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Insert subtitle here</a:t>
            </a: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8D5AEDF2-1A6F-170B-5DA3-5ACE89BC25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0800000" flipH="1">
            <a:off x="-21266" y="6349839"/>
            <a:ext cx="1819770" cy="518794"/>
          </a:xfrm>
          <a:prstGeom prst="rect">
            <a:avLst/>
          </a:prstGeom>
        </p:spPr>
      </p:pic>
      <p:sp>
        <p:nvSpPr>
          <p:cNvPr id="18" name="ee4pFootnotes">
            <a:extLst>
              <a:ext uri="{FF2B5EF4-FFF2-40B4-BE49-F238E27FC236}">
                <a16:creationId xmlns:a16="http://schemas.microsoft.com/office/drawing/2014/main" id="{B66269DA-C950-0145-D532-25E878B747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895" y="6522426"/>
            <a:ext cx="1142942" cy="152349"/>
          </a:xfrm>
          <a:prstGeom prst="rect">
            <a:avLst/>
          </a:prstGeom>
          <a:noFill/>
          <a:ln w="9525" algn="ctr">
            <a:noFill/>
            <a:miter lim="800000"/>
            <a:headEnd type="none" w="lg" len="lg"/>
            <a:tailEnd type="none" w="lg" len="lg"/>
          </a:ln>
        </p:spPr>
        <p:txBody>
          <a:bodyPr vert="horz" wrap="square" lIns="0" tIns="0" rIns="0" bIns="0" anchor="b" anchorCtr="0">
            <a:sp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sz="1100" err="1">
                <a:solidFill>
                  <a:srgbClr val="FFFFFF"/>
                </a:solidFill>
                <a:latin typeface="Tw Cen MT" panose="020B0602020104020603"/>
              </a:rPr>
              <a:t>www.pertamina.com</a:t>
            </a:r>
            <a:endParaRPr lang="en-US" sz="1100">
              <a:solidFill>
                <a:srgbClr val="FFFFFF"/>
              </a:solidFill>
              <a:latin typeface="Tw Cen MT" panose="020B0602020104020603"/>
            </a:endParaRPr>
          </a:p>
        </p:txBody>
      </p:sp>
    </p:spTree>
    <p:extLst>
      <p:ext uri="{BB962C8B-B14F-4D97-AF65-F5344CB8AC3E}">
        <p14:creationId xmlns:p14="http://schemas.microsoft.com/office/powerpoint/2010/main" val="3257137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9712FB76-BC91-4AAE-99A6-DCB3B13F781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6441605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286" imgH="286" progId="TCLayout.ActiveDocument.1">
                  <p:embed/>
                </p:oleObj>
              </mc:Choice>
              <mc:Fallback>
                <p:oleObj name="thinkcell Slide" r:id="rId3" imgW="286" imgH="28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712FB76-BC91-4AAE-99A6-DCB3B13F7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CB1DE468-DCEB-BCEF-7124-22AE09B18F6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5943600"/>
            <a:ext cx="12192000" cy="914400"/>
          </a:xfrm>
          <a:prstGeom prst="rect">
            <a:avLst/>
          </a:prstGeom>
          <a:solidFill>
            <a:schemeClr val="bg1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>
              <a:solidFill>
                <a:srgbClr val="FFFFFF"/>
              </a:solidFill>
            </a:endParaRPr>
          </a:p>
        </p:txBody>
      </p:sp>
      <p:sp>
        <p:nvSpPr>
          <p:cNvPr id="12" name="Google Shape;1885213;p2">
            <a:extLst>
              <a:ext uri="{FF2B5EF4-FFF2-40B4-BE49-F238E27FC236}">
                <a16:creationId xmlns:a16="http://schemas.microsoft.com/office/drawing/2014/main" id="{4FEF7A2D-FB64-3369-135D-2402C001B5D2}"/>
              </a:ext>
            </a:extLst>
          </p:cNvPr>
          <p:cNvSpPr txBox="1">
            <a:spLocks/>
          </p:cNvSpPr>
          <p:nvPr/>
        </p:nvSpPr>
        <p:spPr>
          <a:xfrm>
            <a:off x="9448800" y="649290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>
              <a:defRPr lang="en-US"/>
            </a:defPPr>
            <a:lvl1pPr marL="0" marR="0" lvl="0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D4F5C504-C948-492C-DC9D-C4FE40BE06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0863" y="6388075"/>
            <a:ext cx="11090275" cy="209649"/>
          </a:xfrm>
        </p:spPr>
        <p:txBody>
          <a:bodyPr lIns="90000" tIns="46800" rIns="90000" bIns="46800" anchor="t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8D3DE9EF-BC51-4B96-6E29-00192CEB63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1202" y="574599"/>
            <a:ext cx="11618263" cy="444900"/>
          </a:xfrm>
          <a:prstGeom prst="rect">
            <a:avLst/>
          </a:prstGeom>
        </p:spPr>
        <p:txBody>
          <a:bodyPr vert="horz" wrap="square" lIns="91440" tIns="45720" rIns="91440" bIns="4572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sz="2400" b="1" i="0" u="none" kern="1200" spc="0">
                <a:solidFill>
                  <a:schemeClr val="tx2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399795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9712FB76-BC91-4AAE-99A6-DCB3B13F781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83447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286" imgH="286" progId="TCLayout.ActiveDocument.1">
                  <p:embed/>
                </p:oleObj>
              </mc:Choice>
              <mc:Fallback>
                <p:oleObj name="thinkcell Slide" r:id="rId3" imgW="286" imgH="28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712FB76-BC91-4AAE-99A6-DCB3B13F7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opyright" hidden="1"/>
          <p:cNvSpPr txBox="1"/>
          <p:nvPr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2024 by Boston Consulting Group. All rights reserved.</a:t>
            </a:r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5F83BA2F-076D-707C-E0FB-3324F5C2B557}"/>
              </a:ext>
            </a:extLst>
          </p:cNvPr>
          <p:cNvSpPr/>
          <p:nvPr/>
        </p:nvSpPr>
        <p:spPr>
          <a:xfrm>
            <a:off x="0" y="1"/>
            <a:ext cx="12191997" cy="6857999"/>
          </a:xfrm>
          <a:custGeom>
            <a:avLst/>
            <a:gdLst/>
            <a:ahLst/>
            <a:cxnLst/>
            <a:rect l="l" t="t" r="r" b="b"/>
            <a:pathLst>
              <a:path w="4816592" h="940825">
                <a:moveTo>
                  <a:pt x="0" y="0"/>
                </a:moveTo>
                <a:lnTo>
                  <a:pt x="4816592" y="0"/>
                </a:lnTo>
                <a:lnTo>
                  <a:pt x="4816592" y="940825"/>
                </a:lnTo>
                <a:lnTo>
                  <a:pt x="0" y="940825"/>
                </a:lnTo>
                <a:close/>
              </a:path>
            </a:pathLst>
          </a:custGeom>
          <a:gradFill flip="none" rotWithShape="1">
            <a:gsLst>
              <a:gs pos="0">
                <a:srgbClr val="2F5597">
                  <a:shade val="30000"/>
                  <a:satMod val="115000"/>
                </a:srgbClr>
              </a:gs>
              <a:gs pos="50000">
                <a:srgbClr val="2F5597">
                  <a:shade val="67500"/>
                  <a:satMod val="115000"/>
                </a:srgbClr>
              </a:gs>
              <a:gs pos="100000">
                <a:srgbClr val="2F5597">
                  <a:shade val="100000"/>
                  <a:satMod val="115000"/>
                </a:srgbClr>
              </a:gs>
            </a:gsLst>
            <a:lin ang="2700000" scaled="1"/>
            <a:tileRect/>
          </a:gradFill>
        </p:spPr>
        <p:txBody>
          <a:bodyPr/>
          <a:lstStyle/>
          <a:p>
            <a:endParaRPr lang="en-US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4A84EC07-FE95-29CA-407E-EE78565231F0}"/>
              </a:ext>
            </a:extLst>
          </p:cNvPr>
          <p:cNvSpPr/>
          <p:nvPr/>
        </p:nvSpPr>
        <p:spPr>
          <a:xfrm flipH="1">
            <a:off x="-17931" y="1056632"/>
            <a:ext cx="1905003" cy="4026739"/>
          </a:xfrm>
          <a:custGeom>
            <a:avLst/>
            <a:gdLst/>
            <a:ahLst/>
            <a:cxnLst/>
            <a:rect l="l" t="t" r="r" b="b"/>
            <a:pathLst>
              <a:path w="4282420" h="8229600">
                <a:moveTo>
                  <a:pt x="4282420" y="0"/>
                </a:moveTo>
                <a:lnTo>
                  <a:pt x="0" y="0"/>
                </a:lnTo>
                <a:lnTo>
                  <a:pt x="0" y="8229600"/>
                </a:lnTo>
                <a:lnTo>
                  <a:pt x="4282420" y="8229600"/>
                </a:lnTo>
                <a:lnTo>
                  <a:pt x="428242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36C3A469-DE23-0F6B-3874-9C70BE21E65E}"/>
              </a:ext>
            </a:extLst>
          </p:cNvPr>
          <p:cNvSpPr/>
          <p:nvPr/>
        </p:nvSpPr>
        <p:spPr>
          <a:xfrm flipH="1">
            <a:off x="711197" y="2703247"/>
            <a:ext cx="1905003" cy="4026739"/>
          </a:xfrm>
          <a:custGeom>
            <a:avLst/>
            <a:gdLst/>
            <a:ahLst/>
            <a:cxnLst/>
            <a:rect l="l" t="t" r="r" b="b"/>
            <a:pathLst>
              <a:path w="4282420" h="8229600">
                <a:moveTo>
                  <a:pt x="4282420" y="0"/>
                </a:moveTo>
                <a:lnTo>
                  <a:pt x="0" y="0"/>
                </a:lnTo>
                <a:lnTo>
                  <a:pt x="0" y="8229600"/>
                </a:lnTo>
                <a:lnTo>
                  <a:pt x="4282420" y="8229600"/>
                </a:lnTo>
                <a:lnTo>
                  <a:pt x="428242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32270AD-8805-2CC4-7ACC-6E03CC9FCA7A}"/>
              </a:ext>
            </a:extLst>
          </p:cNvPr>
          <p:cNvCxnSpPr>
            <a:cxnSpLocks/>
          </p:cNvCxnSpPr>
          <p:nvPr/>
        </p:nvCxnSpPr>
        <p:spPr>
          <a:xfrm>
            <a:off x="2816336" y="3918340"/>
            <a:ext cx="8661432" cy="0"/>
          </a:xfrm>
          <a:prstGeom prst="line">
            <a:avLst/>
          </a:prstGeom>
          <a:ln w="19050" cap="rnd" cmpd="sng" algn="ctr">
            <a:solidFill>
              <a:srgbClr val="8E9FBC"/>
            </a:solidFill>
            <a:prstDash val="solid"/>
            <a:round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Graphic 4">
            <a:extLst>
              <a:ext uri="{FF2B5EF4-FFF2-40B4-BE49-F238E27FC236}">
                <a16:creationId xmlns:a16="http://schemas.microsoft.com/office/drawing/2014/main" id="{F49CAA93-AE4C-B43E-F79D-2EB18108DC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0800000" flipH="1">
            <a:off x="0" y="6339206"/>
            <a:ext cx="1819770" cy="518794"/>
          </a:xfrm>
          <a:prstGeom prst="rect">
            <a:avLst/>
          </a:prstGeom>
        </p:spPr>
      </p:pic>
      <p:sp>
        <p:nvSpPr>
          <p:cNvPr id="11" name="ee4pFootnotes">
            <a:extLst>
              <a:ext uri="{FF2B5EF4-FFF2-40B4-BE49-F238E27FC236}">
                <a16:creationId xmlns:a16="http://schemas.microsoft.com/office/drawing/2014/main" id="{2AA0F51C-2050-EDFA-2E9C-A7B5092CA6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895" y="6522426"/>
            <a:ext cx="1142942" cy="152349"/>
          </a:xfrm>
          <a:prstGeom prst="rect">
            <a:avLst/>
          </a:prstGeom>
          <a:noFill/>
          <a:ln w="9525" algn="ctr">
            <a:noFill/>
            <a:miter lim="800000"/>
            <a:headEnd type="none" w="lg" len="lg"/>
            <a:tailEnd type="none" w="lg" len="lg"/>
          </a:ln>
        </p:spPr>
        <p:txBody>
          <a:bodyPr vert="horz" wrap="square" lIns="0" tIns="0" rIns="0" bIns="0" anchor="b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www.pertamina.com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662D11D4-0450-CB04-F37B-E41A9EF51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0422" y="3104276"/>
            <a:ext cx="8661432" cy="686050"/>
          </a:xfrm>
          <a:prstGeom prst="rect">
            <a:avLst/>
          </a:prstGeom>
        </p:spPr>
        <p:txBody>
          <a:bodyPr vert="horz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F34AFC5-E7C1-10B9-52A3-99616553536A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477768" y="6397949"/>
            <a:ext cx="400272" cy="401302"/>
          </a:xfrm>
          <a:custGeom>
            <a:avLst/>
            <a:gdLst>
              <a:gd name="connsiteX0" fmla="*/ 308605 w 400272"/>
              <a:gd name="connsiteY0" fmla="*/ 0 h 401302"/>
              <a:gd name="connsiteX1" fmla="*/ 400272 w 400272"/>
              <a:gd name="connsiteY1" fmla="*/ 0 h 401302"/>
              <a:gd name="connsiteX2" fmla="*/ 400272 w 400272"/>
              <a:gd name="connsiteY2" fmla="*/ 401302 h 401302"/>
              <a:gd name="connsiteX3" fmla="*/ 0 w 400272"/>
              <a:gd name="connsiteY3" fmla="*/ 401302 h 401302"/>
              <a:gd name="connsiteX4" fmla="*/ 0 w 400272"/>
              <a:gd name="connsiteY4" fmla="*/ 82546 h 401302"/>
              <a:gd name="connsiteX5" fmla="*/ 298174 w 400272"/>
              <a:gd name="connsiteY5" fmla="*/ 82546 h 401302"/>
              <a:gd name="connsiteX6" fmla="*/ 298174 w 400272"/>
              <a:gd name="connsiteY6" fmla="*/ 54978 h 401302"/>
              <a:gd name="connsiteX7" fmla="*/ 308605 w 400272"/>
              <a:gd name="connsiteY7" fmla="*/ 54978 h 401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0272" h="401302">
                <a:moveTo>
                  <a:pt x="308605" y="0"/>
                </a:moveTo>
                <a:lnTo>
                  <a:pt x="400272" y="0"/>
                </a:lnTo>
                <a:lnTo>
                  <a:pt x="400272" y="401302"/>
                </a:lnTo>
                <a:lnTo>
                  <a:pt x="0" y="401302"/>
                </a:lnTo>
                <a:lnTo>
                  <a:pt x="0" y="82546"/>
                </a:lnTo>
                <a:lnTo>
                  <a:pt x="298174" y="82546"/>
                </a:lnTo>
                <a:lnTo>
                  <a:pt x="298174" y="54978"/>
                </a:lnTo>
                <a:lnTo>
                  <a:pt x="308605" y="54978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13" name="Google Shape;1885213;p2">
            <a:extLst>
              <a:ext uri="{FF2B5EF4-FFF2-40B4-BE49-F238E27FC236}">
                <a16:creationId xmlns:a16="http://schemas.microsoft.com/office/drawing/2014/main" id="{ADD89C75-52C8-FB4D-BE42-721C902A14DB}"/>
              </a:ext>
            </a:extLst>
          </p:cNvPr>
          <p:cNvSpPr txBox="1">
            <a:spLocks/>
          </p:cNvSpPr>
          <p:nvPr/>
        </p:nvSpPr>
        <p:spPr>
          <a:xfrm>
            <a:off x="9448800" y="649290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>
              <a:defRPr lang="en-US"/>
            </a:defPPr>
            <a:lvl1pPr marL="0" marR="0" lvl="0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69254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9712FB76-BC91-4AAE-99A6-DCB3B13F781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80855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286" imgH="286" progId="TCLayout.ActiveDocument.1">
                  <p:embed/>
                </p:oleObj>
              </mc:Choice>
              <mc:Fallback>
                <p:oleObj name="thinkcell Slide" r:id="rId3" imgW="286" imgH="28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712FB76-BC91-4AAE-99A6-DCB3B13F7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C6321E1C-3C4E-F543-E33E-C82FE16BF56E}"/>
              </a:ext>
            </a:extLst>
          </p:cNvPr>
          <p:cNvSpPr/>
          <p:nvPr/>
        </p:nvSpPr>
        <p:spPr>
          <a:xfrm>
            <a:off x="3413124" y="0"/>
            <a:ext cx="8778875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rnd" cmpd="sng" algn="ctr">
            <a:solidFill>
              <a:schemeClr val="bg1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43200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kumimoji="0" lang="en-US" sz="140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6C3A5A6-7799-0215-A951-E5F4058B7BB0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40679"/>
          <a:stretch>
            <a:fillRect/>
          </a:stretch>
        </p:blipFill>
        <p:spPr>
          <a:xfrm>
            <a:off x="0" y="0"/>
            <a:ext cx="5210175" cy="69532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B1DE468-DCEB-BCEF-7124-22AE09B18F64}"/>
              </a:ext>
            </a:extLst>
          </p:cNvPr>
          <p:cNvSpPr/>
          <p:nvPr/>
        </p:nvSpPr>
        <p:spPr>
          <a:xfrm>
            <a:off x="1" y="5943600"/>
            <a:ext cx="1924049" cy="914400"/>
          </a:xfrm>
          <a:prstGeom prst="rect">
            <a:avLst/>
          </a:prstGeom>
          <a:solidFill>
            <a:schemeClr val="bg1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>
              <a:solidFill>
                <a:srgbClr val="FFFFFF"/>
              </a:solidFill>
            </a:endParaRPr>
          </a:p>
        </p:txBody>
      </p:sp>
      <p:sp>
        <p:nvSpPr>
          <p:cNvPr id="12" name="Google Shape;1885213;p2">
            <a:extLst>
              <a:ext uri="{FF2B5EF4-FFF2-40B4-BE49-F238E27FC236}">
                <a16:creationId xmlns:a16="http://schemas.microsoft.com/office/drawing/2014/main" id="{4FEF7A2D-FB64-3369-135D-2402C001B5D2}"/>
              </a:ext>
            </a:extLst>
          </p:cNvPr>
          <p:cNvSpPr txBox="1">
            <a:spLocks/>
          </p:cNvSpPr>
          <p:nvPr/>
        </p:nvSpPr>
        <p:spPr>
          <a:xfrm>
            <a:off x="9448800" y="649290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>
              <a:defRPr lang="en-US"/>
            </a:defPPr>
            <a:lvl1pPr marL="0" marR="0" lvl="0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8D3DE9EF-BC51-4B96-6E29-00192CEB63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4" y="2650775"/>
            <a:ext cx="2649536" cy="444900"/>
          </a:xfrm>
          <a:prstGeom prst="rect">
            <a:avLst/>
          </a:prstGeom>
        </p:spPr>
        <p:txBody>
          <a:bodyPr vert="horz" wrap="square" lIns="91440" tIns="45720" rIns="91440" bIns="4572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sz="2400" b="1" i="0" u="none" kern="1200" spc="0">
                <a:solidFill>
                  <a:schemeClr val="tx2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03C439F-63E3-5D8D-BABE-C706EE3865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4234" y="154891"/>
            <a:ext cx="1568215" cy="365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E3C85D0B-3F6B-D77E-5DC0-AA6A4C274B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0863" y="6388075"/>
            <a:ext cx="11090275" cy="209649"/>
          </a:xfrm>
        </p:spPr>
        <p:txBody>
          <a:bodyPr lIns="90000" tIns="46800" rIns="90000" bIns="46800" anchor="t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46848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9712FB76-BC91-4AAE-99A6-DCB3B13F781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858492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286" imgH="286" progId="TCLayout.ActiveDocument.1">
                  <p:embed/>
                </p:oleObj>
              </mc:Choice>
              <mc:Fallback>
                <p:oleObj name="thinkcell Slide" r:id="rId3" imgW="286" imgH="28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712FB76-BC91-4AAE-99A6-DCB3B13F7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C6321E1C-3C4E-F543-E33E-C82FE16BF56E}"/>
              </a:ext>
            </a:extLst>
          </p:cNvPr>
          <p:cNvSpPr/>
          <p:nvPr/>
        </p:nvSpPr>
        <p:spPr>
          <a:xfrm>
            <a:off x="4364036" y="0"/>
            <a:ext cx="7827963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rnd" cmpd="sng" algn="ctr">
            <a:solidFill>
              <a:schemeClr val="bg1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43200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kumimoji="0" lang="en-US" sz="140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6C3A5A6-7799-0215-A951-E5F4058B7BB0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40679"/>
          <a:stretch>
            <a:fillRect/>
          </a:stretch>
        </p:blipFill>
        <p:spPr>
          <a:xfrm>
            <a:off x="0" y="0"/>
            <a:ext cx="5210175" cy="69532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B1DE468-DCEB-BCEF-7124-22AE09B18F64}"/>
              </a:ext>
            </a:extLst>
          </p:cNvPr>
          <p:cNvSpPr/>
          <p:nvPr/>
        </p:nvSpPr>
        <p:spPr>
          <a:xfrm>
            <a:off x="1" y="5943600"/>
            <a:ext cx="1924049" cy="914400"/>
          </a:xfrm>
          <a:prstGeom prst="rect">
            <a:avLst/>
          </a:prstGeom>
          <a:solidFill>
            <a:schemeClr val="bg1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>
              <a:solidFill>
                <a:srgbClr val="FFFFFF"/>
              </a:solidFill>
            </a:endParaRPr>
          </a:p>
        </p:txBody>
      </p:sp>
      <p:sp>
        <p:nvSpPr>
          <p:cNvPr id="12" name="Google Shape;1885213;p2">
            <a:extLst>
              <a:ext uri="{FF2B5EF4-FFF2-40B4-BE49-F238E27FC236}">
                <a16:creationId xmlns:a16="http://schemas.microsoft.com/office/drawing/2014/main" id="{4FEF7A2D-FB64-3369-135D-2402C001B5D2}"/>
              </a:ext>
            </a:extLst>
          </p:cNvPr>
          <p:cNvSpPr txBox="1">
            <a:spLocks/>
          </p:cNvSpPr>
          <p:nvPr/>
        </p:nvSpPr>
        <p:spPr>
          <a:xfrm>
            <a:off x="9448800" y="649290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>
              <a:defRPr lang="en-US"/>
            </a:defPPr>
            <a:lvl1pPr marL="0" marR="0" lvl="0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8D3DE9EF-BC51-4B96-6E29-00192CEB63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4" y="2650775"/>
            <a:ext cx="3611562" cy="444900"/>
          </a:xfrm>
          <a:prstGeom prst="rect">
            <a:avLst/>
          </a:prstGeom>
        </p:spPr>
        <p:txBody>
          <a:bodyPr vert="horz" wrap="square" lIns="91440" tIns="45720" rIns="91440" bIns="4572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sz="2400" b="1" i="0" u="none" kern="1200" spc="0">
                <a:solidFill>
                  <a:schemeClr val="tx2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03C439F-63E3-5D8D-BABE-C706EE3865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4234" y="154891"/>
            <a:ext cx="1568215" cy="365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9DA8918B-6565-CC05-78CD-395AD39C4D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0863" y="6388075"/>
            <a:ext cx="11090275" cy="209649"/>
          </a:xfrm>
        </p:spPr>
        <p:txBody>
          <a:bodyPr lIns="90000" tIns="46800" rIns="90000" bIns="46800" anchor="t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71833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9712FB76-BC91-4AAE-99A6-DCB3B13F781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345217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286" imgH="286" progId="TCLayout.ActiveDocument.1">
                  <p:embed/>
                </p:oleObj>
              </mc:Choice>
              <mc:Fallback>
                <p:oleObj name="thinkcell Slide" r:id="rId3" imgW="286" imgH="28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712FB76-BC91-4AAE-99A6-DCB3B13F7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C6321E1C-3C4E-F543-E33E-C82FE16BF56E}"/>
              </a:ext>
            </a:extLst>
          </p:cNvPr>
          <p:cNvSpPr/>
          <p:nvPr/>
        </p:nvSpPr>
        <p:spPr>
          <a:xfrm>
            <a:off x="6096000" y="0"/>
            <a:ext cx="6099175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rnd" cmpd="sng" algn="ctr">
            <a:solidFill>
              <a:schemeClr val="bg1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43200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kumimoji="0" lang="en-US" sz="140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1DE468-DCEB-BCEF-7124-22AE09B18F64}"/>
              </a:ext>
            </a:extLst>
          </p:cNvPr>
          <p:cNvSpPr/>
          <p:nvPr/>
        </p:nvSpPr>
        <p:spPr>
          <a:xfrm>
            <a:off x="1" y="5943600"/>
            <a:ext cx="1924049" cy="914400"/>
          </a:xfrm>
          <a:prstGeom prst="rect">
            <a:avLst/>
          </a:prstGeom>
          <a:solidFill>
            <a:schemeClr val="bg1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>
              <a:solidFill>
                <a:srgbClr val="FFFFFF"/>
              </a:solidFill>
            </a:endParaRPr>
          </a:p>
        </p:txBody>
      </p:sp>
      <p:sp>
        <p:nvSpPr>
          <p:cNvPr id="12" name="Google Shape;1885213;p2">
            <a:extLst>
              <a:ext uri="{FF2B5EF4-FFF2-40B4-BE49-F238E27FC236}">
                <a16:creationId xmlns:a16="http://schemas.microsoft.com/office/drawing/2014/main" id="{4FEF7A2D-FB64-3369-135D-2402C001B5D2}"/>
              </a:ext>
            </a:extLst>
          </p:cNvPr>
          <p:cNvSpPr txBox="1">
            <a:spLocks/>
          </p:cNvSpPr>
          <p:nvPr/>
        </p:nvSpPr>
        <p:spPr>
          <a:xfrm>
            <a:off x="9448800" y="649290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>
              <a:defRPr lang="en-US"/>
            </a:defPPr>
            <a:lvl1pPr marL="0" marR="0" lvl="0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8D3DE9EF-BC51-4B96-6E29-00192CEB63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1203" y="574599"/>
            <a:ext cx="5618572" cy="444900"/>
          </a:xfrm>
          <a:prstGeom prst="rect">
            <a:avLst/>
          </a:prstGeom>
        </p:spPr>
        <p:txBody>
          <a:bodyPr vert="horz" wrap="square" lIns="91440" tIns="45720" rIns="91440" bIns="4572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sz="2400" b="1" i="0" u="none" kern="1200" spc="0">
                <a:solidFill>
                  <a:schemeClr val="tx2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D31BED06-4D1B-84C1-5B63-921F0DA8D7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0863" y="6388075"/>
            <a:ext cx="11090275" cy="209649"/>
          </a:xfrm>
        </p:spPr>
        <p:txBody>
          <a:bodyPr lIns="90000" tIns="46800" rIns="90000" bIns="46800" anchor="t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61042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9712FB76-BC91-4AAE-99A6-DCB3B13F781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566623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286" imgH="286" progId="TCLayout.ActiveDocument.1">
                  <p:embed/>
                </p:oleObj>
              </mc:Choice>
              <mc:Fallback>
                <p:oleObj name="thinkcell Slide" r:id="rId3" imgW="286" imgH="28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712FB76-BC91-4AAE-99A6-DCB3B13F7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C6321E1C-3C4E-F543-E33E-C82FE16BF56E}"/>
              </a:ext>
            </a:extLst>
          </p:cNvPr>
          <p:cNvSpPr/>
          <p:nvPr/>
        </p:nvSpPr>
        <p:spPr>
          <a:xfrm>
            <a:off x="7829550" y="0"/>
            <a:ext cx="436245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rnd" cmpd="sng" algn="ctr">
            <a:solidFill>
              <a:schemeClr val="bg1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43200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kumimoji="0" lang="en-US" sz="140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1DE468-DCEB-BCEF-7124-22AE09B18F64}"/>
              </a:ext>
            </a:extLst>
          </p:cNvPr>
          <p:cNvSpPr/>
          <p:nvPr/>
        </p:nvSpPr>
        <p:spPr>
          <a:xfrm>
            <a:off x="1" y="5943600"/>
            <a:ext cx="7829550" cy="914400"/>
          </a:xfrm>
          <a:prstGeom prst="rect">
            <a:avLst/>
          </a:prstGeom>
          <a:solidFill>
            <a:schemeClr val="bg1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>
              <a:solidFill>
                <a:srgbClr val="FFFFFF"/>
              </a:solidFill>
            </a:endParaRPr>
          </a:p>
        </p:txBody>
      </p:sp>
      <p:sp>
        <p:nvSpPr>
          <p:cNvPr id="12" name="Google Shape;1885213;p2">
            <a:extLst>
              <a:ext uri="{FF2B5EF4-FFF2-40B4-BE49-F238E27FC236}">
                <a16:creationId xmlns:a16="http://schemas.microsoft.com/office/drawing/2014/main" id="{4FEF7A2D-FB64-3369-135D-2402C001B5D2}"/>
              </a:ext>
            </a:extLst>
          </p:cNvPr>
          <p:cNvSpPr txBox="1">
            <a:spLocks/>
          </p:cNvSpPr>
          <p:nvPr/>
        </p:nvSpPr>
        <p:spPr>
          <a:xfrm>
            <a:off x="9448800" y="649290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>
              <a:defRPr lang="en-US"/>
            </a:defPPr>
            <a:lvl1pPr marL="0" marR="0" lvl="0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8D3DE9EF-BC51-4B96-6E29-00192CEB63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1203" y="574599"/>
            <a:ext cx="7418798" cy="444900"/>
          </a:xfrm>
          <a:prstGeom prst="rect">
            <a:avLst/>
          </a:prstGeom>
        </p:spPr>
        <p:txBody>
          <a:bodyPr vert="horz" wrap="square" lIns="91440" tIns="45720" rIns="91440" bIns="4572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sz="2400" b="1" i="0" u="none" kern="1200" spc="0">
                <a:solidFill>
                  <a:schemeClr val="tx2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4079B512-1171-A05F-4604-8348F61C7E8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0863" y="6388075"/>
            <a:ext cx="11090275" cy="209649"/>
          </a:xfrm>
        </p:spPr>
        <p:txBody>
          <a:bodyPr lIns="90000" tIns="46800" rIns="90000" bIns="46800" anchor="t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08566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9712FB76-BC91-4AAE-99A6-DCB3B13F781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265279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286" imgH="286" progId="TCLayout.ActiveDocument.1">
                  <p:embed/>
                </p:oleObj>
              </mc:Choice>
              <mc:Fallback>
                <p:oleObj name="thinkcell Slide" r:id="rId3" imgW="286" imgH="28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712FB76-BC91-4AAE-99A6-DCB3B13F7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C6321E1C-3C4E-F543-E33E-C82FE16BF56E}"/>
              </a:ext>
            </a:extLst>
          </p:cNvPr>
          <p:cNvSpPr/>
          <p:nvPr/>
        </p:nvSpPr>
        <p:spPr>
          <a:xfrm>
            <a:off x="8782049" y="0"/>
            <a:ext cx="340995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rnd" cmpd="sng" algn="ctr">
            <a:solidFill>
              <a:schemeClr val="bg1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43200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kumimoji="0" lang="en-US" sz="140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1DE468-DCEB-BCEF-7124-22AE09B18F64}"/>
              </a:ext>
            </a:extLst>
          </p:cNvPr>
          <p:cNvSpPr/>
          <p:nvPr/>
        </p:nvSpPr>
        <p:spPr>
          <a:xfrm>
            <a:off x="1" y="5943600"/>
            <a:ext cx="7829550" cy="914400"/>
          </a:xfrm>
          <a:prstGeom prst="rect">
            <a:avLst/>
          </a:prstGeom>
          <a:solidFill>
            <a:schemeClr val="bg1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>
              <a:solidFill>
                <a:srgbClr val="FFFFFF"/>
              </a:solidFill>
            </a:endParaRPr>
          </a:p>
        </p:txBody>
      </p:sp>
      <p:sp>
        <p:nvSpPr>
          <p:cNvPr id="12" name="Google Shape;1885213;p2">
            <a:extLst>
              <a:ext uri="{FF2B5EF4-FFF2-40B4-BE49-F238E27FC236}">
                <a16:creationId xmlns:a16="http://schemas.microsoft.com/office/drawing/2014/main" id="{4FEF7A2D-FB64-3369-135D-2402C001B5D2}"/>
              </a:ext>
            </a:extLst>
          </p:cNvPr>
          <p:cNvSpPr txBox="1">
            <a:spLocks/>
          </p:cNvSpPr>
          <p:nvPr/>
        </p:nvSpPr>
        <p:spPr>
          <a:xfrm>
            <a:off x="9448800" y="649290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>
              <a:defRPr lang="en-US"/>
            </a:defPPr>
            <a:lvl1pPr marL="0" marR="0" lvl="0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8D3DE9EF-BC51-4B96-6E29-00192CEB63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1203" y="574599"/>
            <a:ext cx="8380822" cy="444900"/>
          </a:xfrm>
          <a:prstGeom prst="rect">
            <a:avLst/>
          </a:prstGeom>
        </p:spPr>
        <p:txBody>
          <a:bodyPr vert="horz" wrap="square" lIns="91440" tIns="45720" rIns="91440" bIns="4572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sz="2400" b="1" i="0" u="none" kern="1200" spc="0">
                <a:solidFill>
                  <a:schemeClr val="tx2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6371DCAA-B603-F8EA-D128-97587C6E50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0863" y="6388075"/>
            <a:ext cx="11090275" cy="209649"/>
          </a:xfrm>
        </p:spPr>
        <p:txBody>
          <a:bodyPr lIns="90000" tIns="46800" rIns="90000" bIns="46800" anchor="t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75107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rast 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9712FB76-BC91-4AAE-99A6-DCB3B13F781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8429259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286" imgH="286" progId="TCLayout.ActiveDocument.1">
                  <p:embed/>
                </p:oleObj>
              </mc:Choice>
              <mc:Fallback>
                <p:oleObj name="thinkcell Slide" r:id="rId3" imgW="286" imgH="28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712FB76-BC91-4AAE-99A6-DCB3B13F7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DE3527A3-A63B-FA6D-5D7E-7C85E50E54E3}"/>
              </a:ext>
            </a:extLst>
          </p:cNvPr>
          <p:cNvSpPr/>
          <p:nvPr/>
        </p:nvSpPr>
        <p:spPr>
          <a:xfrm>
            <a:off x="3422767" y="0"/>
            <a:ext cx="8778875" cy="6858000"/>
          </a:xfrm>
          <a:prstGeom prst="rect">
            <a:avLst/>
          </a:prstGeom>
          <a:gradFill flip="none" rotWithShape="1">
            <a:gsLst>
              <a:gs pos="0">
                <a:srgbClr val="2F5597">
                  <a:shade val="30000"/>
                  <a:satMod val="115000"/>
                </a:srgbClr>
              </a:gs>
              <a:gs pos="50000">
                <a:srgbClr val="2F5597">
                  <a:shade val="67500"/>
                  <a:satMod val="115000"/>
                </a:srgbClr>
              </a:gs>
              <a:gs pos="100000">
                <a:srgbClr val="2F5597">
                  <a:shade val="100000"/>
                  <a:satMod val="115000"/>
                </a:srgbClr>
              </a:gs>
            </a:gsLst>
            <a:lin ang="18900000" scaled="1"/>
            <a:tileRect/>
          </a:gra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400" b="1" i="1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6C3A5A6-7799-0215-A951-E5F4058B7BB0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40679"/>
          <a:stretch>
            <a:fillRect/>
          </a:stretch>
        </p:blipFill>
        <p:spPr>
          <a:xfrm>
            <a:off x="0" y="0"/>
            <a:ext cx="5210175" cy="69532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B1DE468-DCEB-BCEF-7124-22AE09B18F64}"/>
              </a:ext>
            </a:extLst>
          </p:cNvPr>
          <p:cNvSpPr/>
          <p:nvPr/>
        </p:nvSpPr>
        <p:spPr>
          <a:xfrm>
            <a:off x="1" y="5943600"/>
            <a:ext cx="1924049" cy="914400"/>
          </a:xfrm>
          <a:prstGeom prst="rect">
            <a:avLst/>
          </a:prstGeom>
          <a:solidFill>
            <a:schemeClr val="bg1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>
              <a:solidFill>
                <a:srgbClr val="FFFFFF"/>
              </a:solidFill>
            </a:endParaRPr>
          </a:p>
        </p:txBody>
      </p:sp>
      <p:sp>
        <p:nvSpPr>
          <p:cNvPr id="12" name="Google Shape;1885213;p2">
            <a:extLst>
              <a:ext uri="{FF2B5EF4-FFF2-40B4-BE49-F238E27FC236}">
                <a16:creationId xmlns:a16="http://schemas.microsoft.com/office/drawing/2014/main" id="{4FEF7A2D-FB64-3369-135D-2402C001B5D2}"/>
              </a:ext>
            </a:extLst>
          </p:cNvPr>
          <p:cNvSpPr txBox="1">
            <a:spLocks/>
          </p:cNvSpPr>
          <p:nvPr/>
        </p:nvSpPr>
        <p:spPr>
          <a:xfrm>
            <a:off x="9448800" y="649290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>
              <a:defRPr lang="en-US"/>
            </a:defPPr>
            <a:lvl1pPr marL="0" marR="0" lvl="0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8D3DE9EF-BC51-4B96-6E29-00192CEB63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4" y="2650775"/>
            <a:ext cx="2649536" cy="444900"/>
          </a:xfrm>
          <a:prstGeom prst="rect">
            <a:avLst/>
          </a:prstGeom>
        </p:spPr>
        <p:txBody>
          <a:bodyPr vert="horz" wrap="square" lIns="91440" tIns="45720" rIns="91440" bIns="4572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sz="2400" b="1" i="0" u="none" kern="1200" spc="0">
                <a:solidFill>
                  <a:schemeClr val="tx2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87B9CFD-FCAF-D99F-5F79-D28D58FE63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0863" y="6388075"/>
            <a:ext cx="11090275" cy="209649"/>
          </a:xfrm>
        </p:spPr>
        <p:txBody>
          <a:bodyPr lIns="90000" tIns="46800" rIns="90000" bIns="46800" anchor="t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72635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rast 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9712FB76-BC91-4AAE-99A6-DCB3B13F781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928105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286" imgH="286" progId="TCLayout.ActiveDocument.1">
                  <p:embed/>
                </p:oleObj>
              </mc:Choice>
              <mc:Fallback>
                <p:oleObj name="thinkcell Slide" r:id="rId3" imgW="286" imgH="28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712FB76-BC91-4AAE-99A6-DCB3B13F7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75E867F4-0853-9BEC-C8A6-604BD39532CE}"/>
              </a:ext>
            </a:extLst>
          </p:cNvPr>
          <p:cNvSpPr/>
          <p:nvPr/>
        </p:nvSpPr>
        <p:spPr>
          <a:xfrm>
            <a:off x="4364036" y="0"/>
            <a:ext cx="7827963" cy="6858000"/>
          </a:xfrm>
          <a:prstGeom prst="rect">
            <a:avLst/>
          </a:prstGeom>
          <a:gradFill flip="none" rotWithShape="1">
            <a:gsLst>
              <a:gs pos="0">
                <a:srgbClr val="2F5597">
                  <a:shade val="30000"/>
                  <a:satMod val="115000"/>
                </a:srgbClr>
              </a:gs>
              <a:gs pos="50000">
                <a:srgbClr val="2F5597">
                  <a:shade val="67500"/>
                  <a:satMod val="115000"/>
                </a:srgbClr>
              </a:gs>
              <a:gs pos="100000">
                <a:srgbClr val="2F5597">
                  <a:shade val="100000"/>
                  <a:satMod val="115000"/>
                </a:srgbClr>
              </a:gs>
            </a:gsLst>
            <a:lin ang="18900000" scaled="1"/>
            <a:tileRect/>
          </a:gra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400" b="1" i="1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6C3A5A6-7799-0215-A951-E5F4058B7BB0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40679"/>
          <a:stretch>
            <a:fillRect/>
          </a:stretch>
        </p:blipFill>
        <p:spPr>
          <a:xfrm>
            <a:off x="0" y="0"/>
            <a:ext cx="5210175" cy="69532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B1DE468-DCEB-BCEF-7124-22AE09B18F64}"/>
              </a:ext>
            </a:extLst>
          </p:cNvPr>
          <p:cNvSpPr/>
          <p:nvPr/>
        </p:nvSpPr>
        <p:spPr>
          <a:xfrm>
            <a:off x="1" y="5943600"/>
            <a:ext cx="1924049" cy="914400"/>
          </a:xfrm>
          <a:prstGeom prst="rect">
            <a:avLst/>
          </a:prstGeom>
          <a:solidFill>
            <a:schemeClr val="bg1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>
              <a:solidFill>
                <a:srgbClr val="FFFFFF"/>
              </a:solidFill>
            </a:endParaRPr>
          </a:p>
        </p:txBody>
      </p:sp>
      <p:sp>
        <p:nvSpPr>
          <p:cNvPr id="12" name="Google Shape;1885213;p2">
            <a:extLst>
              <a:ext uri="{FF2B5EF4-FFF2-40B4-BE49-F238E27FC236}">
                <a16:creationId xmlns:a16="http://schemas.microsoft.com/office/drawing/2014/main" id="{4FEF7A2D-FB64-3369-135D-2402C001B5D2}"/>
              </a:ext>
            </a:extLst>
          </p:cNvPr>
          <p:cNvSpPr txBox="1">
            <a:spLocks/>
          </p:cNvSpPr>
          <p:nvPr/>
        </p:nvSpPr>
        <p:spPr>
          <a:xfrm>
            <a:off x="9448800" y="649290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>
              <a:defRPr lang="en-US"/>
            </a:defPPr>
            <a:lvl1pPr marL="0" marR="0" lvl="0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8D3DE9EF-BC51-4B96-6E29-00192CEB63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4" y="2650775"/>
            <a:ext cx="3611562" cy="444900"/>
          </a:xfrm>
          <a:prstGeom prst="rect">
            <a:avLst/>
          </a:prstGeom>
        </p:spPr>
        <p:txBody>
          <a:bodyPr vert="horz" wrap="square" lIns="91440" tIns="45720" rIns="91440" bIns="4572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sz="2400" b="1" i="0" u="none" kern="1200" spc="0">
                <a:solidFill>
                  <a:schemeClr val="tx2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875CD7FB-8759-ACD6-D271-C8290856177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0863" y="6388075"/>
            <a:ext cx="11090275" cy="209649"/>
          </a:xfrm>
        </p:spPr>
        <p:txBody>
          <a:bodyPr lIns="90000" tIns="46800" rIns="90000" bIns="46800" anchor="t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48812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rast 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9712FB76-BC91-4AAE-99A6-DCB3B13F781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5788536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286" imgH="286" progId="TCLayout.ActiveDocument.1">
                  <p:embed/>
                </p:oleObj>
              </mc:Choice>
              <mc:Fallback>
                <p:oleObj name="thinkcell Slide" r:id="rId3" imgW="286" imgH="28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712FB76-BC91-4AAE-99A6-DCB3B13F7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7B0D928F-B466-5B0F-7C8E-61916C64ED9F}"/>
              </a:ext>
            </a:extLst>
          </p:cNvPr>
          <p:cNvSpPr/>
          <p:nvPr/>
        </p:nvSpPr>
        <p:spPr>
          <a:xfrm>
            <a:off x="6092824" y="0"/>
            <a:ext cx="6099175" cy="6858000"/>
          </a:xfrm>
          <a:prstGeom prst="rect">
            <a:avLst/>
          </a:prstGeom>
          <a:gradFill flip="none" rotWithShape="1">
            <a:gsLst>
              <a:gs pos="0">
                <a:srgbClr val="2F5597">
                  <a:shade val="30000"/>
                  <a:satMod val="115000"/>
                </a:srgbClr>
              </a:gs>
              <a:gs pos="50000">
                <a:srgbClr val="2F5597">
                  <a:shade val="67500"/>
                  <a:satMod val="115000"/>
                </a:srgbClr>
              </a:gs>
              <a:gs pos="100000">
                <a:srgbClr val="2F5597">
                  <a:shade val="100000"/>
                  <a:satMod val="115000"/>
                </a:srgbClr>
              </a:gs>
            </a:gsLst>
            <a:lin ang="18900000" scaled="1"/>
            <a:tileRect/>
          </a:gra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400" b="1" i="1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6C3A5A6-7799-0215-A951-E5F4058B7BB0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40679"/>
          <a:stretch>
            <a:fillRect/>
          </a:stretch>
        </p:blipFill>
        <p:spPr>
          <a:xfrm>
            <a:off x="0" y="0"/>
            <a:ext cx="5210175" cy="69532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B1DE468-DCEB-BCEF-7124-22AE09B18F64}"/>
              </a:ext>
            </a:extLst>
          </p:cNvPr>
          <p:cNvSpPr/>
          <p:nvPr/>
        </p:nvSpPr>
        <p:spPr>
          <a:xfrm>
            <a:off x="1" y="5943600"/>
            <a:ext cx="1924049" cy="914400"/>
          </a:xfrm>
          <a:prstGeom prst="rect">
            <a:avLst/>
          </a:prstGeom>
          <a:solidFill>
            <a:schemeClr val="bg1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>
              <a:solidFill>
                <a:srgbClr val="FFFFFF"/>
              </a:solidFill>
            </a:endParaRPr>
          </a:p>
        </p:txBody>
      </p:sp>
      <p:sp>
        <p:nvSpPr>
          <p:cNvPr id="12" name="Google Shape;1885213;p2">
            <a:extLst>
              <a:ext uri="{FF2B5EF4-FFF2-40B4-BE49-F238E27FC236}">
                <a16:creationId xmlns:a16="http://schemas.microsoft.com/office/drawing/2014/main" id="{4FEF7A2D-FB64-3369-135D-2402C001B5D2}"/>
              </a:ext>
            </a:extLst>
          </p:cNvPr>
          <p:cNvSpPr txBox="1">
            <a:spLocks/>
          </p:cNvSpPr>
          <p:nvPr/>
        </p:nvSpPr>
        <p:spPr>
          <a:xfrm>
            <a:off x="9448800" y="649290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>
              <a:defRPr lang="en-US"/>
            </a:defPPr>
            <a:lvl1pPr marL="0" marR="0" lvl="0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8D3DE9EF-BC51-4B96-6E29-00192CEB63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1203" y="574599"/>
            <a:ext cx="5618572" cy="444900"/>
          </a:xfrm>
          <a:prstGeom prst="rect">
            <a:avLst/>
          </a:prstGeom>
        </p:spPr>
        <p:txBody>
          <a:bodyPr vert="horz" wrap="square" lIns="91440" tIns="45720" rIns="91440" bIns="4572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sz="2400" b="1" i="0" u="none" kern="1200" spc="0">
                <a:solidFill>
                  <a:schemeClr val="tx2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pic>
        <p:nvPicPr>
          <p:cNvPr id="8" name="Google Shape;1885204;p1" descr="Picture 3">
            <a:extLst>
              <a:ext uri="{FF2B5EF4-FFF2-40B4-BE49-F238E27FC236}">
                <a16:creationId xmlns:a16="http://schemas.microsoft.com/office/drawing/2014/main" id="{AE3AFD4F-39E2-5C38-4399-16BB440605C0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763125" y="-9525"/>
            <a:ext cx="2438400" cy="693933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C90DE1F5-9323-56B6-7BC3-97821C4442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0863" y="6388075"/>
            <a:ext cx="11090275" cy="209649"/>
          </a:xfrm>
        </p:spPr>
        <p:txBody>
          <a:bodyPr lIns="90000" tIns="46800" rIns="90000" bIns="46800" anchor="t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17179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rast 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9712FB76-BC91-4AAE-99A6-DCB3B13F781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4016650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286" imgH="286" progId="TCLayout.ActiveDocument.1">
                  <p:embed/>
                </p:oleObj>
              </mc:Choice>
              <mc:Fallback>
                <p:oleObj name="thinkcell Slide" r:id="rId3" imgW="286" imgH="28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712FB76-BC91-4AAE-99A6-DCB3B13F7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70F6DAD2-3C0B-C2B0-B660-E0A470094C1D}"/>
              </a:ext>
            </a:extLst>
          </p:cNvPr>
          <p:cNvSpPr/>
          <p:nvPr/>
        </p:nvSpPr>
        <p:spPr>
          <a:xfrm>
            <a:off x="7829549" y="0"/>
            <a:ext cx="4362450" cy="6858000"/>
          </a:xfrm>
          <a:prstGeom prst="rect">
            <a:avLst/>
          </a:prstGeom>
          <a:gradFill flip="none" rotWithShape="1">
            <a:gsLst>
              <a:gs pos="0">
                <a:srgbClr val="2F5597">
                  <a:shade val="30000"/>
                  <a:satMod val="115000"/>
                </a:srgbClr>
              </a:gs>
              <a:gs pos="50000">
                <a:srgbClr val="2F5597">
                  <a:shade val="67500"/>
                  <a:satMod val="115000"/>
                </a:srgbClr>
              </a:gs>
              <a:gs pos="100000">
                <a:srgbClr val="2F5597">
                  <a:shade val="100000"/>
                  <a:satMod val="115000"/>
                </a:srgbClr>
              </a:gs>
            </a:gsLst>
            <a:lin ang="18900000" scaled="1"/>
            <a:tileRect/>
          </a:gra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400" b="1" i="1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6C3A5A6-7799-0215-A951-E5F4058B7BB0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25388"/>
          <a:stretch>
            <a:fillRect/>
          </a:stretch>
        </p:blipFill>
        <p:spPr>
          <a:xfrm>
            <a:off x="0" y="0"/>
            <a:ext cx="6553199" cy="69532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B1DE468-DCEB-BCEF-7124-22AE09B18F64}"/>
              </a:ext>
            </a:extLst>
          </p:cNvPr>
          <p:cNvSpPr/>
          <p:nvPr/>
        </p:nvSpPr>
        <p:spPr>
          <a:xfrm>
            <a:off x="1" y="5943600"/>
            <a:ext cx="7829550" cy="914400"/>
          </a:xfrm>
          <a:prstGeom prst="rect">
            <a:avLst/>
          </a:prstGeom>
          <a:solidFill>
            <a:schemeClr val="bg1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>
              <a:solidFill>
                <a:srgbClr val="FFFFFF"/>
              </a:solidFill>
            </a:endParaRPr>
          </a:p>
        </p:txBody>
      </p:sp>
      <p:sp>
        <p:nvSpPr>
          <p:cNvPr id="12" name="Google Shape;1885213;p2">
            <a:extLst>
              <a:ext uri="{FF2B5EF4-FFF2-40B4-BE49-F238E27FC236}">
                <a16:creationId xmlns:a16="http://schemas.microsoft.com/office/drawing/2014/main" id="{4FEF7A2D-FB64-3369-135D-2402C001B5D2}"/>
              </a:ext>
            </a:extLst>
          </p:cNvPr>
          <p:cNvSpPr txBox="1">
            <a:spLocks/>
          </p:cNvSpPr>
          <p:nvPr/>
        </p:nvSpPr>
        <p:spPr>
          <a:xfrm>
            <a:off x="9448800" y="649290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>
              <a:defRPr lang="en-US"/>
            </a:defPPr>
            <a:lvl1pPr marL="0" marR="0" lvl="0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8D3DE9EF-BC51-4B96-6E29-00192CEB63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1203" y="574599"/>
            <a:ext cx="7418798" cy="444900"/>
          </a:xfrm>
          <a:prstGeom prst="rect">
            <a:avLst/>
          </a:prstGeom>
        </p:spPr>
        <p:txBody>
          <a:bodyPr vert="horz" wrap="square" lIns="91440" tIns="45720" rIns="91440" bIns="4572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sz="2400" b="1" i="0" u="none" kern="1200" spc="0">
                <a:solidFill>
                  <a:schemeClr val="tx2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pic>
        <p:nvPicPr>
          <p:cNvPr id="8" name="Google Shape;1885204;p1" descr="Picture 3">
            <a:extLst>
              <a:ext uri="{FF2B5EF4-FFF2-40B4-BE49-F238E27FC236}">
                <a16:creationId xmlns:a16="http://schemas.microsoft.com/office/drawing/2014/main" id="{43581E33-EB32-0525-1E46-5DA75F68293D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763125" y="-9525"/>
            <a:ext cx="2438400" cy="693933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A8499F3C-6A83-50BA-B264-3FBC65F70D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0863" y="6388075"/>
            <a:ext cx="11090275" cy="209649"/>
          </a:xfrm>
        </p:spPr>
        <p:txBody>
          <a:bodyPr lIns="90000" tIns="46800" rIns="90000" bIns="46800" anchor="t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87210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rast 3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9712FB76-BC91-4AAE-99A6-DCB3B13F781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968719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286" imgH="286" progId="TCLayout.ActiveDocument.1">
                  <p:embed/>
                </p:oleObj>
              </mc:Choice>
              <mc:Fallback>
                <p:oleObj name="thinkcell Slide" r:id="rId3" imgW="286" imgH="28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712FB76-BC91-4AAE-99A6-DCB3B13F7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82A2C9DD-46E3-4302-9C61-1441CFB53D54}"/>
              </a:ext>
            </a:extLst>
          </p:cNvPr>
          <p:cNvSpPr/>
          <p:nvPr/>
        </p:nvSpPr>
        <p:spPr>
          <a:xfrm>
            <a:off x="8774277" y="0"/>
            <a:ext cx="3417721" cy="6858000"/>
          </a:xfrm>
          <a:prstGeom prst="rect">
            <a:avLst/>
          </a:prstGeom>
          <a:gradFill flip="none" rotWithShape="1">
            <a:gsLst>
              <a:gs pos="0">
                <a:srgbClr val="2F5597">
                  <a:shade val="30000"/>
                  <a:satMod val="115000"/>
                </a:srgbClr>
              </a:gs>
              <a:gs pos="50000">
                <a:srgbClr val="2F5597">
                  <a:shade val="67500"/>
                  <a:satMod val="115000"/>
                </a:srgbClr>
              </a:gs>
              <a:gs pos="100000">
                <a:srgbClr val="2F5597">
                  <a:shade val="100000"/>
                  <a:satMod val="115000"/>
                </a:srgbClr>
              </a:gs>
            </a:gsLst>
            <a:lin ang="18900000" scaled="1"/>
            <a:tileRect/>
          </a:gra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400" b="1" i="1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6C3A5A6-7799-0215-A951-E5F4058B7BB0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25388"/>
          <a:stretch>
            <a:fillRect/>
          </a:stretch>
        </p:blipFill>
        <p:spPr>
          <a:xfrm>
            <a:off x="0" y="0"/>
            <a:ext cx="6553199" cy="69532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B1DE468-DCEB-BCEF-7124-22AE09B18F64}"/>
              </a:ext>
            </a:extLst>
          </p:cNvPr>
          <p:cNvSpPr/>
          <p:nvPr/>
        </p:nvSpPr>
        <p:spPr>
          <a:xfrm>
            <a:off x="1" y="5943600"/>
            <a:ext cx="7829550" cy="914400"/>
          </a:xfrm>
          <a:prstGeom prst="rect">
            <a:avLst/>
          </a:prstGeom>
          <a:solidFill>
            <a:schemeClr val="bg1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>
              <a:solidFill>
                <a:srgbClr val="FFFFFF"/>
              </a:solidFill>
            </a:endParaRPr>
          </a:p>
        </p:txBody>
      </p:sp>
      <p:sp>
        <p:nvSpPr>
          <p:cNvPr id="12" name="Google Shape;1885213;p2">
            <a:extLst>
              <a:ext uri="{FF2B5EF4-FFF2-40B4-BE49-F238E27FC236}">
                <a16:creationId xmlns:a16="http://schemas.microsoft.com/office/drawing/2014/main" id="{4FEF7A2D-FB64-3369-135D-2402C001B5D2}"/>
              </a:ext>
            </a:extLst>
          </p:cNvPr>
          <p:cNvSpPr txBox="1">
            <a:spLocks/>
          </p:cNvSpPr>
          <p:nvPr/>
        </p:nvSpPr>
        <p:spPr>
          <a:xfrm>
            <a:off x="9448800" y="649290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>
              <a:defRPr lang="en-US"/>
            </a:defPPr>
            <a:lvl1pPr marL="0" marR="0" lvl="0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8D3DE9EF-BC51-4B96-6E29-00192CEB63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1203" y="574599"/>
            <a:ext cx="8380822" cy="444900"/>
          </a:xfrm>
          <a:prstGeom prst="rect">
            <a:avLst/>
          </a:prstGeom>
        </p:spPr>
        <p:txBody>
          <a:bodyPr vert="horz" wrap="square" lIns="91440" tIns="45720" rIns="91440" bIns="4572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sz="2400" b="1" i="0" u="none" kern="1200" spc="0">
                <a:solidFill>
                  <a:schemeClr val="tx2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pic>
        <p:nvPicPr>
          <p:cNvPr id="8" name="Google Shape;1885204;p1" descr="Picture 3">
            <a:extLst>
              <a:ext uri="{FF2B5EF4-FFF2-40B4-BE49-F238E27FC236}">
                <a16:creationId xmlns:a16="http://schemas.microsoft.com/office/drawing/2014/main" id="{AD315048-7C37-958B-39D3-CB71B3A4F706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763125" y="-9525"/>
            <a:ext cx="2438400" cy="693933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3A7DAB9E-B8D8-E8DC-5A9F-FB25AA4C22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0863" y="6388075"/>
            <a:ext cx="11090275" cy="209649"/>
          </a:xfrm>
        </p:spPr>
        <p:txBody>
          <a:bodyPr lIns="90000" tIns="46800" rIns="90000" bIns="46800" anchor="t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85976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hf sldNum="0"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verse Contrast 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9712FB76-BC91-4AAE-99A6-DCB3B13F781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109652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286" imgH="286" progId="TCLayout.ActiveDocument.1">
                  <p:embed/>
                </p:oleObj>
              </mc:Choice>
              <mc:Fallback>
                <p:oleObj name="thinkcell Slide" r:id="rId3" imgW="286" imgH="28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712FB76-BC91-4AAE-99A6-DCB3B13F7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CB1DE468-DCEB-BCEF-7124-22AE09B18F64}"/>
              </a:ext>
            </a:extLst>
          </p:cNvPr>
          <p:cNvSpPr/>
          <p:nvPr/>
        </p:nvSpPr>
        <p:spPr>
          <a:xfrm>
            <a:off x="1" y="5943600"/>
            <a:ext cx="12201524" cy="914400"/>
          </a:xfrm>
          <a:prstGeom prst="rect">
            <a:avLst/>
          </a:prstGeom>
          <a:solidFill>
            <a:schemeClr val="bg1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>
              <a:solidFill>
                <a:srgbClr val="FFFFFF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B0D928F-B466-5B0F-7C8E-61916C64ED9F}"/>
              </a:ext>
            </a:extLst>
          </p:cNvPr>
          <p:cNvSpPr/>
          <p:nvPr/>
        </p:nvSpPr>
        <p:spPr>
          <a:xfrm>
            <a:off x="24606" y="0"/>
            <a:ext cx="6099175" cy="6858000"/>
          </a:xfrm>
          <a:prstGeom prst="rect">
            <a:avLst/>
          </a:prstGeom>
          <a:gradFill flip="none" rotWithShape="1">
            <a:gsLst>
              <a:gs pos="0">
                <a:srgbClr val="2F5597">
                  <a:shade val="30000"/>
                  <a:satMod val="115000"/>
                </a:srgbClr>
              </a:gs>
              <a:gs pos="50000">
                <a:srgbClr val="2F5597">
                  <a:shade val="67500"/>
                  <a:satMod val="115000"/>
                </a:srgbClr>
              </a:gs>
              <a:gs pos="100000">
                <a:srgbClr val="2F5597">
                  <a:shade val="100000"/>
                  <a:satMod val="115000"/>
                </a:srgbClr>
              </a:gs>
            </a:gsLst>
            <a:lin ang="18900000" scaled="1"/>
            <a:tileRect/>
          </a:gra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400" b="1" i="1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12" name="Google Shape;1885213;p2">
            <a:extLst>
              <a:ext uri="{FF2B5EF4-FFF2-40B4-BE49-F238E27FC236}">
                <a16:creationId xmlns:a16="http://schemas.microsoft.com/office/drawing/2014/main" id="{4FEF7A2D-FB64-3369-135D-2402C001B5D2}"/>
              </a:ext>
            </a:extLst>
          </p:cNvPr>
          <p:cNvSpPr txBox="1">
            <a:spLocks/>
          </p:cNvSpPr>
          <p:nvPr/>
        </p:nvSpPr>
        <p:spPr>
          <a:xfrm>
            <a:off x="9448800" y="649290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>
              <a:defRPr lang="en-US"/>
            </a:defPPr>
            <a:lvl1pPr marL="0" marR="0" lvl="0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8D3DE9EF-BC51-4B96-6E29-00192CEB63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1203" y="684408"/>
            <a:ext cx="5618572" cy="444900"/>
          </a:xfrm>
          <a:prstGeom prst="rect">
            <a:avLst/>
          </a:prstGeom>
        </p:spPr>
        <p:txBody>
          <a:bodyPr vert="horz" wrap="square" lIns="91440" tIns="45720" rIns="91440" bIns="4572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sz="2400" b="1" i="0" u="none" kern="1200" spc="0">
                <a:solidFill>
                  <a:schemeClr val="bg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7" name="Google Shape;1885213;p2">
            <a:extLst>
              <a:ext uri="{FF2B5EF4-FFF2-40B4-BE49-F238E27FC236}">
                <a16:creationId xmlns:a16="http://schemas.microsoft.com/office/drawing/2014/main" id="{EAA220DF-AAEE-297C-486F-16324A0F58A3}"/>
              </a:ext>
            </a:extLst>
          </p:cNvPr>
          <p:cNvSpPr txBox="1">
            <a:spLocks/>
          </p:cNvSpPr>
          <p:nvPr/>
        </p:nvSpPr>
        <p:spPr>
          <a:xfrm>
            <a:off x="9458325" y="649290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>
              <a:defRPr lang="en-US"/>
            </a:defPPr>
            <a:lvl1pPr marL="0" marR="0" lvl="0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A94F31F-9131-F61A-A00D-A486E80DFCB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0863" y="6388075"/>
            <a:ext cx="11090275" cy="209649"/>
          </a:xfrm>
        </p:spPr>
        <p:txBody>
          <a:bodyPr lIns="90000" tIns="46800" rIns="90000" bIns="46800" anchor="t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82025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hf sldNum="0"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verse Contrast_3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9712FB76-BC91-4AAE-99A6-DCB3B13F781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673473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286" imgH="286" progId="TCLayout.ActiveDocument.1">
                  <p:embed/>
                </p:oleObj>
              </mc:Choice>
              <mc:Fallback>
                <p:oleObj name="thinkcell Slide" r:id="rId3" imgW="286" imgH="28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712FB76-BC91-4AAE-99A6-DCB3B13F7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CB1DE468-DCEB-BCEF-7124-22AE09B18F64}"/>
              </a:ext>
            </a:extLst>
          </p:cNvPr>
          <p:cNvSpPr/>
          <p:nvPr/>
        </p:nvSpPr>
        <p:spPr>
          <a:xfrm>
            <a:off x="0" y="5943600"/>
            <a:ext cx="12192000" cy="914400"/>
          </a:xfrm>
          <a:prstGeom prst="rect">
            <a:avLst/>
          </a:prstGeom>
          <a:solidFill>
            <a:schemeClr val="bg1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>
              <a:solidFill>
                <a:srgbClr val="FFFFFF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0F6DAD2-3C0B-C2B0-B660-E0A470094C1D}"/>
              </a:ext>
            </a:extLst>
          </p:cNvPr>
          <p:cNvSpPr/>
          <p:nvPr/>
        </p:nvSpPr>
        <p:spPr>
          <a:xfrm>
            <a:off x="0" y="0"/>
            <a:ext cx="3417888" cy="6858000"/>
          </a:xfrm>
          <a:prstGeom prst="rect">
            <a:avLst/>
          </a:prstGeom>
          <a:gradFill flip="none" rotWithShape="1">
            <a:gsLst>
              <a:gs pos="0">
                <a:srgbClr val="2F5597">
                  <a:shade val="30000"/>
                  <a:satMod val="115000"/>
                </a:srgbClr>
              </a:gs>
              <a:gs pos="50000">
                <a:srgbClr val="2F5597">
                  <a:shade val="67500"/>
                  <a:satMod val="115000"/>
                </a:srgbClr>
              </a:gs>
              <a:gs pos="100000">
                <a:srgbClr val="2F5597">
                  <a:shade val="100000"/>
                  <a:satMod val="115000"/>
                </a:srgbClr>
              </a:gs>
            </a:gsLst>
            <a:lin ang="18900000" scaled="1"/>
            <a:tileRect/>
          </a:gra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400" b="1" i="1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12" name="Google Shape;1885213;p2">
            <a:extLst>
              <a:ext uri="{FF2B5EF4-FFF2-40B4-BE49-F238E27FC236}">
                <a16:creationId xmlns:a16="http://schemas.microsoft.com/office/drawing/2014/main" id="{4FEF7A2D-FB64-3369-135D-2402C001B5D2}"/>
              </a:ext>
            </a:extLst>
          </p:cNvPr>
          <p:cNvSpPr txBox="1">
            <a:spLocks/>
          </p:cNvSpPr>
          <p:nvPr/>
        </p:nvSpPr>
        <p:spPr>
          <a:xfrm>
            <a:off x="9448800" y="649290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>
              <a:defRPr lang="en-US"/>
            </a:defPPr>
            <a:lvl1pPr marL="0" marR="0" lvl="0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A8C321DF-046A-09A5-7435-3632306CF2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2650775"/>
            <a:ext cx="2649537" cy="444900"/>
          </a:xfrm>
          <a:prstGeom prst="rect">
            <a:avLst/>
          </a:prstGeom>
        </p:spPr>
        <p:txBody>
          <a:bodyPr vert="horz" wrap="square" lIns="91440" tIns="45720" rIns="91440" bIns="4572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sz="2400" b="1" i="0" u="none" kern="1200" spc="0">
                <a:solidFill>
                  <a:schemeClr val="bg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0" name="Google Shape;1885213;p2">
            <a:extLst>
              <a:ext uri="{FF2B5EF4-FFF2-40B4-BE49-F238E27FC236}">
                <a16:creationId xmlns:a16="http://schemas.microsoft.com/office/drawing/2014/main" id="{2215EEF8-8274-BC50-B0B3-C9088C68D8DD}"/>
              </a:ext>
            </a:extLst>
          </p:cNvPr>
          <p:cNvSpPr txBox="1">
            <a:spLocks/>
          </p:cNvSpPr>
          <p:nvPr/>
        </p:nvSpPr>
        <p:spPr>
          <a:xfrm>
            <a:off x="9448800" y="649290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>
              <a:defRPr lang="en-US"/>
            </a:defPPr>
            <a:lvl1pPr marL="0" marR="0" lvl="0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B82E74A8-E04A-F1F9-C0E4-6005096513C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0863" y="6388075"/>
            <a:ext cx="11090275" cy="209649"/>
          </a:xfrm>
        </p:spPr>
        <p:txBody>
          <a:bodyPr lIns="90000" tIns="46800" rIns="90000" bIns="46800" anchor="t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66210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hf sldNum="0"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5627141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4" imgW="384" imgH="384" progId="TCLayout.ActiveDocument.1">
                  <p:embed/>
                </p:oleObj>
              </mc:Choice>
              <mc:Fallback>
                <p:oleObj name="thinkcell Slide" r:id="rId4" imgW="384" imgH="384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7" descr="A group of people standing on a platform with oil rigs and ships in the background&#10;&#10;AI-generated content may be incorrect.">
            <a:extLst>
              <a:ext uri="{FF2B5EF4-FFF2-40B4-BE49-F238E27FC236}">
                <a16:creationId xmlns:a16="http://schemas.microsoft.com/office/drawing/2014/main" id="{1BFA87DE-CD6D-2851-4491-D21AB1FBFAF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97"/>
          <a:stretch/>
        </p:blipFill>
        <p:spPr>
          <a:xfrm>
            <a:off x="-8587" y="1"/>
            <a:ext cx="12192000" cy="6858000"/>
          </a:xfrm>
          <a:prstGeom prst="rect">
            <a:avLst/>
          </a:prstGeom>
        </p:spPr>
      </p:pic>
      <p:sp>
        <p:nvSpPr>
          <p:cNvPr id="7" name="Parallelogram 6">
            <a:extLst>
              <a:ext uri="{FF2B5EF4-FFF2-40B4-BE49-F238E27FC236}">
                <a16:creationId xmlns:a16="http://schemas.microsoft.com/office/drawing/2014/main" id="{30C817EC-9844-361D-5FA2-E93356303C22}"/>
              </a:ext>
            </a:extLst>
          </p:cNvPr>
          <p:cNvSpPr/>
          <p:nvPr/>
        </p:nvSpPr>
        <p:spPr>
          <a:xfrm flipH="1">
            <a:off x="6987484" y="0"/>
            <a:ext cx="3902527" cy="3841460"/>
          </a:xfrm>
          <a:prstGeom prst="parallelogram">
            <a:avLst>
              <a:gd name="adj" fmla="val 101248"/>
            </a:avLst>
          </a:prstGeom>
          <a:gradFill>
            <a:gsLst>
              <a:gs pos="100000">
                <a:schemeClr val="bg1">
                  <a:alpha val="79000"/>
                </a:schemeClr>
              </a:gs>
              <a:gs pos="0">
                <a:schemeClr val="bg1">
                  <a:alpha val="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Parallelogram 8">
            <a:extLst>
              <a:ext uri="{FF2B5EF4-FFF2-40B4-BE49-F238E27FC236}">
                <a16:creationId xmlns:a16="http://schemas.microsoft.com/office/drawing/2014/main" id="{0AE63123-0481-DD16-F16B-C953489733BC}"/>
              </a:ext>
            </a:extLst>
          </p:cNvPr>
          <p:cNvSpPr/>
          <p:nvPr/>
        </p:nvSpPr>
        <p:spPr>
          <a:xfrm flipH="1">
            <a:off x="4719477" y="3637395"/>
            <a:ext cx="3329538" cy="3220605"/>
          </a:xfrm>
          <a:prstGeom prst="parallelogram">
            <a:avLst>
              <a:gd name="adj" fmla="val 102335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arallelogram 9">
            <a:extLst>
              <a:ext uri="{FF2B5EF4-FFF2-40B4-BE49-F238E27FC236}">
                <a16:creationId xmlns:a16="http://schemas.microsoft.com/office/drawing/2014/main" id="{5FA3E509-E1E3-02B7-72A3-A53B313D9F70}"/>
              </a:ext>
            </a:extLst>
          </p:cNvPr>
          <p:cNvSpPr/>
          <p:nvPr/>
        </p:nvSpPr>
        <p:spPr>
          <a:xfrm flipH="1">
            <a:off x="2006271" y="2213802"/>
            <a:ext cx="11544958" cy="2354195"/>
          </a:xfrm>
          <a:prstGeom prst="parallelogram">
            <a:avLst>
              <a:gd name="adj" fmla="val 56809"/>
            </a:avLst>
          </a:prstGeom>
          <a:solidFill>
            <a:srgbClr val="113761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Parallelogram 13">
            <a:extLst>
              <a:ext uri="{FF2B5EF4-FFF2-40B4-BE49-F238E27FC236}">
                <a16:creationId xmlns:a16="http://schemas.microsoft.com/office/drawing/2014/main" id="{138C1B4F-D4DA-2D6B-350C-2259B018D959}"/>
              </a:ext>
            </a:extLst>
          </p:cNvPr>
          <p:cNvSpPr/>
          <p:nvPr/>
        </p:nvSpPr>
        <p:spPr>
          <a:xfrm flipH="1">
            <a:off x="2644136" y="3096519"/>
            <a:ext cx="2895601" cy="2095500"/>
          </a:xfrm>
          <a:prstGeom prst="parallelogram">
            <a:avLst>
              <a:gd name="adj" fmla="val 99774"/>
            </a:avLst>
          </a:prstGeom>
          <a:gradFill flip="none" rotWithShape="1">
            <a:gsLst>
              <a:gs pos="95000">
                <a:schemeClr val="bg1">
                  <a:alpha val="0"/>
                </a:schemeClr>
              </a:gs>
              <a:gs pos="0">
                <a:schemeClr val="bg1">
                  <a:alpha val="2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Parallelogram 19">
            <a:extLst>
              <a:ext uri="{FF2B5EF4-FFF2-40B4-BE49-F238E27FC236}">
                <a16:creationId xmlns:a16="http://schemas.microsoft.com/office/drawing/2014/main" id="{F4A3F6AE-E3F7-37FA-7D8D-A6A24CF5F9E0}"/>
              </a:ext>
            </a:extLst>
          </p:cNvPr>
          <p:cNvSpPr/>
          <p:nvPr/>
        </p:nvSpPr>
        <p:spPr>
          <a:xfrm flipH="1">
            <a:off x="3213441" y="4070693"/>
            <a:ext cx="935556" cy="543050"/>
          </a:xfrm>
          <a:prstGeom prst="parallelogram">
            <a:avLst>
              <a:gd name="adj" fmla="val 99774"/>
            </a:avLst>
          </a:prstGeom>
          <a:solidFill>
            <a:srgbClr val="25A0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Parallelogram 20">
            <a:extLst>
              <a:ext uri="{FF2B5EF4-FFF2-40B4-BE49-F238E27FC236}">
                <a16:creationId xmlns:a16="http://schemas.microsoft.com/office/drawing/2014/main" id="{89494A32-BD79-6B61-E64F-7BEC84E21AFD}"/>
              </a:ext>
            </a:extLst>
          </p:cNvPr>
          <p:cNvSpPr/>
          <p:nvPr/>
        </p:nvSpPr>
        <p:spPr>
          <a:xfrm flipH="1">
            <a:off x="4174277" y="4512934"/>
            <a:ext cx="987615" cy="905000"/>
          </a:xfrm>
          <a:prstGeom prst="parallelogram">
            <a:avLst>
              <a:gd name="adj" fmla="val 99774"/>
            </a:avLst>
          </a:prstGeom>
          <a:solidFill>
            <a:srgbClr val="25A0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Parallelogram 21">
            <a:extLst>
              <a:ext uri="{FF2B5EF4-FFF2-40B4-BE49-F238E27FC236}">
                <a16:creationId xmlns:a16="http://schemas.microsoft.com/office/drawing/2014/main" id="{35EB0EC9-7991-559A-238D-B27D62FC0978}"/>
              </a:ext>
            </a:extLst>
          </p:cNvPr>
          <p:cNvSpPr/>
          <p:nvPr/>
        </p:nvSpPr>
        <p:spPr>
          <a:xfrm flipH="1">
            <a:off x="4457041" y="1133350"/>
            <a:ext cx="704851" cy="409700"/>
          </a:xfrm>
          <a:prstGeom prst="parallelogram">
            <a:avLst>
              <a:gd name="adj" fmla="val 99774"/>
            </a:avLst>
          </a:prstGeom>
          <a:solidFill>
            <a:srgbClr val="ABE5ED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Parallelogram 26">
            <a:extLst>
              <a:ext uri="{FF2B5EF4-FFF2-40B4-BE49-F238E27FC236}">
                <a16:creationId xmlns:a16="http://schemas.microsoft.com/office/drawing/2014/main" id="{64EC7D43-0589-E4F5-3222-0F043B6F75BC}"/>
              </a:ext>
            </a:extLst>
          </p:cNvPr>
          <p:cNvSpPr/>
          <p:nvPr/>
        </p:nvSpPr>
        <p:spPr>
          <a:xfrm flipH="1">
            <a:off x="1594334" y="2672820"/>
            <a:ext cx="2497657" cy="1449783"/>
          </a:xfrm>
          <a:prstGeom prst="parallelogram">
            <a:avLst>
              <a:gd name="adj" fmla="val 99774"/>
            </a:avLst>
          </a:prstGeom>
          <a:gradFill flip="none" rotWithShape="1">
            <a:gsLst>
              <a:gs pos="85000">
                <a:schemeClr val="accent3">
                  <a:alpha val="0"/>
                </a:schemeClr>
              </a:gs>
              <a:gs pos="0">
                <a:schemeClr val="accent3">
                  <a:alpha val="6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Parallelogram 23">
            <a:extLst>
              <a:ext uri="{FF2B5EF4-FFF2-40B4-BE49-F238E27FC236}">
                <a16:creationId xmlns:a16="http://schemas.microsoft.com/office/drawing/2014/main" id="{283E4070-1CDD-B2E9-A1D9-72D2517AC5DC}"/>
              </a:ext>
            </a:extLst>
          </p:cNvPr>
          <p:cNvSpPr/>
          <p:nvPr/>
        </p:nvSpPr>
        <p:spPr>
          <a:xfrm flipH="1">
            <a:off x="7583056" y="4419600"/>
            <a:ext cx="2144712" cy="2095500"/>
          </a:xfrm>
          <a:prstGeom prst="parallelogram">
            <a:avLst>
              <a:gd name="adj" fmla="val 99774"/>
            </a:avLst>
          </a:prstGeom>
          <a:solidFill>
            <a:schemeClr val="accent3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Parallelogram 27">
            <a:extLst>
              <a:ext uri="{FF2B5EF4-FFF2-40B4-BE49-F238E27FC236}">
                <a16:creationId xmlns:a16="http://schemas.microsoft.com/office/drawing/2014/main" id="{C6762FE8-A3DE-DA83-516F-20F764642A66}"/>
              </a:ext>
            </a:extLst>
          </p:cNvPr>
          <p:cNvSpPr/>
          <p:nvPr/>
        </p:nvSpPr>
        <p:spPr>
          <a:xfrm flipH="1">
            <a:off x="2083127" y="3429000"/>
            <a:ext cx="935556" cy="543050"/>
          </a:xfrm>
          <a:prstGeom prst="parallelogram">
            <a:avLst>
              <a:gd name="adj" fmla="val 99774"/>
            </a:avLst>
          </a:prstGeom>
          <a:solidFill>
            <a:schemeClr val="accent3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itle 1">
            <a:extLst>
              <a:ext uri="{FF2B5EF4-FFF2-40B4-BE49-F238E27FC236}">
                <a16:creationId xmlns:a16="http://schemas.microsoft.com/office/drawing/2014/main" id="{173196F6-5B37-78F0-B740-F03165D8B53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ltGray">
          <a:xfrm>
            <a:off x="4174277" y="2640569"/>
            <a:ext cx="7579613" cy="1116281"/>
          </a:xfrm>
          <a:prstGeom prst="rect">
            <a:avLst/>
          </a:prstGeom>
        </p:spPr>
        <p:txBody>
          <a:bodyPr vert="horz" lIns="91440" tIns="45720" rIns="91440" bIns="45720" anchor="t">
            <a:noAutofit/>
          </a:bodyPr>
          <a:lstStyle>
            <a:lvl1pPr marL="0" algn="l" defTabSz="914396" rtl="0" eaLnBrk="1" latinLnBrk="0" hangingPunct="1">
              <a:lnSpc>
                <a:spcPct val="100000"/>
              </a:lnSpc>
              <a:buClr>
                <a:srgbClr val="002060"/>
              </a:buClr>
              <a:buSzPts val="3600"/>
              <a:defRPr lang="en-US" sz="6600" b="1" kern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Thank You</a:t>
            </a: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8D5AEDF2-1A6F-170B-5DA3-5ACE89BC25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0800000" flipH="1">
            <a:off x="-21266" y="6349839"/>
            <a:ext cx="1819770" cy="518794"/>
          </a:xfrm>
          <a:prstGeom prst="rect">
            <a:avLst/>
          </a:prstGeom>
        </p:spPr>
      </p:pic>
      <p:sp>
        <p:nvSpPr>
          <p:cNvPr id="18" name="ee4pFootnotes">
            <a:extLst>
              <a:ext uri="{FF2B5EF4-FFF2-40B4-BE49-F238E27FC236}">
                <a16:creationId xmlns:a16="http://schemas.microsoft.com/office/drawing/2014/main" id="{B66269DA-C950-0145-D532-25E878B747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895" y="6522426"/>
            <a:ext cx="1142942" cy="152349"/>
          </a:xfrm>
          <a:prstGeom prst="rect">
            <a:avLst/>
          </a:prstGeom>
          <a:noFill/>
          <a:ln w="9525" algn="ctr">
            <a:noFill/>
            <a:miter lim="800000"/>
            <a:headEnd type="none" w="lg" len="lg"/>
            <a:tailEnd type="none" w="lg" len="lg"/>
          </a:ln>
        </p:spPr>
        <p:txBody>
          <a:bodyPr vert="horz" wrap="square" lIns="0" tIns="0" rIns="0" bIns="0" anchor="b" anchorCtr="0">
            <a:sp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sz="1100" err="1">
                <a:solidFill>
                  <a:srgbClr val="FFFFFF"/>
                </a:solidFill>
                <a:latin typeface="Tw Cen MT" panose="020B0602020104020603"/>
              </a:rPr>
              <a:t>www.pertamina.com</a:t>
            </a:r>
            <a:endParaRPr lang="en-US" sz="1100">
              <a:solidFill>
                <a:srgbClr val="FFFFFF"/>
              </a:solidFill>
              <a:latin typeface="Tw Cen MT" panose="020B0602020104020603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1ED143A-C696-4BA8-4F34-2B8CC5D0B414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25388"/>
          <a:stretch>
            <a:fillRect/>
          </a:stretch>
        </p:blipFill>
        <p:spPr>
          <a:xfrm>
            <a:off x="-9525" y="-9525"/>
            <a:ext cx="6553199" cy="695325"/>
          </a:xfrm>
          <a:prstGeom prst="rect">
            <a:avLst/>
          </a:prstGeom>
        </p:spPr>
      </p:pic>
      <p:pic>
        <p:nvPicPr>
          <p:cNvPr id="3" name="Google Shape;1885204;p1" descr="Picture 3">
            <a:extLst>
              <a:ext uri="{FF2B5EF4-FFF2-40B4-BE49-F238E27FC236}">
                <a16:creationId xmlns:a16="http://schemas.microsoft.com/office/drawing/2014/main" id="{4BDABD05-412F-82A4-3018-C4FD1D0761AD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753600" y="0"/>
            <a:ext cx="2438400" cy="693933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Disclaimer-English (United States)">
            <a:extLst>
              <a:ext uri="{FF2B5EF4-FFF2-40B4-BE49-F238E27FC236}">
                <a16:creationId xmlns:a16="http://schemas.microsoft.com/office/drawing/2014/main" id="{819FCA44-C4A7-7CFD-B0E5-45F8462ACC56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6813360" y="5966418"/>
            <a:ext cx="482777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b" anchorCtr="0">
            <a:noAutofit/>
          </a:bodyPr>
          <a:lstStyle/>
          <a:p>
            <a:pPr algn="r" defTabSz="804863" eaLnBrk="0" hangingPunct="0"/>
            <a:r>
              <a:rPr lang="en-US" sz="800">
                <a:solidFill>
                  <a:schemeClr val="bg1"/>
                </a:solidFill>
                <a:latin typeface="+mn-lt"/>
              </a:rPr>
              <a:t>CONFIDENTIAL AND PROPRIETARY</a:t>
            </a:r>
          </a:p>
          <a:p>
            <a:pPr algn="r" defTabSz="804863" eaLnBrk="0" hangingPunct="0"/>
            <a:r>
              <a:rPr lang="en-US" sz="800">
                <a:solidFill>
                  <a:schemeClr val="bg1"/>
                </a:solidFill>
                <a:latin typeface="+mn-lt"/>
              </a:rPr>
              <a:t>Any use of this material without specific permission of PT Pertamina (Persero) is strictly prohibited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D8CC9CD-4AFC-A339-1AF2-47B35FDA7ADA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1477768" y="6397949"/>
            <a:ext cx="400272" cy="401302"/>
          </a:xfrm>
          <a:custGeom>
            <a:avLst/>
            <a:gdLst>
              <a:gd name="connsiteX0" fmla="*/ 308605 w 400272"/>
              <a:gd name="connsiteY0" fmla="*/ 0 h 401302"/>
              <a:gd name="connsiteX1" fmla="*/ 400272 w 400272"/>
              <a:gd name="connsiteY1" fmla="*/ 0 h 401302"/>
              <a:gd name="connsiteX2" fmla="*/ 400272 w 400272"/>
              <a:gd name="connsiteY2" fmla="*/ 401302 h 401302"/>
              <a:gd name="connsiteX3" fmla="*/ 0 w 400272"/>
              <a:gd name="connsiteY3" fmla="*/ 401302 h 401302"/>
              <a:gd name="connsiteX4" fmla="*/ 0 w 400272"/>
              <a:gd name="connsiteY4" fmla="*/ 82546 h 401302"/>
              <a:gd name="connsiteX5" fmla="*/ 298174 w 400272"/>
              <a:gd name="connsiteY5" fmla="*/ 82546 h 401302"/>
              <a:gd name="connsiteX6" fmla="*/ 298174 w 400272"/>
              <a:gd name="connsiteY6" fmla="*/ 54978 h 401302"/>
              <a:gd name="connsiteX7" fmla="*/ 308605 w 400272"/>
              <a:gd name="connsiteY7" fmla="*/ 54978 h 401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0272" h="401302">
                <a:moveTo>
                  <a:pt x="308605" y="0"/>
                </a:moveTo>
                <a:lnTo>
                  <a:pt x="400272" y="0"/>
                </a:lnTo>
                <a:lnTo>
                  <a:pt x="400272" y="401302"/>
                </a:lnTo>
                <a:lnTo>
                  <a:pt x="0" y="401302"/>
                </a:lnTo>
                <a:lnTo>
                  <a:pt x="0" y="82546"/>
                </a:lnTo>
                <a:lnTo>
                  <a:pt x="298174" y="82546"/>
                </a:lnTo>
                <a:lnTo>
                  <a:pt x="298174" y="54978"/>
                </a:lnTo>
                <a:lnTo>
                  <a:pt x="308605" y="54978"/>
                </a:lnTo>
                <a:close/>
              </a:path>
            </a:pathLst>
          </a:cu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55611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hf sldNum="0" hdr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ub-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5840087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4" imgW="384" imgH="384" progId="TCLayout.ActiveDocument.1">
                  <p:embed/>
                </p:oleObj>
              </mc:Choice>
              <mc:Fallback>
                <p:oleObj name="thinkcell Slide" r:id="rId4" imgW="384" imgH="384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7" descr="A group of people standing on a platform with oil rigs and ships in the background&#10;&#10;AI-generated content may be incorrect.">
            <a:extLst>
              <a:ext uri="{FF2B5EF4-FFF2-40B4-BE49-F238E27FC236}">
                <a16:creationId xmlns:a16="http://schemas.microsoft.com/office/drawing/2014/main" id="{1BFA87DE-CD6D-2851-4491-D21AB1FBFAF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97"/>
          <a:stretch/>
        </p:blipFill>
        <p:spPr>
          <a:xfrm>
            <a:off x="-8587" y="1"/>
            <a:ext cx="12192000" cy="6858000"/>
          </a:xfrm>
          <a:prstGeom prst="rect">
            <a:avLst/>
          </a:prstGeom>
        </p:spPr>
      </p:pic>
      <p:sp>
        <p:nvSpPr>
          <p:cNvPr id="7" name="Parallelogram 6">
            <a:extLst>
              <a:ext uri="{FF2B5EF4-FFF2-40B4-BE49-F238E27FC236}">
                <a16:creationId xmlns:a16="http://schemas.microsoft.com/office/drawing/2014/main" id="{30C817EC-9844-361D-5FA2-E93356303C22}"/>
              </a:ext>
            </a:extLst>
          </p:cNvPr>
          <p:cNvSpPr/>
          <p:nvPr/>
        </p:nvSpPr>
        <p:spPr>
          <a:xfrm flipH="1">
            <a:off x="6987484" y="0"/>
            <a:ext cx="3902527" cy="3841460"/>
          </a:xfrm>
          <a:prstGeom prst="parallelogram">
            <a:avLst>
              <a:gd name="adj" fmla="val 101248"/>
            </a:avLst>
          </a:prstGeom>
          <a:gradFill>
            <a:gsLst>
              <a:gs pos="100000">
                <a:schemeClr val="bg1">
                  <a:alpha val="79000"/>
                </a:schemeClr>
              </a:gs>
              <a:gs pos="0">
                <a:schemeClr val="bg1">
                  <a:alpha val="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Parallelogram 8">
            <a:extLst>
              <a:ext uri="{FF2B5EF4-FFF2-40B4-BE49-F238E27FC236}">
                <a16:creationId xmlns:a16="http://schemas.microsoft.com/office/drawing/2014/main" id="{0AE63123-0481-DD16-F16B-C953489733BC}"/>
              </a:ext>
            </a:extLst>
          </p:cNvPr>
          <p:cNvSpPr/>
          <p:nvPr/>
        </p:nvSpPr>
        <p:spPr>
          <a:xfrm flipH="1">
            <a:off x="4719477" y="3637395"/>
            <a:ext cx="3329538" cy="3220605"/>
          </a:xfrm>
          <a:prstGeom prst="parallelogram">
            <a:avLst>
              <a:gd name="adj" fmla="val 102335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arallelogram 9">
            <a:extLst>
              <a:ext uri="{FF2B5EF4-FFF2-40B4-BE49-F238E27FC236}">
                <a16:creationId xmlns:a16="http://schemas.microsoft.com/office/drawing/2014/main" id="{5FA3E509-E1E3-02B7-72A3-A53B313D9F70}"/>
              </a:ext>
            </a:extLst>
          </p:cNvPr>
          <p:cNvSpPr/>
          <p:nvPr/>
        </p:nvSpPr>
        <p:spPr>
          <a:xfrm flipH="1">
            <a:off x="2006271" y="2213802"/>
            <a:ext cx="11544958" cy="2354195"/>
          </a:xfrm>
          <a:prstGeom prst="parallelogram">
            <a:avLst>
              <a:gd name="adj" fmla="val 56809"/>
            </a:avLst>
          </a:prstGeom>
          <a:solidFill>
            <a:srgbClr val="113761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Parallelogram 13">
            <a:extLst>
              <a:ext uri="{FF2B5EF4-FFF2-40B4-BE49-F238E27FC236}">
                <a16:creationId xmlns:a16="http://schemas.microsoft.com/office/drawing/2014/main" id="{138C1B4F-D4DA-2D6B-350C-2259B018D959}"/>
              </a:ext>
            </a:extLst>
          </p:cNvPr>
          <p:cNvSpPr/>
          <p:nvPr/>
        </p:nvSpPr>
        <p:spPr>
          <a:xfrm flipH="1">
            <a:off x="2644136" y="3096519"/>
            <a:ext cx="2895601" cy="2095500"/>
          </a:xfrm>
          <a:prstGeom prst="parallelogram">
            <a:avLst>
              <a:gd name="adj" fmla="val 99774"/>
            </a:avLst>
          </a:prstGeom>
          <a:gradFill flip="none" rotWithShape="1">
            <a:gsLst>
              <a:gs pos="95000">
                <a:schemeClr val="bg1">
                  <a:alpha val="0"/>
                </a:schemeClr>
              </a:gs>
              <a:gs pos="0">
                <a:schemeClr val="bg1">
                  <a:alpha val="2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Parallelogram 19">
            <a:extLst>
              <a:ext uri="{FF2B5EF4-FFF2-40B4-BE49-F238E27FC236}">
                <a16:creationId xmlns:a16="http://schemas.microsoft.com/office/drawing/2014/main" id="{F4A3F6AE-E3F7-37FA-7D8D-A6A24CF5F9E0}"/>
              </a:ext>
            </a:extLst>
          </p:cNvPr>
          <p:cNvSpPr/>
          <p:nvPr/>
        </p:nvSpPr>
        <p:spPr>
          <a:xfrm flipH="1">
            <a:off x="3213441" y="4070693"/>
            <a:ext cx="935556" cy="543050"/>
          </a:xfrm>
          <a:prstGeom prst="parallelogram">
            <a:avLst>
              <a:gd name="adj" fmla="val 99774"/>
            </a:avLst>
          </a:prstGeom>
          <a:solidFill>
            <a:srgbClr val="25A0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Parallelogram 20">
            <a:extLst>
              <a:ext uri="{FF2B5EF4-FFF2-40B4-BE49-F238E27FC236}">
                <a16:creationId xmlns:a16="http://schemas.microsoft.com/office/drawing/2014/main" id="{89494A32-BD79-6B61-E64F-7BEC84E21AFD}"/>
              </a:ext>
            </a:extLst>
          </p:cNvPr>
          <p:cNvSpPr/>
          <p:nvPr/>
        </p:nvSpPr>
        <p:spPr>
          <a:xfrm flipH="1">
            <a:off x="4174277" y="4512934"/>
            <a:ext cx="987615" cy="905000"/>
          </a:xfrm>
          <a:prstGeom prst="parallelogram">
            <a:avLst>
              <a:gd name="adj" fmla="val 99774"/>
            </a:avLst>
          </a:prstGeom>
          <a:solidFill>
            <a:srgbClr val="25A0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Parallelogram 21">
            <a:extLst>
              <a:ext uri="{FF2B5EF4-FFF2-40B4-BE49-F238E27FC236}">
                <a16:creationId xmlns:a16="http://schemas.microsoft.com/office/drawing/2014/main" id="{35EB0EC9-7991-559A-238D-B27D62FC0978}"/>
              </a:ext>
            </a:extLst>
          </p:cNvPr>
          <p:cNvSpPr/>
          <p:nvPr/>
        </p:nvSpPr>
        <p:spPr>
          <a:xfrm flipH="1">
            <a:off x="4457041" y="1133350"/>
            <a:ext cx="704851" cy="409700"/>
          </a:xfrm>
          <a:prstGeom prst="parallelogram">
            <a:avLst>
              <a:gd name="adj" fmla="val 99774"/>
            </a:avLst>
          </a:prstGeom>
          <a:solidFill>
            <a:srgbClr val="ABE5ED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Parallelogram 26">
            <a:extLst>
              <a:ext uri="{FF2B5EF4-FFF2-40B4-BE49-F238E27FC236}">
                <a16:creationId xmlns:a16="http://schemas.microsoft.com/office/drawing/2014/main" id="{64EC7D43-0589-E4F5-3222-0F043B6F75BC}"/>
              </a:ext>
            </a:extLst>
          </p:cNvPr>
          <p:cNvSpPr/>
          <p:nvPr/>
        </p:nvSpPr>
        <p:spPr>
          <a:xfrm flipH="1">
            <a:off x="1594334" y="2672820"/>
            <a:ext cx="2497657" cy="1449783"/>
          </a:xfrm>
          <a:prstGeom prst="parallelogram">
            <a:avLst>
              <a:gd name="adj" fmla="val 99774"/>
            </a:avLst>
          </a:prstGeom>
          <a:gradFill flip="none" rotWithShape="1">
            <a:gsLst>
              <a:gs pos="85000">
                <a:schemeClr val="accent3">
                  <a:alpha val="0"/>
                </a:schemeClr>
              </a:gs>
              <a:gs pos="0">
                <a:schemeClr val="accent3">
                  <a:alpha val="6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Parallelogram 23">
            <a:extLst>
              <a:ext uri="{FF2B5EF4-FFF2-40B4-BE49-F238E27FC236}">
                <a16:creationId xmlns:a16="http://schemas.microsoft.com/office/drawing/2014/main" id="{283E4070-1CDD-B2E9-A1D9-72D2517AC5DC}"/>
              </a:ext>
            </a:extLst>
          </p:cNvPr>
          <p:cNvSpPr/>
          <p:nvPr/>
        </p:nvSpPr>
        <p:spPr>
          <a:xfrm flipH="1">
            <a:off x="7583056" y="4419600"/>
            <a:ext cx="2144712" cy="2095500"/>
          </a:xfrm>
          <a:prstGeom prst="parallelogram">
            <a:avLst>
              <a:gd name="adj" fmla="val 99774"/>
            </a:avLst>
          </a:prstGeom>
          <a:solidFill>
            <a:schemeClr val="accent3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3AB794A8-E970-66C7-5109-359A963F8F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87575" y="4901589"/>
            <a:ext cx="2432664" cy="343514"/>
          </a:xfrm>
        </p:spPr>
        <p:txBody>
          <a:bodyPr lIns="91440" tIns="45720" rIns="91440" bIns="45720"/>
          <a:lstStyle>
            <a:lvl1pPr>
              <a:defRPr sz="1600" b="1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28" name="Parallelogram 27">
            <a:extLst>
              <a:ext uri="{FF2B5EF4-FFF2-40B4-BE49-F238E27FC236}">
                <a16:creationId xmlns:a16="http://schemas.microsoft.com/office/drawing/2014/main" id="{C6762FE8-A3DE-DA83-516F-20F764642A66}"/>
              </a:ext>
            </a:extLst>
          </p:cNvPr>
          <p:cNvSpPr/>
          <p:nvPr/>
        </p:nvSpPr>
        <p:spPr>
          <a:xfrm flipH="1">
            <a:off x="2083127" y="3429000"/>
            <a:ext cx="935556" cy="543050"/>
          </a:xfrm>
          <a:prstGeom prst="parallelogram">
            <a:avLst>
              <a:gd name="adj" fmla="val 99774"/>
            </a:avLst>
          </a:prstGeom>
          <a:solidFill>
            <a:schemeClr val="accent3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itle 1">
            <a:extLst>
              <a:ext uri="{FF2B5EF4-FFF2-40B4-BE49-F238E27FC236}">
                <a16:creationId xmlns:a16="http://schemas.microsoft.com/office/drawing/2014/main" id="{173196F6-5B37-78F0-B740-F03165D8B53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ltGray">
          <a:xfrm>
            <a:off x="4185619" y="2470960"/>
            <a:ext cx="7579613" cy="588008"/>
          </a:xfrm>
          <a:prstGeom prst="rect">
            <a:avLst/>
          </a:prstGeom>
        </p:spPr>
        <p:txBody>
          <a:bodyPr vert="horz" lIns="91440" tIns="45720" rIns="91440" bIns="45720" anchor="t">
            <a:noAutofit/>
          </a:bodyPr>
          <a:lstStyle>
            <a:lvl1pPr marL="0" algn="l" defTabSz="914396" rtl="0" eaLnBrk="1" latinLnBrk="0" hangingPunct="1">
              <a:lnSpc>
                <a:spcPct val="100000"/>
              </a:lnSpc>
              <a:buClr>
                <a:srgbClr val="002060"/>
              </a:buClr>
              <a:buSzPts val="3600"/>
              <a:defRPr lang="en-US" sz="4000" b="0" kern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Insert Title Here</a:t>
            </a:r>
          </a:p>
        </p:txBody>
      </p:sp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F64D2884-D79E-4E8E-7352-D4915F13BEA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23791" y="3223043"/>
            <a:ext cx="6642100" cy="893763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Insert subtitle here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1ED143A-C696-4BA8-4F34-2B8CC5D0B414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25388"/>
          <a:stretch>
            <a:fillRect/>
          </a:stretch>
        </p:blipFill>
        <p:spPr>
          <a:xfrm>
            <a:off x="-9525" y="-9525"/>
            <a:ext cx="6553199" cy="695325"/>
          </a:xfrm>
          <a:prstGeom prst="rect">
            <a:avLst/>
          </a:prstGeom>
        </p:spPr>
      </p:pic>
      <p:pic>
        <p:nvPicPr>
          <p:cNvPr id="3" name="Google Shape;1885204;p1" descr="Picture 3">
            <a:extLst>
              <a:ext uri="{FF2B5EF4-FFF2-40B4-BE49-F238E27FC236}">
                <a16:creationId xmlns:a16="http://schemas.microsoft.com/office/drawing/2014/main" id="{4BDABD05-412F-82A4-3018-C4FD1D0761AD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753600" y="0"/>
            <a:ext cx="2438400" cy="693933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5107849-3B0A-E33F-D45E-DF7127C0677D}"/>
              </a:ext>
            </a:extLst>
          </p:cNvPr>
          <p:cNvSpPr/>
          <p:nvPr/>
        </p:nvSpPr>
        <p:spPr>
          <a:xfrm>
            <a:off x="0" y="6379321"/>
            <a:ext cx="12183413" cy="487532"/>
          </a:xfrm>
          <a:prstGeom prst="rect">
            <a:avLst/>
          </a:prstGeom>
          <a:solidFill>
            <a:sysClr val="window" lastClr="FFFFFF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AA483F-8A3D-F903-4E9E-7F3A8906A96B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477768" y="6397949"/>
            <a:ext cx="400272" cy="401302"/>
          </a:xfrm>
          <a:custGeom>
            <a:avLst/>
            <a:gdLst>
              <a:gd name="connsiteX0" fmla="*/ 308605 w 400272"/>
              <a:gd name="connsiteY0" fmla="*/ 0 h 401302"/>
              <a:gd name="connsiteX1" fmla="*/ 400272 w 400272"/>
              <a:gd name="connsiteY1" fmla="*/ 0 h 401302"/>
              <a:gd name="connsiteX2" fmla="*/ 400272 w 400272"/>
              <a:gd name="connsiteY2" fmla="*/ 401302 h 401302"/>
              <a:gd name="connsiteX3" fmla="*/ 0 w 400272"/>
              <a:gd name="connsiteY3" fmla="*/ 401302 h 401302"/>
              <a:gd name="connsiteX4" fmla="*/ 0 w 400272"/>
              <a:gd name="connsiteY4" fmla="*/ 82546 h 401302"/>
              <a:gd name="connsiteX5" fmla="*/ 298174 w 400272"/>
              <a:gd name="connsiteY5" fmla="*/ 82546 h 401302"/>
              <a:gd name="connsiteX6" fmla="*/ 298174 w 400272"/>
              <a:gd name="connsiteY6" fmla="*/ 54978 h 401302"/>
              <a:gd name="connsiteX7" fmla="*/ 308605 w 400272"/>
              <a:gd name="connsiteY7" fmla="*/ 54978 h 401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0272" h="401302">
                <a:moveTo>
                  <a:pt x="308605" y="0"/>
                </a:moveTo>
                <a:lnTo>
                  <a:pt x="400272" y="0"/>
                </a:lnTo>
                <a:lnTo>
                  <a:pt x="400272" y="401302"/>
                </a:lnTo>
                <a:lnTo>
                  <a:pt x="0" y="401302"/>
                </a:lnTo>
                <a:lnTo>
                  <a:pt x="0" y="82546"/>
                </a:lnTo>
                <a:lnTo>
                  <a:pt x="298174" y="82546"/>
                </a:lnTo>
                <a:lnTo>
                  <a:pt x="298174" y="54978"/>
                </a:lnTo>
                <a:lnTo>
                  <a:pt x="308605" y="54978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0E928C36-9AB5-8441-3CC5-951849798F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0800000" flipH="1">
            <a:off x="-21266" y="6349839"/>
            <a:ext cx="1819770" cy="518794"/>
          </a:xfrm>
          <a:prstGeom prst="rect">
            <a:avLst/>
          </a:prstGeom>
        </p:spPr>
      </p:pic>
      <p:sp>
        <p:nvSpPr>
          <p:cNvPr id="12" name="ee4pFootnotes">
            <a:extLst>
              <a:ext uri="{FF2B5EF4-FFF2-40B4-BE49-F238E27FC236}">
                <a16:creationId xmlns:a16="http://schemas.microsoft.com/office/drawing/2014/main" id="{5E379887-7D6D-7D4B-AC3C-E945611287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895" y="6522426"/>
            <a:ext cx="1142942" cy="152349"/>
          </a:xfrm>
          <a:prstGeom prst="rect">
            <a:avLst/>
          </a:prstGeom>
          <a:noFill/>
          <a:ln w="9525" algn="ctr">
            <a:noFill/>
            <a:miter lim="800000"/>
            <a:headEnd type="none" w="lg" len="lg"/>
            <a:tailEnd type="none" w="lg" len="lg"/>
          </a:ln>
        </p:spPr>
        <p:txBody>
          <a:bodyPr vert="horz" wrap="square" lIns="0" tIns="0" rIns="0" bIns="0" anchor="b" anchorCtr="0">
            <a:sp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sz="1100">
                <a:solidFill>
                  <a:srgbClr val="FFFFFF"/>
                </a:solidFill>
                <a:latin typeface="Tw Cen MT" panose="020B0602020104020603"/>
              </a:rPr>
              <a:t>www.pertamina.com</a:t>
            </a:r>
          </a:p>
        </p:txBody>
      </p:sp>
      <p:sp>
        <p:nvSpPr>
          <p:cNvPr id="15" name="Disclaimer-English (United States)">
            <a:extLst>
              <a:ext uri="{FF2B5EF4-FFF2-40B4-BE49-F238E27FC236}">
                <a16:creationId xmlns:a16="http://schemas.microsoft.com/office/drawing/2014/main" id="{E4F4958A-7AE2-9840-106D-E5CB4820E839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6813360" y="5966418"/>
            <a:ext cx="482777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b" anchorCtr="0">
            <a:noAutofit/>
          </a:bodyPr>
          <a:lstStyle/>
          <a:p>
            <a:pPr algn="r" defTabSz="804863" eaLnBrk="0" hangingPunct="0"/>
            <a:r>
              <a:rPr lang="en-US" sz="800">
                <a:solidFill>
                  <a:schemeClr val="bg1"/>
                </a:solidFill>
                <a:latin typeface="+mn-lt"/>
              </a:rPr>
              <a:t>CONFIDENTIAL AND PROPRIETARY</a:t>
            </a:r>
          </a:p>
          <a:p>
            <a:pPr algn="r" defTabSz="804863" eaLnBrk="0" hangingPunct="0"/>
            <a:r>
              <a:rPr lang="en-US" sz="800">
                <a:solidFill>
                  <a:schemeClr val="bg1"/>
                </a:solidFill>
                <a:latin typeface="+mn-lt"/>
              </a:rPr>
              <a:t>Any use of this material without specific permission of PT Pertamina (Persero) is strictly prohibited</a:t>
            </a:r>
          </a:p>
        </p:txBody>
      </p:sp>
    </p:spTree>
    <p:extLst>
      <p:ext uri="{BB962C8B-B14F-4D97-AF65-F5344CB8AC3E}">
        <p14:creationId xmlns:p14="http://schemas.microsoft.com/office/powerpoint/2010/main" val="2703428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hf sldNum="0" hdr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5840087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384" imgH="384" progId="TCLayout.ActiveDocument.1">
                  <p:embed/>
                </p:oleObj>
              </mc:Choice>
              <mc:Fallback>
                <p:oleObj name="thinkcell Slide" r:id="rId3" imgW="384" imgH="384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7" descr="A group of people standing on a platform with oil rigs and ships in the background&#10;&#10;AI-generated content may be incorrect.">
            <a:extLst>
              <a:ext uri="{FF2B5EF4-FFF2-40B4-BE49-F238E27FC236}">
                <a16:creationId xmlns:a16="http://schemas.microsoft.com/office/drawing/2014/main" id="{1BFA87DE-CD6D-2851-4491-D21AB1FBFAF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97"/>
          <a:stretch/>
        </p:blipFill>
        <p:spPr>
          <a:xfrm>
            <a:off x="-8587" y="1"/>
            <a:ext cx="12192000" cy="6858000"/>
          </a:xfrm>
          <a:prstGeom prst="rect">
            <a:avLst/>
          </a:prstGeom>
        </p:spPr>
      </p:pic>
      <p:sp>
        <p:nvSpPr>
          <p:cNvPr id="7" name="Parallelogram 6">
            <a:extLst>
              <a:ext uri="{FF2B5EF4-FFF2-40B4-BE49-F238E27FC236}">
                <a16:creationId xmlns:a16="http://schemas.microsoft.com/office/drawing/2014/main" id="{30C817EC-9844-361D-5FA2-E93356303C22}"/>
              </a:ext>
            </a:extLst>
          </p:cNvPr>
          <p:cNvSpPr/>
          <p:nvPr userDrawn="1"/>
        </p:nvSpPr>
        <p:spPr>
          <a:xfrm flipH="1">
            <a:off x="6987484" y="0"/>
            <a:ext cx="3902527" cy="3841460"/>
          </a:xfrm>
          <a:prstGeom prst="parallelogram">
            <a:avLst>
              <a:gd name="adj" fmla="val 101248"/>
            </a:avLst>
          </a:prstGeom>
          <a:gradFill>
            <a:gsLst>
              <a:gs pos="100000">
                <a:schemeClr val="bg1">
                  <a:alpha val="79000"/>
                </a:schemeClr>
              </a:gs>
              <a:gs pos="0">
                <a:schemeClr val="bg1">
                  <a:alpha val="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Parallelogram 8">
            <a:extLst>
              <a:ext uri="{FF2B5EF4-FFF2-40B4-BE49-F238E27FC236}">
                <a16:creationId xmlns:a16="http://schemas.microsoft.com/office/drawing/2014/main" id="{0AE63123-0481-DD16-F16B-C953489733BC}"/>
              </a:ext>
            </a:extLst>
          </p:cNvPr>
          <p:cNvSpPr/>
          <p:nvPr userDrawn="1"/>
        </p:nvSpPr>
        <p:spPr>
          <a:xfrm flipH="1">
            <a:off x="4719477" y="3637395"/>
            <a:ext cx="3329538" cy="3220605"/>
          </a:xfrm>
          <a:prstGeom prst="parallelogram">
            <a:avLst>
              <a:gd name="adj" fmla="val 102335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arallelogram 9">
            <a:extLst>
              <a:ext uri="{FF2B5EF4-FFF2-40B4-BE49-F238E27FC236}">
                <a16:creationId xmlns:a16="http://schemas.microsoft.com/office/drawing/2014/main" id="{5FA3E509-E1E3-02B7-72A3-A53B313D9F70}"/>
              </a:ext>
            </a:extLst>
          </p:cNvPr>
          <p:cNvSpPr/>
          <p:nvPr userDrawn="1"/>
        </p:nvSpPr>
        <p:spPr>
          <a:xfrm flipH="1">
            <a:off x="2006271" y="2213802"/>
            <a:ext cx="11544958" cy="2354195"/>
          </a:xfrm>
          <a:prstGeom prst="parallelogram">
            <a:avLst>
              <a:gd name="adj" fmla="val 56809"/>
            </a:avLst>
          </a:prstGeom>
          <a:solidFill>
            <a:srgbClr val="113761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Parallelogram 13">
            <a:extLst>
              <a:ext uri="{FF2B5EF4-FFF2-40B4-BE49-F238E27FC236}">
                <a16:creationId xmlns:a16="http://schemas.microsoft.com/office/drawing/2014/main" id="{138C1B4F-D4DA-2D6B-350C-2259B018D959}"/>
              </a:ext>
            </a:extLst>
          </p:cNvPr>
          <p:cNvSpPr/>
          <p:nvPr userDrawn="1"/>
        </p:nvSpPr>
        <p:spPr>
          <a:xfrm flipH="1">
            <a:off x="2644136" y="3096519"/>
            <a:ext cx="2895601" cy="2095500"/>
          </a:xfrm>
          <a:prstGeom prst="parallelogram">
            <a:avLst>
              <a:gd name="adj" fmla="val 99774"/>
            </a:avLst>
          </a:prstGeom>
          <a:gradFill flip="none" rotWithShape="1">
            <a:gsLst>
              <a:gs pos="95000">
                <a:schemeClr val="bg1">
                  <a:alpha val="0"/>
                </a:schemeClr>
              </a:gs>
              <a:gs pos="0">
                <a:schemeClr val="bg1">
                  <a:alpha val="2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Parallelogram 19">
            <a:extLst>
              <a:ext uri="{FF2B5EF4-FFF2-40B4-BE49-F238E27FC236}">
                <a16:creationId xmlns:a16="http://schemas.microsoft.com/office/drawing/2014/main" id="{F4A3F6AE-E3F7-37FA-7D8D-A6A24CF5F9E0}"/>
              </a:ext>
            </a:extLst>
          </p:cNvPr>
          <p:cNvSpPr/>
          <p:nvPr userDrawn="1"/>
        </p:nvSpPr>
        <p:spPr>
          <a:xfrm flipH="1">
            <a:off x="3213441" y="4070693"/>
            <a:ext cx="935556" cy="543050"/>
          </a:xfrm>
          <a:prstGeom prst="parallelogram">
            <a:avLst>
              <a:gd name="adj" fmla="val 99774"/>
            </a:avLst>
          </a:prstGeom>
          <a:solidFill>
            <a:srgbClr val="25A0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Parallelogram 20">
            <a:extLst>
              <a:ext uri="{FF2B5EF4-FFF2-40B4-BE49-F238E27FC236}">
                <a16:creationId xmlns:a16="http://schemas.microsoft.com/office/drawing/2014/main" id="{89494A32-BD79-6B61-E64F-7BEC84E21AFD}"/>
              </a:ext>
            </a:extLst>
          </p:cNvPr>
          <p:cNvSpPr/>
          <p:nvPr userDrawn="1"/>
        </p:nvSpPr>
        <p:spPr>
          <a:xfrm flipH="1">
            <a:off x="4174277" y="4512934"/>
            <a:ext cx="987615" cy="905000"/>
          </a:xfrm>
          <a:prstGeom prst="parallelogram">
            <a:avLst>
              <a:gd name="adj" fmla="val 99774"/>
            </a:avLst>
          </a:prstGeom>
          <a:solidFill>
            <a:srgbClr val="25A0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Parallelogram 21">
            <a:extLst>
              <a:ext uri="{FF2B5EF4-FFF2-40B4-BE49-F238E27FC236}">
                <a16:creationId xmlns:a16="http://schemas.microsoft.com/office/drawing/2014/main" id="{35EB0EC9-7991-559A-238D-B27D62FC0978}"/>
              </a:ext>
            </a:extLst>
          </p:cNvPr>
          <p:cNvSpPr/>
          <p:nvPr userDrawn="1"/>
        </p:nvSpPr>
        <p:spPr>
          <a:xfrm flipH="1">
            <a:off x="4457041" y="1133350"/>
            <a:ext cx="704851" cy="409700"/>
          </a:xfrm>
          <a:prstGeom prst="parallelogram">
            <a:avLst>
              <a:gd name="adj" fmla="val 99774"/>
            </a:avLst>
          </a:prstGeom>
          <a:solidFill>
            <a:srgbClr val="ABE5ED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Parallelogram 26">
            <a:extLst>
              <a:ext uri="{FF2B5EF4-FFF2-40B4-BE49-F238E27FC236}">
                <a16:creationId xmlns:a16="http://schemas.microsoft.com/office/drawing/2014/main" id="{64EC7D43-0589-E4F5-3222-0F043B6F75BC}"/>
              </a:ext>
            </a:extLst>
          </p:cNvPr>
          <p:cNvSpPr/>
          <p:nvPr userDrawn="1"/>
        </p:nvSpPr>
        <p:spPr>
          <a:xfrm flipH="1">
            <a:off x="1594334" y="2672820"/>
            <a:ext cx="2497657" cy="1449783"/>
          </a:xfrm>
          <a:prstGeom prst="parallelogram">
            <a:avLst>
              <a:gd name="adj" fmla="val 99774"/>
            </a:avLst>
          </a:prstGeom>
          <a:gradFill flip="none" rotWithShape="1">
            <a:gsLst>
              <a:gs pos="85000">
                <a:schemeClr val="accent3">
                  <a:alpha val="0"/>
                </a:schemeClr>
              </a:gs>
              <a:gs pos="0">
                <a:schemeClr val="accent3">
                  <a:alpha val="6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Parallelogram 23">
            <a:extLst>
              <a:ext uri="{FF2B5EF4-FFF2-40B4-BE49-F238E27FC236}">
                <a16:creationId xmlns:a16="http://schemas.microsoft.com/office/drawing/2014/main" id="{283E4070-1CDD-B2E9-A1D9-72D2517AC5DC}"/>
              </a:ext>
            </a:extLst>
          </p:cNvPr>
          <p:cNvSpPr/>
          <p:nvPr userDrawn="1"/>
        </p:nvSpPr>
        <p:spPr>
          <a:xfrm flipH="1">
            <a:off x="7583056" y="4419600"/>
            <a:ext cx="2144712" cy="2095500"/>
          </a:xfrm>
          <a:prstGeom prst="parallelogram">
            <a:avLst>
              <a:gd name="adj" fmla="val 99774"/>
            </a:avLst>
          </a:prstGeom>
          <a:solidFill>
            <a:schemeClr val="accent3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3AB794A8-E970-66C7-5109-359A963F8F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87575" y="4901589"/>
            <a:ext cx="2432664" cy="343514"/>
          </a:xfrm>
        </p:spPr>
        <p:txBody>
          <a:bodyPr lIns="91440" tIns="45720" rIns="91440" bIns="45720"/>
          <a:lstStyle>
            <a:lvl1pPr>
              <a:defRPr sz="1600" b="1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28" name="Parallelogram 27">
            <a:extLst>
              <a:ext uri="{FF2B5EF4-FFF2-40B4-BE49-F238E27FC236}">
                <a16:creationId xmlns:a16="http://schemas.microsoft.com/office/drawing/2014/main" id="{C6762FE8-A3DE-DA83-516F-20F764642A66}"/>
              </a:ext>
            </a:extLst>
          </p:cNvPr>
          <p:cNvSpPr/>
          <p:nvPr userDrawn="1"/>
        </p:nvSpPr>
        <p:spPr>
          <a:xfrm flipH="1">
            <a:off x="2083127" y="3429000"/>
            <a:ext cx="935556" cy="543050"/>
          </a:xfrm>
          <a:prstGeom prst="parallelogram">
            <a:avLst>
              <a:gd name="adj" fmla="val 99774"/>
            </a:avLst>
          </a:prstGeom>
          <a:solidFill>
            <a:schemeClr val="accent3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itle 1">
            <a:extLst>
              <a:ext uri="{FF2B5EF4-FFF2-40B4-BE49-F238E27FC236}">
                <a16:creationId xmlns:a16="http://schemas.microsoft.com/office/drawing/2014/main" id="{173196F6-5B37-78F0-B740-F03165D8B53E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 bwMode="ltGray">
          <a:xfrm>
            <a:off x="4185619" y="2470960"/>
            <a:ext cx="7579613" cy="588008"/>
          </a:xfrm>
          <a:prstGeom prst="rect">
            <a:avLst/>
          </a:prstGeom>
        </p:spPr>
        <p:txBody>
          <a:bodyPr vert="horz" lIns="91440" tIns="45720" rIns="91440" bIns="45720" anchor="t">
            <a:noAutofit/>
          </a:bodyPr>
          <a:lstStyle>
            <a:lvl1pPr marL="0" algn="l" defTabSz="914396" rtl="0" eaLnBrk="1" latinLnBrk="0" hangingPunct="1">
              <a:lnSpc>
                <a:spcPct val="100000"/>
              </a:lnSpc>
              <a:buClr>
                <a:srgbClr val="002060"/>
              </a:buClr>
              <a:buSzPts val="3600"/>
              <a:defRPr lang="en-US" sz="4000" b="0" kern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Insert Title Here</a:t>
            </a:r>
          </a:p>
        </p:txBody>
      </p:sp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F64D2884-D79E-4E8E-7352-D4915F13BEA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5123791" y="3223043"/>
            <a:ext cx="6642100" cy="893763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Insert subtitle here</a:t>
            </a:r>
          </a:p>
        </p:txBody>
      </p:sp>
    </p:spTree>
    <p:extLst>
      <p:ext uri="{BB962C8B-B14F-4D97-AF65-F5344CB8AC3E}">
        <p14:creationId xmlns:p14="http://schemas.microsoft.com/office/powerpoint/2010/main" val="1377265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6" imgW="413" imgH="416" progId="TCLayout.ActiveDocument.1">
                  <p:embed/>
                </p:oleObj>
              </mc:Choice>
              <mc:Fallback>
                <p:oleObj name="thinkcell Slide" r:id="rId6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5" y="633133"/>
            <a:ext cx="9198864" cy="24622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en-US" b="0" baseline="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C30AC055-11D5-4540-94E4-C3B7BE6EFD7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3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10" name="2. Slide Title">
            <a:extLst>
              <a:ext uri="{FF2B5EF4-FFF2-40B4-BE49-F238E27FC236}">
                <a16:creationId xmlns:a16="http://schemas.microsoft.com/office/drawing/2014/main" id="{8326FFD0-8389-4032-AAB8-00C262CAF746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54736" y="172212"/>
            <a:ext cx="9198864" cy="38472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en-US" b="1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9402874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97357DBE-0784-4ED0-F327-943D29D7AC7D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93376220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7772400" imgH="10058400" progId="TCLayout.ActiveDocument.1">
                  <p:embed/>
                </p:oleObj>
              </mc:Choice>
              <mc:Fallback>
                <p:oleObj name="thinkcell Slide" r:id="rId3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7357DBE-0784-4ED0-F327-943D29D7AC7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369FF5F9-ED1F-1D00-D887-337339370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091" y="293115"/>
            <a:ext cx="10077845" cy="471515"/>
          </a:xfrm>
          <a:prstGeom prst="rect">
            <a:avLst/>
          </a:prstGeom>
        </p:spPr>
        <p:txBody>
          <a:bodyPr vert="horz" lIns="0" tIns="36000" bIns="36000" anchor="ctr"/>
          <a:lstStyle>
            <a:lvl1pPr>
              <a:lnSpc>
                <a:spcPct val="100000"/>
              </a:lnSpc>
              <a:defRPr sz="2800" b="1" i="0">
                <a:latin typeface="+mj-lt"/>
                <a:cs typeface="Plus Jakarta Sans ExtraBold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97A3080-879A-AD55-71D4-FA503B78D0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1">
                <a:solidFill>
                  <a:schemeClr val="accent1"/>
                </a:solidFill>
                <a:latin typeface="+mn-lt"/>
              </a:defRPr>
            </a:lvl1pPr>
          </a:lstStyle>
          <a:p>
            <a:fld id="{488AC939-86E3-E248-A0D2-C4C9C663C239}" type="slidenum">
              <a:rPr lang="en-US" smtClean="0"/>
              <a:pPr/>
              <a:t>‹#›</a:t>
            </a:fld>
            <a:endParaRPr lang="en-US" b="1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66C3525-A6AB-F1DD-631A-1AF50B796758}"/>
              </a:ext>
            </a:extLst>
          </p:cNvPr>
          <p:cNvCxnSpPr/>
          <p:nvPr userDrawn="1"/>
        </p:nvCxnSpPr>
        <p:spPr>
          <a:xfrm>
            <a:off x="331658" y="764630"/>
            <a:ext cx="11522075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128583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97357DBE-0784-4ED0-F327-943D29D7AC7D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93376220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7772400" imgH="10058400" progId="TCLayout.ActiveDocument.1">
                  <p:embed/>
                </p:oleObj>
              </mc:Choice>
              <mc:Fallback>
                <p:oleObj name="thinkcell Slide" r:id="rId3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7357DBE-0784-4ED0-F327-943D29D7AC7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369FF5F9-ED1F-1D00-D887-337339370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091" y="293115"/>
            <a:ext cx="10077845" cy="471515"/>
          </a:xfrm>
          <a:prstGeom prst="rect">
            <a:avLst/>
          </a:prstGeom>
        </p:spPr>
        <p:txBody>
          <a:bodyPr vert="horz" lIns="0" tIns="36000" bIns="36000" anchor="ctr"/>
          <a:lstStyle>
            <a:lvl1pPr>
              <a:lnSpc>
                <a:spcPct val="100000"/>
              </a:lnSpc>
              <a:defRPr sz="2800" b="1" i="0">
                <a:latin typeface="+mj-lt"/>
                <a:cs typeface="Plus Jakarta Sans ExtraBold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97A3080-879A-AD55-71D4-FA503B78D0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353800" y="6581838"/>
            <a:ext cx="505140" cy="213352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accent1"/>
                </a:solidFill>
                <a:latin typeface="+mn-lt"/>
              </a:defRPr>
            </a:lvl1pPr>
          </a:lstStyle>
          <a:p>
            <a:fld id="{488AC939-86E3-E248-A0D2-C4C9C663C239}" type="slidenum">
              <a:rPr lang="en-US" smtClean="0"/>
              <a:pPr/>
              <a:t>‹#›</a:t>
            </a:fld>
            <a:endParaRPr lang="en-US" b="1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66C3525-A6AB-F1DD-631A-1AF50B796758}"/>
              </a:ext>
            </a:extLst>
          </p:cNvPr>
          <p:cNvCxnSpPr/>
          <p:nvPr userDrawn="1"/>
        </p:nvCxnSpPr>
        <p:spPr>
          <a:xfrm>
            <a:off x="331658" y="764630"/>
            <a:ext cx="11522075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ECED5D-4CB7-D342-3CE3-070C586C5C34}"/>
              </a:ext>
            </a:extLst>
          </p:cNvPr>
          <p:cNvCxnSpPr/>
          <p:nvPr userDrawn="1"/>
        </p:nvCxnSpPr>
        <p:spPr>
          <a:xfrm>
            <a:off x="331659" y="6489700"/>
            <a:ext cx="11522075" cy="0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bject 6">
            <a:extLst>
              <a:ext uri="{FF2B5EF4-FFF2-40B4-BE49-F238E27FC236}">
                <a16:creationId xmlns:a16="http://schemas.microsoft.com/office/drawing/2014/main" id="{3BB3B89C-DDCE-31DC-CE6E-37F40B56AB78}"/>
              </a:ext>
            </a:extLst>
          </p:cNvPr>
          <p:cNvSpPr/>
          <p:nvPr userDrawn="1"/>
        </p:nvSpPr>
        <p:spPr>
          <a:xfrm>
            <a:off x="10464273" y="203663"/>
            <a:ext cx="1392527" cy="42621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400" noProof="1"/>
          </a:p>
        </p:txBody>
      </p:sp>
    </p:spTree>
    <p:extLst>
      <p:ext uri="{BB962C8B-B14F-4D97-AF65-F5344CB8AC3E}">
        <p14:creationId xmlns:p14="http://schemas.microsoft.com/office/powerpoint/2010/main" val="4250379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152983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6" imgW="413" imgH="416" progId="TCLayout.ActiveDocument.1">
                  <p:embed/>
                </p:oleObj>
              </mc:Choice>
              <mc:Fallback>
                <p:oleObj name="thinkcell Slide" r:id="rId6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5" y="637721"/>
            <a:ext cx="9180391" cy="24622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kumimoji="0" lang="en-US" sz="1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marR="0" lvl="0" fontAlgn="auto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SzPct val="100000"/>
              <a:buFont typeface="Segoe UI" panose="020B0502040204020203" pitchFamily="34" charset="0"/>
              <a:buNone/>
              <a:tabLst/>
            </a:pPr>
            <a:r>
              <a:rPr lang="en-US"/>
              <a:t>Click to edit Master subtitle style</a:t>
            </a: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C30AC055-11D5-4540-94E4-C3B7BE6EFD7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3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kumimoji="0" lang="en-US" sz="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marR="0" lvl="0" fontAlgn="auto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SzPct val="100000"/>
              <a:buFont typeface="Segoe UI" panose="020B0502040204020203" pitchFamily="34" charset="0"/>
              <a:buNone/>
              <a:tabLst/>
            </a:pPr>
            <a:r>
              <a:rPr lang="en-US"/>
              <a:t>Add tracker</a:t>
            </a:r>
          </a:p>
        </p:txBody>
      </p:sp>
      <p:sp>
        <p:nvSpPr>
          <p:cNvPr id="10" name="2. Slide Title">
            <a:extLst>
              <a:ext uri="{FF2B5EF4-FFF2-40B4-BE49-F238E27FC236}">
                <a16:creationId xmlns:a16="http://schemas.microsoft.com/office/drawing/2014/main" id="{8326FFD0-8389-4032-AAB8-00C262CAF746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54736" y="172212"/>
            <a:ext cx="9180391" cy="38472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kumimoji="0" lang="en-US" sz="2500" i="0" u="none" strike="noStrike" cap="none" spc="0" normalizeH="0" baseline="0" dirty="0">
                <a:ln w="6350" cap="flat">
                  <a:noFill/>
                  <a:miter lim="800000"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</a:lstStyle>
          <a:p>
            <a:pPr marL="0" marR="0" lvl="0" indent="0" fontAlgn="auto">
              <a:lnSpc>
                <a:spcPct val="100000"/>
              </a:lnSpc>
              <a:spcAft>
                <a:spcPts val="0"/>
              </a:spcAft>
              <a:buClrTx/>
              <a:buSzTx/>
              <a:buFontTx/>
              <a:tabLst/>
            </a:pPr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06094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9712FB76-BC91-4AAE-99A6-DCB3B13F7817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551136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286" imgH="286" progId="TCLayout.ActiveDocument.1">
                  <p:embed/>
                </p:oleObj>
              </mc:Choice>
              <mc:Fallback>
                <p:oleObj name="thinkcell Slide" r:id="rId3" imgW="286" imgH="28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712FB76-BC91-4AAE-99A6-DCB3B13F7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838202" y="365125"/>
            <a:ext cx="8915399" cy="444900"/>
          </a:xfrm>
          <a:prstGeom prst="rect">
            <a:avLst/>
          </a:prstGeom>
        </p:spPr>
        <p:txBody>
          <a:bodyPr vert="horz" wrap="square" lIns="91440" tIns="45720" rIns="91440" bIns="45720" anchor="ctr" anchorCtr="0">
            <a:noAutofit/>
          </a:bodyPr>
          <a:lstStyle>
            <a:lvl1pPr marL="0" indent="0" algn="l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400" b="1" i="0" u="none" kern="1200" spc="0">
                <a:solidFill>
                  <a:srgbClr val="000000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170007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ay slice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26B613E5-BB79-4721-BAE9-5EC259B62B5A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458260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286" imgH="286" progId="TCLayout.ActiveDocument.1">
                  <p:embed/>
                </p:oleObj>
              </mc:Choice>
              <mc:Fallback>
                <p:oleObj name="thinkcell Slide" r:id="rId3" imgW="286" imgH="28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6B613E5-BB79-4721-BAE9-5EC259B62B5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/>
          <p:cNvSpPr/>
          <p:nvPr userDrawn="1"/>
        </p:nvSpPr>
        <p:spPr bwMode="ltGray">
          <a:xfrm>
            <a:off x="1" y="-1309"/>
            <a:ext cx="4082399" cy="685930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 bwMode="ltGray">
          <a:xfrm>
            <a:off x="838202" y="1544274"/>
            <a:ext cx="3244198" cy="1495794"/>
          </a:xfrm>
          <a:prstGeom prst="rect">
            <a:avLst/>
          </a:prstGeom>
          <a:noFill/>
        </p:spPr>
        <p:txBody>
          <a:bodyPr vert="horz" wrap="square" lIns="91440" tIns="45720" rIns="91440" bIns="45720" anchor="b">
            <a:noAutofit/>
          </a:bodyPr>
          <a:lstStyle>
            <a:lvl1pPr>
              <a:defRPr sz="340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654656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8837517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384" imgH="384" progId="TCLayout.ActiveDocument.1">
                  <p:embed/>
                </p:oleObj>
              </mc:Choice>
              <mc:Fallback>
                <p:oleObj name="thinkcell Slide" r:id="rId3" imgW="384" imgH="384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7" descr="A group of people standing on a platform with oil rigs and ships in the background&#10;&#10;AI-generated content may be incorrect.">
            <a:extLst>
              <a:ext uri="{FF2B5EF4-FFF2-40B4-BE49-F238E27FC236}">
                <a16:creationId xmlns:a16="http://schemas.microsoft.com/office/drawing/2014/main" id="{1BFA87DE-CD6D-2851-4491-D21AB1FBFAF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97"/>
          <a:stretch/>
        </p:blipFill>
        <p:spPr>
          <a:xfrm>
            <a:off x="-8587" y="1"/>
            <a:ext cx="12192000" cy="6858000"/>
          </a:xfrm>
          <a:prstGeom prst="rect">
            <a:avLst/>
          </a:prstGeom>
        </p:spPr>
      </p:pic>
      <p:sp>
        <p:nvSpPr>
          <p:cNvPr id="7" name="Parallelogram 6">
            <a:extLst>
              <a:ext uri="{FF2B5EF4-FFF2-40B4-BE49-F238E27FC236}">
                <a16:creationId xmlns:a16="http://schemas.microsoft.com/office/drawing/2014/main" id="{30C817EC-9844-361D-5FA2-E93356303C22}"/>
              </a:ext>
            </a:extLst>
          </p:cNvPr>
          <p:cNvSpPr/>
          <p:nvPr userDrawn="1"/>
        </p:nvSpPr>
        <p:spPr>
          <a:xfrm flipH="1">
            <a:off x="6987484" y="0"/>
            <a:ext cx="3902527" cy="3841460"/>
          </a:xfrm>
          <a:prstGeom prst="parallelogram">
            <a:avLst>
              <a:gd name="adj" fmla="val 101248"/>
            </a:avLst>
          </a:prstGeom>
          <a:gradFill>
            <a:gsLst>
              <a:gs pos="100000">
                <a:schemeClr val="bg1">
                  <a:alpha val="79000"/>
                </a:schemeClr>
              </a:gs>
              <a:gs pos="0">
                <a:schemeClr val="bg1">
                  <a:alpha val="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Parallelogram 8">
            <a:extLst>
              <a:ext uri="{FF2B5EF4-FFF2-40B4-BE49-F238E27FC236}">
                <a16:creationId xmlns:a16="http://schemas.microsoft.com/office/drawing/2014/main" id="{0AE63123-0481-DD16-F16B-C953489733BC}"/>
              </a:ext>
            </a:extLst>
          </p:cNvPr>
          <p:cNvSpPr/>
          <p:nvPr userDrawn="1"/>
        </p:nvSpPr>
        <p:spPr>
          <a:xfrm flipH="1">
            <a:off x="4719477" y="3637395"/>
            <a:ext cx="3329538" cy="3220605"/>
          </a:xfrm>
          <a:prstGeom prst="parallelogram">
            <a:avLst>
              <a:gd name="adj" fmla="val 102335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arallelogram 9">
            <a:extLst>
              <a:ext uri="{FF2B5EF4-FFF2-40B4-BE49-F238E27FC236}">
                <a16:creationId xmlns:a16="http://schemas.microsoft.com/office/drawing/2014/main" id="{5FA3E509-E1E3-02B7-72A3-A53B313D9F70}"/>
              </a:ext>
            </a:extLst>
          </p:cNvPr>
          <p:cNvSpPr/>
          <p:nvPr userDrawn="1"/>
        </p:nvSpPr>
        <p:spPr>
          <a:xfrm flipH="1">
            <a:off x="2006271" y="2213802"/>
            <a:ext cx="11544958" cy="2354195"/>
          </a:xfrm>
          <a:prstGeom prst="parallelogram">
            <a:avLst>
              <a:gd name="adj" fmla="val 56809"/>
            </a:avLst>
          </a:prstGeom>
          <a:solidFill>
            <a:srgbClr val="113761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Parallelogram 13">
            <a:extLst>
              <a:ext uri="{FF2B5EF4-FFF2-40B4-BE49-F238E27FC236}">
                <a16:creationId xmlns:a16="http://schemas.microsoft.com/office/drawing/2014/main" id="{138C1B4F-D4DA-2D6B-350C-2259B018D959}"/>
              </a:ext>
            </a:extLst>
          </p:cNvPr>
          <p:cNvSpPr/>
          <p:nvPr userDrawn="1"/>
        </p:nvSpPr>
        <p:spPr>
          <a:xfrm flipH="1">
            <a:off x="2644136" y="3096519"/>
            <a:ext cx="2895601" cy="2095500"/>
          </a:xfrm>
          <a:prstGeom prst="parallelogram">
            <a:avLst>
              <a:gd name="adj" fmla="val 99774"/>
            </a:avLst>
          </a:prstGeom>
          <a:gradFill flip="none" rotWithShape="1">
            <a:gsLst>
              <a:gs pos="95000">
                <a:schemeClr val="bg1">
                  <a:alpha val="0"/>
                </a:schemeClr>
              </a:gs>
              <a:gs pos="0">
                <a:schemeClr val="bg1">
                  <a:alpha val="2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Parallelogram 19">
            <a:extLst>
              <a:ext uri="{FF2B5EF4-FFF2-40B4-BE49-F238E27FC236}">
                <a16:creationId xmlns:a16="http://schemas.microsoft.com/office/drawing/2014/main" id="{F4A3F6AE-E3F7-37FA-7D8D-A6A24CF5F9E0}"/>
              </a:ext>
            </a:extLst>
          </p:cNvPr>
          <p:cNvSpPr/>
          <p:nvPr userDrawn="1"/>
        </p:nvSpPr>
        <p:spPr>
          <a:xfrm flipH="1">
            <a:off x="3213441" y="4070693"/>
            <a:ext cx="935556" cy="543050"/>
          </a:xfrm>
          <a:prstGeom prst="parallelogram">
            <a:avLst>
              <a:gd name="adj" fmla="val 99774"/>
            </a:avLst>
          </a:prstGeom>
          <a:solidFill>
            <a:srgbClr val="25A0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Parallelogram 20">
            <a:extLst>
              <a:ext uri="{FF2B5EF4-FFF2-40B4-BE49-F238E27FC236}">
                <a16:creationId xmlns:a16="http://schemas.microsoft.com/office/drawing/2014/main" id="{89494A32-BD79-6B61-E64F-7BEC84E21AFD}"/>
              </a:ext>
            </a:extLst>
          </p:cNvPr>
          <p:cNvSpPr/>
          <p:nvPr userDrawn="1"/>
        </p:nvSpPr>
        <p:spPr>
          <a:xfrm flipH="1">
            <a:off x="4174277" y="4512934"/>
            <a:ext cx="987615" cy="905000"/>
          </a:xfrm>
          <a:prstGeom prst="parallelogram">
            <a:avLst>
              <a:gd name="adj" fmla="val 99774"/>
            </a:avLst>
          </a:prstGeom>
          <a:solidFill>
            <a:srgbClr val="25A0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Parallelogram 21">
            <a:extLst>
              <a:ext uri="{FF2B5EF4-FFF2-40B4-BE49-F238E27FC236}">
                <a16:creationId xmlns:a16="http://schemas.microsoft.com/office/drawing/2014/main" id="{35EB0EC9-7991-559A-238D-B27D62FC0978}"/>
              </a:ext>
            </a:extLst>
          </p:cNvPr>
          <p:cNvSpPr/>
          <p:nvPr userDrawn="1"/>
        </p:nvSpPr>
        <p:spPr>
          <a:xfrm flipH="1">
            <a:off x="4457041" y="1133350"/>
            <a:ext cx="704851" cy="409700"/>
          </a:xfrm>
          <a:prstGeom prst="parallelogram">
            <a:avLst>
              <a:gd name="adj" fmla="val 99774"/>
            </a:avLst>
          </a:prstGeom>
          <a:solidFill>
            <a:srgbClr val="ABE5ED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Parallelogram 26">
            <a:extLst>
              <a:ext uri="{FF2B5EF4-FFF2-40B4-BE49-F238E27FC236}">
                <a16:creationId xmlns:a16="http://schemas.microsoft.com/office/drawing/2014/main" id="{64EC7D43-0589-E4F5-3222-0F043B6F75BC}"/>
              </a:ext>
            </a:extLst>
          </p:cNvPr>
          <p:cNvSpPr/>
          <p:nvPr userDrawn="1"/>
        </p:nvSpPr>
        <p:spPr>
          <a:xfrm flipH="1">
            <a:off x="1594334" y="2672820"/>
            <a:ext cx="2497657" cy="1449783"/>
          </a:xfrm>
          <a:prstGeom prst="parallelogram">
            <a:avLst>
              <a:gd name="adj" fmla="val 99774"/>
            </a:avLst>
          </a:prstGeom>
          <a:gradFill flip="none" rotWithShape="1">
            <a:gsLst>
              <a:gs pos="85000">
                <a:schemeClr val="accent3">
                  <a:alpha val="0"/>
                </a:schemeClr>
              </a:gs>
              <a:gs pos="0">
                <a:schemeClr val="accent3">
                  <a:alpha val="6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Parallelogram 23">
            <a:extLst>
              <a:ext uri="{FF2B5EF4-FFF2-40B4-BE49-F238E27FC236}">
                <a16:creationId xmlns:a16="http://schemas.microsoft.com/office/drawing/2014/main" id="{283E4070-1CDD-B2E9-A1D9-72D2517AC5DC}"/>
              </a:ext>
            </a:extLst>
          </p:cNvPr>
          <p:cNvSpPr/>
          <p:nvPr userDrawn="1"/>
        </p:nvSpPr>
        <p:spPr>
          <a:xfrm flipH="1">
            <a:off x="7583056" y="4419600"/>
            <a:ext cx="2144712" cy="2095500"/>
          </a:xfrm>
          <a:prstGeom prst="parallelogram">
            <a:avLst>
              <a:gd name="adj" fmla="val 99774"/>
            </a:avLst>
          </a:prstGeom>
          <a:solidFill>
            <a:schemeClr val="accent3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3AB794A8-E970-66C7-5109-359A963F8F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87575" y="4901589"/>
            <a:ext cx="2432664" cy="343514"/>
          </a:xfrm>
        </p:spPr>
        <p:txBody>
          <a:bodyPr lIns="91440" tIns="45720" rIns="91440" bIns="45720"/>
          <a:lstStyle>
            <a:lvl1pPr>
              <a:defRPr sz="1600" b="1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28" name="Parallelogram 27">
            <a:extLst>
              <a:ext uri="{FF2B5EF4-FFF2-40B4-BE49-F238E27FC236}">
                <a16:creationId xmlns:a16="http://schemas.microsoft.com/office/drawing/2014/main" id="{C6762FE8-A3DE-DA83-516F-20F764642A66}"/>
              </a:ext>
            </a:extLst>
          </p:cNvPr>
          <p:cNvSpPr/>
          <p:nvPr userDrawn="1"/>
        </p:nvSpPr>
        <p:spPr>
          <a:xfrm flipH="1">
            <a:off x="2083127" y="3429000"/>
            <a:ext cx="935556" cy="543050"/>
          </a:xfrm>
          <a:prstGeom prst="parallelogram">
            <a:avLst>
              <a:gd name="adj" fmla="val 99774"/>
            </a:avLst>
          </a:prstGeom>
          <a:solidFill>
            <a:schemeClr val="accent3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itle 1">
            <a:extLst>
              <a:ext uri="{FF2B5EF4-FFF2-40B4-BE49-F238E27FC236}">
                <a16:creationId xmlns:a16="http://schemas.microsoft.com/office/drawing/2014/main" id="{173196F6-5B37-78F0-B740-F03165D8B53E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 bwMode="ltGray">
          <a:xfrm>
            <a:off x="4185619" y="2470960"/>
            <a:ext cx="7579613" cy="588008"/>
          </a:xfrm>
          <a:prstGeom prst="rect">
            <a:avLst/>
          </a:prstGeom>
        </p:spPr>
        <p:txBody>
          <a:bodyPr vert="horz" lIns="91440" tIns="45720" rIns="91440" bIns="45720" anchor="t">
            <a:noAutofit/>
          </a:bodyPr>
          <a:lstStyle>
            <a:lvl1pPr marL="0" algn="l" defTabSz="914396" rtl="0" eaLnBrk="1" latinLnBrk="0" hangingPunct="1">
              <a:lnSpc>
                <a:spcPct val="100000"/>
              </a:lnSpc>
              <a:buClr>
                <a:srgbClr val="002060"/>
              </a:buClr>
              <a:buSzPts val="3600"/>
              <a:defRPr lang="en-US" sz="4000" b="0" kern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Insert Title Here</a:t>
            </a:r>
          </a:p>
        </p:txBody>
      </p:sp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F64D2884-D79E-4E8E-7352-D4915F13BEA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5123791" y="3223043"/>
            <a:ext cx="6642100" cy="893763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Insert subtitle here</a:t>
            </a:r>
          </a:p>
        </p:txBody>
      </p:sp>
    </p:spTree>
    <p:extLst>
      <p:ext uri="{BB962C8B-B14F-4D97-AF65-F5344CB8AC3E}">
        <p14:creationId xmlns:p14="http://schemas.microsoft.com/office/powerpoint/2010/main" val="3812051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9712FB76-BC91-4AAE-99A6-DCB3B13F7817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0760046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286" imgH="286" progId="TCLayout.ActiveDocument.1">
                  <p:embed/>
                </p:oleObj>
              </mc:Choice>
              <mc:Fallback>
                <p:oleObj name="thinkcell Slide" r:id="rId3" imgW="286" imgH="28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712FB76-BC91-4AAE-99A6-DCB3B13F7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2024 by Boston Consulting Group. All rights reserved.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838202" y="365125"/>
            <a:ext cx="8915399" cy="444900"/>
          </a:xfrm>
          <a:prstGeom prst="rect">
            <a:avLst/>
          </a:prstGeom>
        </p:spPr>
        <p:txBody>
          <a:bodyPr vert="horz" wrap="square" lIns="91440" tIns="45720" rIns="91440" bIns="45720" anchor="ctr" anchorCtr="0">
            <a:noAutofit/>
          </a:bodyPr>
          <a:lstStyle>
            <a:lvl1pPr marL="0" indent="0" algn="l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400" b="1" i="0" u="none" kern="1200" spc="0">
                <a:solidFill>
                  <a:srgbClr val="000000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4079591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ay slice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26B613E5-BB79-4721-BAE9-5EC259B62B5A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650279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286" imgH="286" progId="TCLayout.ActiveDocument.1">
                  <p:embed/>
                </p:oleObj>
              </mc:Choice>
              <mc:Fallback>
                <p:oleObj name="thinkcell Slide" r:id="rId3" imgW="286" imgH="28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6B613E5-BB79-4721-BAE9-5EC259B62B5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/>
          <p:cNvSpPr/>
          <p:nvPr userDrawn="1"/>
        </p:nvSpPr>
        <p:spPr bwMode="ltGray">
          <a:xfrm>
            <a:off x="1" y="-1309"/>
            <a:ext cx="4082399" cy="685930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 bwMode="ltGray">
          <a:xfrm>
            <a:off x="838202" y="1544274"/>
            <a:ext cx="3244198" cy="1495794"/>
          </a:xfrm>
          <a:prstGeom prst="rect">
            <a:avLst/>
          </a:prstGeom>
          <a:noFill/>
        </p:spPr>
        <p:txBody>
          <a:bodyPr vert="horz" wrap="square" lIns="91440" tIns="45720" rIns="91440" bIns="45720" anchor="b">
            <a:noAutofit/>
          </a:bodyPr>
          <a:lstStyle>
            <a:lvl1pPr>
              <a:defRPr sz="340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1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2024 by Boston Consulting Group. All rights reserved.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5A2449-9D45-E316-D54A-0BB480D27BA9}"/>
              </a:ext>
            </a:extLst>
          </p:cNvPr>
          <p:cNvSpPr txBox="1"/>
          <p:nvPr userDrawn="1"/>
        </p:nvSpPr>
        <p:spPr>
          <a:xfrm>
            <a:off x="-481263" y="5919537"/>
            <a:ext cx="0" cy="0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>
              <a:solidFill>
                <a:srgbClr val="000000"/>
              </a:solidFill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37125989-08BE-D1E2-7F26-C0BFB883C2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800000" flipH="1">
            <a:off x="0" y="6339206"/>
            <a:ext cx="1819770" cy="518794"/>
          </a:xfrm>
          <a:prstGeom prst="rect">
            <a:avLst/>
          </a:prstGeom>
        </p:spPr>
      </p:pic>
      <p:sp>
        <p:nvSpPr>
          <p:cNvPr id="12" name="ee4pFootnotes">
            <a:extLst>
              <a:ext uri="{FF2B5EF4-FFF2-40B4-BE49-F238E27FC236}">
                <a16:creationId xmlns:a16="http://schemas.microsoft.com/office/drawing/2014/main" id="{2EB9AE57-7780-6312-12CC-3CC60474142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66895" y="6522426"/>
            <a:ext cx="1142942" cy="152349"/>
          </a:xfrm>
          <a:prstGeom prst="rect">
            <a:avLst/>
          </a:prstGeom>
          <a:noFill/>
          <a:ln w="9525" algn="ctr">
            <a:noFill/>
            <a:miter lim="800000"/>
            <a:headEnd type="none" w="lg" len="lg"/>
            <a:tailEnd type="none" w="lg" len="lg"/>
          </a:ln>
        </p:spPr>
        <p:txBody>
          <a:bodyPr vert="horz" wrap="square" lIns="0" tIns="0" rIns="0" bIns="0" anchor="b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www.pertamina.com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78EE11E-83CE-9D8A-82EB-2F175AA72F92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25388"/>
          <a:stretch>
            <a:fillRect/>
          </a:stretch>
        </p:blipFill>
        <p:spPr>
          <a:xfrm>
            <a:off x="0" y="0"/>
            <a:ext cx="6553199" cy="695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8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one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3D2B4F73-36A2-4659-A7BF-D3A637441E1A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62485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286" imgH="286" progId="TCLayout.ActiveDocument.1">
                  <p:embed/>
                </p:oleObj>
              </mc:Choice>
              <mc:Fallback>
                <p:oleObj name="thinkcell Slide" r:id="rId3" imgW="286" imgH="28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D2B4F73-36A2-4659-A7BF-D3A637441E1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" name="Picture 15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V="1">
            <a:off x="4064994" y="0"/>
            <a:ext cx="416951" cy="6858000"/>
          </a:xfrm>
          <a:prstGeom prst="rect">
            <a:avLst/>
          </a:prstGeom>
        </p:spPr>
      </p:pic>
      <p:sp>
        <p:nvSpPr>
          <p:cNvPr id="25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2024 by Boston Consulting Group. All rights reserved.</a:t>
            </a:r>
          </a:p>
        </p:txBody>
      </p:sp>
      <p:sp>
        <p:nvSpPr>
          <p:cNvPr id="26" name="Rectangle 25"/>
          <p:cNvSpPr/>
          <p:nvPr userDrawn="1"/>
        </p:nvSpPr>
        <p:spPr bwMode="white">
          <a:xfrm>
            <a:off x="0" y="0"/>
            <a:ext cx="4079508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27" name="Title 4"/>
          <p:cNvSpPr>
            <a:spLocks noGrp="1"/>
          </p:cNvSpPr>
          <p:nvPr>
            <p:ph type="title" hasCustomPrompt="1"/>
          </p:nvPr>
        </p:nvSpPr>
        <p:spPr>
          <a:xfrm>
            <a:off x="838202" y="2681103"/>
            <a:ext cx="2919679" cy="1495794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>
              <a:defRPr sz="3400">
                <a:solidFill>
                  <a:srgbClr val="000000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7" name="Google Shape;1885213;p2">
            <a:extLst>
              <a:ext uri="{FF2B5EF4-FFF2-40B4-BE49-F238E27FC236}">
                <a16:creationId xmlns:a16="http://schemas.microsoft.com/office/drawing/2014/main" id="{D3AA43BC-4916-4E04-A1B3-27CCC5BA6B36}"/>
              </a:ext>
            </a:extLst>
          </p:cNvPr>
          <p:cNvSpPr txBox="1">
            <a:spLocks/>
          </p:cNvSpPr>
          <p:nvPr userDrawn="1"/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>
              <a:defRPr lang="en-US"/>
            </a:defPPr>
            <a:lvl1pPr marR="0" lvl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defRPr>
            </a:lvl1pPr>
            <a:lvl2pPr marL="0" marR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lvl="0"/>
            <a:fld id="{00000000-1234-1234-1234-123412341234}" type="slidenum">
              <a:rPr lang="en-US" noProof="0" smtClean="0">
                <a:latin typeface="+mn-lt"/>
                <a:ea typeface="+mn-ea"/>
                <a:cs typeface="+mn-cs"/>
                <a:sym typeface="Calibri"/>
              </a:rPr>
              <a:pPr lvl="0"/>
              <a:t>‹#›</a:t>
            </a:fld>
            <a:endParaRPr lang="en-US" noProof="0">
              <a:latin typeface="+mn-lt"/>
              <a:ea typeface="+mn-ea"/>
              <a:cs typeface="+mn-cs"/>
              <a:sym typeface="Calibri"/>
            </a:endParaRPr>
          </a:p>
        </p:txBody>
      </p:sp>
      <p:pic>
        <p:nvPicPr>
          <p:cNvPr id="9" name="Google Shape;1885204;p1" descr="Picture 3">
            <a:extLst>
              <a:ext uri="{FF2B5EF4-FFF2-40B4-BE49-F238E27FC236}">
                <a16:creationId xmlns:a16="http://schemas.microsoft.com/office/drawing/2014/main" id="{C737EC9A-BE74-43EB-82FF-2F5D2883BEE0}"/>
              </a:ext>
            </a:extLst>
          </p:cNvPr>
          <p:cNvPicPr preferRelativeResize="0"/>
          <p:nvPr userDrawn="1"/>
        </p:nvPicPr>
        <p:blipFill rotWithShape="1">
          <a:blip r:embed="rId6">
            <a:alphaModFix/>
          </a:blip>
          <a:srcRect/>
          <a:stretch/>
        </p:blipFill>
        <p:spPr>
          <a:xfrm>
            <a:off x="9753600" y="1"/>
            <a:ext cx="2438400" cy="693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71C9779-33C7-466A-8100-2BAC86D2D94A}"/>
              </a:ext>
            </a:extLst>
          </p:cNvPr>
          <p:cNvPicPr preferRelativeResize="0"/>
          <p:nvPr userDrawn="1"/>
        </p:nvPicPr>
        <p:blipFill rotWithShape="1">
          <a:blip r:embed="rId7">
            <a:alphaModFix/>
          </a:blip>
          <a:srcRect/>
          <a:stretch/>
        </p:blipFill>
        <p:spPr>
          <a:xfrm>
            <a:off x="11477768" y="6328684"/>
            <a:ext cx="400272" cy="401302"/>
          </a:xfrm>
          <a:custGeom>
            <a:avLst/>
            <a:gdLst>
              <a:gd name="connsiteX0" fmla="*/ 308605 w 400272"/>
              <a:gd name="connsiteY0" fmla="*/ 0 h 401302"/>
              <a:gd name="connsiteX1" fmla="*/ 400272 w 400272"/>
              <a:gd name="connsiteY1" fmla="*/ 0 h 401302"/>
              <a:gd name="connsiteX2" fmla="*/ 400272 w 400272"/>
              <a:gd name="connsiteY2" fmla="*/ 401302 h 401302"/>
              <a:gd name="connsiteX3" fmla="*/ 0 w 400272"/>
              <a:gd name="connsiteY3" fmla="*/ 401302 h 401302"/>
              <a:gd name="connsiteX4" fmla="*/ 0 w 400272"/>
              <a:gd name="connsiteY4" fmla="*/ 82546 h 401302"/>
              <a:gd name="connsiteX5" fmla="*/ 298174 w 400272"/>
              <a:gd name="connsiteY5" fmla="*/ 82546 h 401302"/>
              <a:gd name="connsiteX6" fmla="*/ 298174 w 400272"/>
              <a:gd name="connsiteY6" fmla="*/ 54978 h 401302"/>
              <a:gd name="connsiteX7" fmla="*/ 308605 w 400272"/>
              <a:gd name="connsiteY7" fmla="*/ 54978 h 401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0272" h="401302">
                <a:moveTo>
                  <a:pt x="308605" y="0"/>
                </a:moveTo>
                <a:lnTo>
                  <a:pt x="400272" y="0"/>
                </a:lnTo>
                <a:lnTo>
                  <a:pt x="400272" y="401302"/>
                </a:lnTo>
                <a:lnTo>
                  <a:pt x="0" y="401302"/>
                </a:lnTo>
                <a:lnTo>
                  <a:pt x="0" y="82546"/>
                </a:lnTo>
                <a:lnTo>
                  <a:pt x="298174" y="82546"/>
                </a:lnTo>
                <a:lnTo>
                  <a:pt x="298174" y="54978"/>
                </a:lnTo>
                <a:lnTo>
                  <a:pt x="308605" y="54978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847FD77-8696-40B1-BDA9-E9C276B2B184}"/>
              </a:ext>
            </a:extLst>
          </p:cNvPr>
          <p:cNvPicPr preferRelativeResize="0"/>
          <p:nvPr userDrawn="1"/>
        </p:nvPicPr>
        <p:blipFill rotWithShape="1">
          <a:blip r:embed="rId8">
            <a:alphaModFix/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artisticPhotocopy/>
                    </a14:imgEffect>
                  </a14:imgLayer>
                </a14:imgProps>
              </a:ext>
            </a:extLst>
          </a:blip>
          <a:srcRect r="21436" b="76104"/>
          <a:stretch/>
        </p:blipFill>
        <p:spPr>
          <a:xfrm>
            <a:off x="11477768" y="6328684"/>
            <a:ext cx="314470" cy="95894"/>
          </a:xfrm>
          <a:custGeom>
            <a:avLst/>
            <a:gdLst>
              <a:gd name="connsiteX0" fmla="*/ 0 w 314470"/>
              <a:gd name="connsiteY0" fmla="*/ 0 h 95894"/>
              <a:gd name="connsiteX1" fmla="*/ 314470 w 314470"/>
              <a:gd name="connsiteY1" fmla="*/ 0 h 95894"/>
              <a:gd name="connsiteX2" fmla="*/ 314470 w 314470"/>
              <a:gd name="connsiteY2" fmla="*/ 88941 h 95894"/>
              <a:gd name="connsiteX3" fmla="*/ 304946 w 314470"/>
              <a:gd name="connsiteY3" fmla="*/ 88941 h 95894"/>
              <a:gd name="connsiteX4" fmla="*/ 304946 w 314470"/>
              <a:gd name="connsiteY4" fmla="*/ 95894 h 95894"/>
              <a:gd name="connsiteX5" fmla="*/ 0 w 314470"/>
              <a:gd name="connsiteY5" fmla="*/ 95894 h 95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4470" h="95894">
                <a:moveTo>
                  <a:pt x="0" y="0"/>
                </a:moveTo>
                <a:lnTo>
                  <a:pt x="314470" y="0"/>
                </a:lnTo>
                <a:lnTo>
                  <a:pt x="314470" y="88941"/>
                </a:lnTo>
                <a:lnTo>
                  <a:pt x="304946" y="88941"/>
                </a:lnTo>
                <a:lnTo>
                  <a:pt x="304946" y="95894"/>
                </a:lnTo>
                <a:lnTo>
                  <a:pt x="0" y="95894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6DF4E8B4-E2CE-9725-A190-2E5C60C8B73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0800000" flipH="1">
            <a:off x="0" y="6339206"/>
            <a:ext cx="1819770" cy="518794"/>
          </a:xfrm>
          <a:prstGeom prst="rect">
            <a:avLst/>
          </a:prstGeom>
        </p:spPr>
      </p:pic>
      <p:sp>
        <p:nvSpPr>
          <p:cNvPr id="12" name="ee4pFootnotes">
            <a:extLst>
              <a:ext uri="{FF2B5EF4-FFF2-40B4-BE49-F238E27FC236}">
                <a16:creationId xmlns:a16="http://schemas.microsoft.com/office/drawing/2014/main" id="{50DED432-217D-CFA8-7886-2E27E91AB9E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66895" y="6522426"/>
            <a:ext cx="1142942" cy="152349"/>
          </a:xfrm>
          <a:prstGeom prst="rect">
            <a:avLst/>
          </a:prstGeom>
          <a:noFill/>
          <a:ln w="9525" algn="ctr">
            <a:noFill/>
            <a:miter lim="800000"/>
            <a:headEnd type="none" w="lg" len="lg"/>
            <a:tailEnd type="none" w="lg" len="lg"/>
          </a:ln>
        </p:spPr>
        <p:txBody>
          <a:bodyPr vert="horz" wrap="square" lIns="0" tIns="0" rIns="0" bIns="0" anchor="b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www.pertamina.com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FBD8AF5-2AF1-ADC1-05D1-FAD2DA032294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25388"/>
          <a:stretch>
            <a:fillRect/>
          </a:stretch>
        </p:blipFill>
        <p:spPr>
          <a:xfrm>
            <a:off x="0" y="0"/>
            <a:ext cx="6553199" cy="695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676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 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870F50A-E0A2-46DC-B5A1-75E0C38502CE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2861391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286" imgH="286" progId="TCLayout.ActiveDocument.1">
                  <p:embed/>
                </p:oleObj>
              </mc:Choice>
              <mc:Fallback>
                <p:oleObj name="thinkcell Slide" r:id="rId3" imgW="286" imgH="28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870F50A-E0A2-46DC-B5A1-75E0C38502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V="1">
            <a:off x="8907910" y="0"/>
            <a:ext cx="416951" cy="6858000"/>
          </a:xfrm>
          <a:prstGeom prst="rect">
            <a:avLst/>
          </a:prstGeom>
        </p:spPr>
      </p:pic>
      <p:sp>
        <p:nvSpPr>
          <p:cNvPr id="13" name="Rectangle 12"/>
          <p:cNvSpPr/>
          <p:nvPr userDrawn="1"/>
        </p:nvSpPr>
        <p:spPr bwMode="white">
          <a:xfrm>
            <a:off x="8909539" y="0"/>
            <a:ext cx="890791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20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2024 by Boston Consulting Group. All rights reserved.</a:t>
            </a:r>
          </a:p>
        </p:txBody>
      </p:sp>
      <p:sp>
        <p:nvSpPr>
          <p:cNvPr id="23" name="Title 3"/>
          <p:cNvSpPr>
            <a:spLocks noGrp="1"/>
          </p:cNvSpPr>
          <p:nvPr>
            <p:ph type="title" hasCustomPrompt="1"/>
          </p:nvPr>
        </p:nvSpPr>
        <p:spPr>
          <a:xfrm>
            <a:off x="838202" y="365125"/>
            <a:ext cx="6048598" cy="444900"/>
          </a:xfrm>
          <a:prstGeom prst="rect">
            <a:avLst/>
          </a:prstGeom>
        </p:spPr>
        <p:txBody>
          <a:bodyPr vert="horz" wrap="square" lIns="91440" tIns="45720" rIns="91440" bIns="45720" anchor="ctr" anchorCtr="0">
            <a:noAutofit/>
          </a:bodyPr>
          <a:lstStyle>
            <a:lvl1pPr marL="0" indent="0" algn="l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400" b="1" i="0" u="none" kern="1200" spc="0">
                <a:solidFill>
                  <a:srgbClr val="000000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pic>
        <p:nvPicPr>
          <p:cNvPr id="8" name="Google Shape;1885204;p1" descr="Picture 3">
            <a:extLst>
              <a:ext uri="{FF2B5EF4-FFF2-40B4-BE49-F238E27FC236}">
                <a16:creationId xmlns:a16="http://schemas.microsoft.com/office/drawing/2014/main" id="{A430B64C-5DFD-49A0-8F5E-BBCA25E532F9}"/>
              </a:ext>
            </a:extLst>
          </p:cNvPr>
          <p:cNvPicPr preferRelativeResize="0"/>
          <p:nvPr userDrawn="1"/>
        </p:nvPicPr>
        <p:blipFill rotWithShape="1">
          <a:blip r:embed="rId6">
            <a:alphaModFix/>
          </a:blip>
          <a:srcRect/>
          <a:stretch/>
        </p:blipFill>
        <p:spPr>
          <a:xfrm>
            <a:off x="9753600" y="1"/>
            <a:ext cx="2438400" cy="6939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13733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 two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8A2CC3B9-8037-43B9-9619-28D846A3077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849798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286" imgH="286" progId="TCLayout.ActiveDocument.1">
                  <p:embed/>
                </p:oleObj>
              </mc:Choice>
              <mc:Fallback>
                <p:oleObj name="thinkcell Slide" r:id="rId3" imgW="286" imgH="28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A2CC3B9-8037-43B9-9619-28D846A307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>
            <a:off x="7409849" y="0"/>
            <a:ext cx="416951" cy="6858000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 bwMode="gray">
          <a:xfrm>
            <a:off x="7819543" y="0"/>
            <a:ext cx="4372457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1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7820025" y="0"/>
            <a:ext cx="4371975" cy="6858000"/>
          </a:xfrm>
          <a:prstGeom prst="rect">
            <a:avLst/>
          </a:prstGeom>
          <a:noFill/>
        </p:spPr>
        <p:txBody>
          <a:bodyPr lIns="182880" tIns="914400" rIns="182880" bIns="914400"/>
          <a:lstStyle>
            <a:lvl1pPr algn="ctr"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icon below to insert an image or remove this placeholder to use the whitespace in another way</a:t>
            </a:r>
          </a:p>
        </p:txBody>
      </p:sp>
      <p:sp>
        <p:nvSpPr>
          <p:cNvPr id="15" name="Copyright" hidden="1"/>
          <p:cNvSpPr txBox="1"/>
          <p:nvPr userDrawn="1"/>
        </p:nvSpPr>
        <p:spPr>
          <a:xfrm rot="16200000">
            <a:off x="9486900" y="3916394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2024 by Boston Consulting Group. All rights reserved.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 bwMode="blackWhite">
          <a:xfrm>
            <a:off x="838202" y="1804650"/>
            <a:ext cx="6039350" cy="3286800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>
              <a:defRPr sz="4400">
                <a:solidFill>
                  <a:schemeClr val="bg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8" name="Google Shape;1885213;p2">
            <a:extLst>
              <a:ext uri="{FF2B5EF4-FFF2-40B4-BE49-F238E27FC236}">
                <a16:creationId xmlns:a16="http://schemas.microsoft.com/office/drawing/2014/main" id="{CF224628-ED35-4317-844C-1BE91302D163}"/>
              </a:ext>
            </a:extLst>
          </p:cNvPr>
          <p:cNvSpPr txBox="1">
            <a:spLocks/>
          </p:cNvSpPr>
          <p:nvPr userDrawn="1"/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>
              <a:defRPr lang="en-US"/>
            </a:defPPr>
            <a:lvl1pPr marL="0" marR="0" lvl="0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pic>
        <p:nvPicPr>
          <p:cNvPr id="12" name="Google Shape;1885204;p1" descr="Picture 3">
            <a:extLst>
              <a:ext uri="{FF2B5EF4-FFF2-40B4-BE49-F238E27FC236}">
                <a16:creationId xmlns:a16="http://schemas.microsoft.com/office/drawing/2014/main" id="{C7D296B4-DEB9-4670-97A4-3F512932694B}"/>
              </a:ext>
            </a:extLst>
          </p:cNvPr>
          <p:cNvPicPr preferRelativeResize="0"/>
          <p:nvPr userDrawn="1"/>
        </p:nvPicPr>
        <p:blipFill rotWithShape="1">
          <a:blip r:embed="rId6">
            <a:alphaModFix/>
          </a:blip>
          <a:srcRect/>
          <a:stretch/>
        </p:blipFill>
        <p:spPr>
          <a:xfrm>
            <a:off x="9753600" y="1"/>
            <a:ext cx="2438400" cy="693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885207;p1">
            <a:extLst>
              <a:ext uri="{FF2B5EF4-FFF2-40B4-BE49-F238E27FC236}">
                <a16:creationId xmlns:a16="http://schemas.microsoft.com/office/drawing/2014/main" id="{BE53E713-3876-4CAA-BF12-DF2D906C2FFE}"/>
              </a:ext>
            </a:extLst>
          </p:cNvPr>
          <p:cNvPicPr preferRelativeResize="0"/>
          <p:nvPr userDrawn="1"/>
        </p:nvPicPr>
        <p:blipFill rotWithShape="1">
          <a:blip r:embed="rId7">
            <a:alphaModFix/>
          </a:blip>
          <a:srcRect/>
          <a:stretch/>
        </p:blipFill>
        <p:spPr>
          <a:xfrm>
            <a:off x="11477768" y="6328684"/>
            <a:ext cx="400272" cy="40130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37753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 arrow one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5C4E532B-1A80-4DC5-9258-1D73B1483D4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3698357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286" imgH="286" progId="TCLayout.ActiveDocument.1">
                  <p:embed/>
                </p:oleObj>
              </mc:Choice>
              <mc:Fallback>
                <p:oleObj name="thinkcell Slide" r:id="rId3" imgW="286" imgH="28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C4E532B-1A80-4DC5-9258-1D73B1483D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Pentagon 3"/>
          <p:cNvSpPr/>
          <p:nvPr userDrawn="1"/>
        </p:nvSpPr>
        <p:spPr bwMode="white">
          <a:xfrm>
            <a:off x="1" y="0"/>
            <a:ext cx="5426920" cy="6858000"/>
          </a:xfrm>
          <a:prstGeom prst="homePlate">
            <a:avLst>
              <a:gd name="adj" fmla="val 12939"/>
            </a:avLst>
          </a:prstGeom>
          <a:gradFill flip="none" rotWithShape="1">
            <a:gsLst>
              <a:gs pos="0">
                <a:schemeClr val="tx2"/>
              </a:gs>
              <a:gs pos="100000">
                <a:schemeClr val="accent1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lvl="0"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prstClr val="white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>
          <a:xfrm>
            <a:off x="838202" y="1785600"/>
            <a:ext cx="3854033" cy="3286800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>
              <a:defRPr sz="4400" b="1">
                <a:solidFill>
                  <a:srgbClr val="FFFFFF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7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2024 by Boston Consulting Group. All rights reserved.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62" b="6867"/>
          <a:stretch/>
        </p:blipFill>
        <p:spPr>
          <a:xfrm>
            <a:off x="3578059" y="3416300"/>
            <a:ext cx="2694666" cy="3441700"/>
          </a:xfrm>
          <a:custGeom>
            <a:avLst/>
            <a:gdLst>
              <a:gd name="connsiteX0" fmla="*/ 2040063 w 2694666"/>
              <a:gd name="connsiteY0" fmla="*/ 0 h 3441700"/>
              <a:gd name="connsiteX1" fmla="*/ 2694666 w 2694666"/>
              <a:gd name="connsiteY1" fmla="*/ 0 h 3441700"/>
              <a:gd name="connsiteX2" fmla="*/ 2694666 w 2694666"/>
              <a:gd name="connsiteY2" fmla="*/ 3441700 h 3441700"/>
              <a:gd name="connsiteX3" fmla="*/ 1510783 w 2694666"/>
              <a:gd name="connsiteY3" fmla="*/ 3441700 h 3441700"/>
              <a:gd name="connsiteX4" fmla="*/ 1816742 w 2694666"/>
              <a:gd name="connsiteY4" fmla="*/ 365420 h 3441700"/>
              <a:gd name="connsiteX5" fmla="*/ 2022641 w 2694666"/>
              <a:gd name="connsiteY5" fmla="*/ 379413 h 3441700"/>
              <a:gd name="connsiteX6" fmla="*/ 0 w 2694666"/>
              <a:gd name="connsiteY6" fmla="*/ 0 h 3441700"/>
              <a:gd name="connsiteX7" fmla="*/ 1846270 w 2694666"/>
              <a:gd name="connsiteY7" fmla="*/ 0 h 3441700"/>
              <a:gd name="connsiteX8" fmla="*/ 1848810 w 2694666"/>
              <a:gd name="connsiteY8" fmla="*/ 12700 h 3441700"/>
              <a:gd name="connsiteX9" fmla="*/ 1777372 w 2694666"/>
              <a:gd name="connsiteY9" fmla="*/ 362744 h 3441700"/>
              <a:gd name="connsiteX10" fmla="*/ 1780172 w 2694666"/>
              <a:gd name="connsiteY10" fmla="*/ 362934 h 3441700"/>
              <a:gd name="connsiteX11" fmla="*/ 1144340 w 2694666"/>
              <a:gd name="connsiteY11" fmla="*/ 3441700 h 3441700"/>
              <a:gd name="connsiteX12" fmla="*/ 0 w 2694666"/>
              <a:gd name="connsiteY12" fmla="*/ 3441700 h 3441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694666" h="3441700">
                <a:moveTo>
                  <a:pt x="2040063" y="0"/>
                </a:moveTo>
                <a:lnTo>
                  <a:pt x="2694666" y="0"/>
                </a:lnTo>
                <a:lnTo>
                  <a:pt x="2694666" y="3441700"/>
                </a:lnTo>
                <a:lnTo>
                  <a:pt x="1510783" y="3441700"/>
                </a:lnTo>
                <a:lnTo>
                  <a:pt x="1816742" y="365420"/>
                </a:lnTo>
                <a:lnTo>
                  <a:pt x="2022641" y="379413"/>
                </a:lnTo>
                <a:close/>
                <a:moveTo>
                  <a:pt x="0" y="0"/>
                </a:moveTo>
                <a:lnTo>
                  <a:pt x="1846270" y="0"/>
                </a:lnTo>
                <a:lnTo>
                  <a:pt x="1848810" y="12700"/>
                </a:lnTo>
                <a:lnTo>
                  <a:pt x="1777372" y="362744"/>
                </a:lnTo>
                <a:lnTo>
                  <a:pt x="1780172" y="362934"/>
                </a:lnTo>
                <a:lnTo>
                  <a:pt x="1144340" y="3441700"/>
                </a:lnTo>
                <a:lnTo>
                  <a:pt x="0" y="3441700"/>
                </a:lnTo>
                <a:close/>
              </a:path>
            </a:pathLst>
          </a:custGeom>
        </p:spPr>
      </p:pic>
      <p:sp>
        <p:nvSpPr>
          <p:cNvPr id="7" name="Google Shape;1885213;p2">
            <a:extLst>
              <a:ext uri="{FF2B5EF4-FFF2-40B4-BE49-F238E27FC236}">
                <a16:creationId xmlns:a16="http://schemas.microsoft.com/office/drawing/2014/main" id="{1DE31EFD-FF0E-477F-B8E4-4FCA685226BE}"/>
              </a:ext>
            </a:extLst>
          </p:cNvPr>
          <p:cNvSpPr txBox="1">
            <a:spLocks/>
          </p:cNvSpPr>
          <p:nvPr userDrawn="1"/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>
              <a:defRPr lang="en-US"/>
            </a:defPPr>
            <a:lvl1pPr marL="0" marR="0" lvl="0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pic>
        <p:nvPicPr>
          <p:cNvPr id="8" name="Google Shape;1885204;p1" descr="Picture 3">
            <a:extLst>
              <a:ext uri="{FF2B5EF4-FFF2-40B4-BE49-F238E27FC236}">
                <a16:creationId xmlns:a16="http://schemas.microsoft.com/office/drawing/2014/main" id="{64A176D7-D383-463A-A534-CFE150FD3561}"/>
              </a:ext>
            </a:extLst>
          </p:cNvPr>
          <p:cNvPicPr preferRelativeResize="0"/>
          <p:nvPr userDrawn="1"/>
        </p:nvPicPr>
        <p:blipFill rotWithShape="1">
          <a:blip r:embed="rId6">
            <a:alphaModFix/>
          </a:blip>
          <a:srcRect/>
          <a:stretch/>
        </p:blipFill>
        <p:spPr>
          <a:xfrm>
            <a:off x="9753600" y="1"/>
            <a:ext cx="2438400" cy="693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885207;p1">
            <a:extLst>
              <a:ext uri="{FF2B5EF4-FFF2-40B4-BE49-F238E27FC236}">
                <a16:creationId xmlns:a16="http://schemas.microsoft.com/office/drawing/2014/main" id="{E28C4A91-11D7-4BF7-9AB8-8FCCEE2631D5}"/>
              </a:ext>
            </a:extLst>
          </p:cNvPr>
          <p:cNvPicPr preferRelativeResize="0"/>
          <p:nvPr userDrawn="1"/>
        </p:nvPicPr>
        <p:blipFill rotWithShape="1">
          <a:blip r:embed="rId7">
            <a:alphaModFix/>
          </a:blip>
          <a:srcRect/>
          <a:stretch/>
        </p:blipFill>
        <p:spPr>
          <a:xfrm>
            <a:off x="11477768" y="6328684"/>
            <a:ext cx="400272" cy="401302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606F08DC-09D8-6102-ED71-75228E756C0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0800000" flipH="1">
            <a:off x="0" y="6339206"/>
            <a:ext cx="1819770" cy="518794"/>
          </a:xfrm>
          <a:prstGeom prst="rect">
            <a:avLst/>
          </a:prstGeom>
        </p:spPr>
      </p:pic>
      <p:sp>
        <p:nvSpPr>
          <p:cNvPr id="6" name="ee4pFootnotes">
            <a:extLst>
              <a:ext uri="{FF2B5EF4-FFF2-40B4-BE49-F238E27FC236}">
                <a16:creationId xmlns:a16="http://schemas.microsoft.com/office/drawing/2014/main" id="{42C1E2FD-F023-5BCD-BA94-99892D67F58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66895" y="6522426"/>
            <a:ext cx="1142942" cy="152349"/>
          </a:xfrm>
          <a:prstGeom prst="rect">
            <a:avLst/>
          </a:prstGeom>
          <a:noFill/>
          <a:ln w="9525" algn="ctr">
            <a:noFill/>
            <a:miter lim="800000"/>
            <a:headEnd type="none" w="lg" len="lg"/>
            <a:tailEnd type="none" w="lg" len="lg"/>
          </a:ln>
        </p:spPr>
        <p:txBody>
          <a:bodyPr vert="horz" wrap="square" lIns="0" tIns="0" rIns="0" bIns="0" anchor="b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www.pertamina.com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A2F53EF-474C-AD3B-EBD3-43C1D6729A76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25388"/>
          <a:stretch>
            <a:fillRect/>
          </a:stretch>
        </p:blipFill>
        <p:spPr>
          <a:xfrm>
            <a:off x="0" y="0"/>
            <a:ext cx="6553199" cy="695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604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 arrow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5ED6E43B-B656-436E-99CA-9590ECC43AC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3676254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286" imgH="286" progId="TCLayout.ActiveDocument.1">
                  <p:embed/>
                </p:oleObj>
              </mc:Choice>
              <mc:Fallback>
                <p:oleObj name="thinkcell Slide" r:id="rId3" imgW="286" imgH="28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ED6E43B-B656-436E-99CA-9590ECC43A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Pentagon 8"/>
          <p:cNvSpPr/>
          <p:nvPr userDrawn="1"/>
        </p:nvSpPr>
        <p:spPr bwMode="white">
          <a:xfrm>
            <a:off x="0" y="0"/>
            <a:ext cx="6363546" cy="6858000"/>
          </a:xfrm>
          <a:prstGeom prst="homePlate">
            <a:avLst>
              <a:gd name="adj" fmla="val 12939"/>
            </a:avLst>
          </a:prstGeom>
          <a:gradFill flip="none" rotWithShape="1">
            <a:gsLst>
              <a:gs pos="0">
                <a:schemeClr val="tx2"/>
              </a:gs>
              <a:gs pos="100000">
                <a:schemeClr val="accent1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lvl="0"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prstClr val="white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2024 by Boston Consulting Group. All rights reserved.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52" b="6867"/>
          <a:stretch/>
        </p:blipFill>
        <p:spPr>
          <a:xfrm rot="120000">
            <a:off x="4460172" y="3407803"/>
            <a:ext cx="2694666" cy="3456551"/>
          </a:xfrm>
          <a:custGeom>
            <a:avLst/>
            <a:gdLst>
              <a:gd name="connsiteX0" fmla="*/ 2136534 w 2694666"/>
              <a:gd name="connsiteY0" fmla="*/ 0 h 3456551"/>
              <a:gd name="connsiteX1" fmla="*/ 2694666 w 2694666"/>
              <a:gd name="connsiteY1" fmla="*/ 0 h 3456551"/>
              <a:gd name="connsiteX2" fmla="*/ 2694666 w 2694666"/>
              <a:gd name="connsiteY2" fmla="*/ 3456551 h 3456551"/>
              <a:gd name="connsiteX3" fmla="*/ 1957033 w 2694666"/>
              <a:gd name="connsiteY3" fmla="*/ 3456551 h 3456551"/>
              <a:gd name="connsiteX4" fmla="*/ 1856842 w 2694666"/>
              <a:gd name="connsiteY4" fmla="*/ 432620 h 3456551"/>
              <a:gd name="connsiteX5" fmla="*/ 1914577 w 2694666"/>
              <a:gd name="connsiteY5" fmla="*/ 426057 h 3456551"/>
              <a:gd name="connsiteX6" fmla="*/ 0 w 2694666"/>
              <a:gd name="connsiteY6" fmla="*/ 0 h 3456551"/>
              <a:gd name="connsiteX7" fmla="*/ 1841687 w 2694666"/>
              <a:gd name="connsiteY7" fmla="*/ 0 h 3456551"/>
              <a:gd name="connsiteX8" fmla="*/ 1142595 w 2694666"/>
              <a:gd name="connsiteY8" fmla="*/ 3456551 h 3456551"/>
              <a:gd name="connsiteX9" fmla="*/ 0 w 2694666"/>
              <a:gd name="connsiteY9" fmla="*/ 3456551 h 3456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94666" h="3456551">
                <a:moveTo>
                  <a:pt x="2136534" y="0"/>
                </a:moveTo>
                <a:lnTo>
                  <a:pt x="2694666" y="0"/>
                </a:lnTo>
                <a:lnTo>
                  <a:pt x="2694666" y="3456551"/>
                </a:lnTo>
                <a:lnTo>
                  <a:pt x="1957033" y="3456551"/>
                </a:lnTo>
                <a:lnTo>
                  <a:pt x="1856842" y="432620"/>
                </a:lnTo>
                <a:lnTo>
                  <a:pt x="1914577" y="426057"/>
                </a:lnTo>
                <a:close/>
                <a:moveTo>
                  <a:pt x="0" y="0"/>
                </a:moveTo>
                <a:lnTo>
                  <a:pt x="1841687" y="0"/>
                </a:lnTo>
                <a:lnTo>
                  <a:pt x="1142595" y="3456551"/>
                </a:lnTo>
                <a:lnTo>
                  <a:pt x="0" y="3456551"/>
                </a:lnTo>
                <a:close/>
              </a:path>
            </a:pathLst>
          </a:custGeom>
        </p:spPr>
      </p:pic>
      <p:sp>
        <p:nvSpPr>
          <p:cNvPr id="15" name="Title 2">
            <a:extLst>
              <a:ext uri="{FF2B5EF4-FFF2-40B4-BE49-F238E27FC236}">
                <a16:creationId xmlns:a16="http://schemas.microsoft.com/office/drawing/2014/main" id="{76880AF6-DB1A-436F-8693-E79CBB22AD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2" y="693934"/>
            <a:ext cx="4465444" cy="444900"/>
          </a:xfrm>
          <a:prstGeom prst="rect">
            <a:avLst/>
          </a:prstGeom>
        </p:spPr>
        <p:txBody>
          <a:bodyPr vert="horz" wrap="square" lIns="91440" tIns="45720" rIns="91440" bIns="45720" anchor="ctr" anchorCtr="0">
            <a:noAutofit/>
          </a:bodyPr>
          <a:lstStyle>
            <a:lvl1pPr marL="0" indent="0" algn="l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400" b="1" i="0" u="none" kern="1200" spc="0">
                <a:solidFill>
                  <a:schemeClr val="bg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7" name="Google Shape;1885213;p2">
            <a:extLst>
              <a:ext uri="{FF2B5EF4-FFF2-40B4-BE49-F238E27FC236}">
                <a16:creationId xmlns:a16="http://schemas.microsoft.com/office/drawing/2014/main" id="{9BD6F403-EAEC-4E26-A409-96873BBF9417}"/>
              </a:ext>
            </a:extLst>
          </p:cNvPr>
          <p:cNvSpPr txBox="1">
            <a:spLocks/>
          </p:cNvSpPr>
          <p:nvPr userDrawn="1"/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>
              <a:defRPr lang="en-US"/>
            </a:defPPr>
            <a:lvl1pPr marL="0" marR="0" lvl="0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pic>
        <p:nvPicPr>
          <p:cNvPr id="8" name="Google Shape;1885204;p1" descr="Picture 3">
            <a:extLst>
              <a:ext uri="{FF2B5EF4-FFF2-40B4-BE49-F238E27FC236}">
                <a16:creationId xmlns:a16="http://schemas.microsoft.com/office/drawing/2014/main" id="{42DB625A-AB0B-4CDC-8A70-294B9E58CBA9}"/>
              </a:ext>
            </a:extLst>
          </p:cNvPr>
          <p:cNvPicPr preferRelativeResize="0"/>
          <p:nvPr userDrawn="1"/>
        </p:nvPicPr>
        <p:blipFill rotWithShape="1">
          <a:blip r:embed="rId6">
            <a:alphaModFix/>
          </a:blip>
          <a:srcRect/>
          <a:stretch/>
        </p:blipFill>
        <p:spPr>
          <a:xfrm>
            <a:off x="9753600" y="1"/>
            <a:ext cx="2438400" cy="693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885207;p1">
            <a:extLst>
              <a:ext uri="{FF2B5EF4-FFF2-40B4-BE49-F238E27FC236}">
                <a16:creationId xmlns:a16="http://schemas.microsoft.com/office/drawing/2014/main" id="{73F3EA45-4F06-4A7E-A538-0ECC082E09A3}"/>
              </a:ext>
            </a:extLst>
          </p:cNvPr>
          <p:cNvPicPr preferRelativeResize="0"/>
          <p:nvPr userDrawn="1"/>
        </p:nvPicPr>
        <p:blipFill rotWithShape="1">
          <a:blip r:embed="rId7">
            <a:alphaModFix/>
          </a:blip>
          <a:srcRect/>
          <a:stretch/>
        </p:blipFill>
        <p:spPr>
          <a:xfrm>
            <a:off x="11477768" y="6328684"/>
            <a:ext cx="400272" cy="4013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C3B5D330-F3D5-1283-CAC2-93F1E504AC5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0800000" flipH="1">
            <a:off x="0" y="6339206"/>
            <a:ext cx="1819770" cy="518794"/>
          </a:xfrm>
          <a:prstGeom prst="rect">
            <a:avLst/>
          </a:prstGeom>
        </p:spPr>
      </p:pic>
      <p:sp>
        <p:nvSpPr>
          <p:cNvPr id="4" name="ee4pFootnotes">
            <a:extLst>
              <a:ext uri="{FF2B5EF4-FFF2-40B4-BE49-F238E27FC236}">
                <a16:creationId xmlns:a16="http://schemas.microsoft.com/office/drawing/2014/main" id="{5E8D7EE9-6454-31B8-C46E-7DF7C305010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66895" y="6522426"/>
            <a:ext cx="1142942" cy="152349"/>
          </a:xfrm>
          <a:prstGeom prst="rect">
            <a:avLst/>
          </a:prstGeom>
          <a:noFill/>
          <a:ln w="9525" algn="ctr">
            <a:noFill/>
            <a:miter lim="800000"/>
            <a:headEnd type="none" w="lg" len="lg"/>
            <a:tailEnd type="none" w="lg" len="lg"/>
          </a:ln>
        </p:spPr>
        <p:txBody>
          <a:bodyPr vert="horz" wrap="square" lIns="0" tIns="0" rIns="0" bIns="0" anchor="b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www.pertamina.com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1D643B-389C-FC64-B377-080108218F75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25388"/>
          <a:stretch>
            <a:fillRect/>
          </a:stretch>
        </p:blipFill>
        <p:spPr>
          <a:xfrm>
            <a:off x="0" y="0"/>
            <a:ext cx="6553199" cy="695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724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rrow two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D006E2D7-4157-4BA4-9C97-917D92D7CC4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570929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286" imgH="286" progId="TCLayout.ActiveDocument.1">
                  <p:embed/>
                </p:oleObj>
              </mc:Choice>
              <mc:Fallback>
                <p:oleObj name="thinkcell Slide" r:id="rId3" imgW="286" imgH="28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006E2D7-4157-4BA4-9C97-917D92D7CC4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Freeform 18"/>
          <p:cNvSpPr/>
          <p:nvPr userDrawn="1"/>
        </p:nvSpPr>
        <p:spPr bwMode="white">
          <a:xfrm>
            <a:off x="0" y="0"/>
            <a:ext cx="8446239" cy="6858000"/>
          </a:xfrm>
          <a:custGeom>
            <a:avLst/>
            <a:gdLst>
              <a:gd name="connsiteX0" fmla="*/ 0 w 8446239"/>
              <a:gd name="connsiteY0" fmla="*/ 0 h 6858000"/>
              <a:gd name="connsiteX1" fmla="*/ 7645979 w 8446239"/>
              <a:gd name="connsiteY1" fmla="*/ 0 h 6858000"/>
              <a:gd name="connsiteX2" fmla="*/ 8446239 w 8446239"/>
              <a:gd name="connsiteY2" fmla="*/ 3429000 h 6858000"/>
              <a:gd name="connsiteX3" fmla="*/ 7645979 w 8446239"/>
              <a:gd name="connsiteY3" fmla="*/ 6858000 h 6858000"/>
              <a:gd name="connsiteX4" fmla="*/ 0 w 8446239"/>
              <a:gd name="connsiteY4" fmla="*/ 6858000 h 6858000"/>
              <a:gd name="connsiteX5" fmla="*/ 0 w 8446239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446239" h="6858000">
                <a:moveTo>
                  <a:pt x="0" y="0"/>
                </a:moveTo>
                <a:lnTo>
                  <a:pt x="7645979" y="0"/>
                </a:lnTo>
                <a:lnTo>
                  <a:pt x="8446239" y="3429000"/>
                </a:lnTo>
                <a:lnTo>
                  <a:pt x="7645979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2024 by Boston Consulting Group. All rights reserved.</a:t>
            </a:r>
          </a:p>
        </p:txBody>
      </p:sp>
      <p:sp>
        <p:nvSpPr>
          <p:cNvPr id="11" name="Title 3"/>
          <p:cNvSpPr>
            <a:spLocks noGrp="1"/>
          </p:cNvSpPr>
          <p:nvPr>
            <p:ph type="title" hasCustomPrompt="1"/>
          </p:nvPr>
        </p:nvSpPr>
        <p:spPr>
          <a:xfrm>
            <a:off x="838202" y="693934"/>
            <a:ext cx="6048598" cy="444900"/>
          </a:xfrm>
          <a:prstGeom prst="rect">
            <a:avLst/>
          </a:prstGeom>
        </p:spPr>
        <p:txBody>
          <a:bodyPr vert="horz" wrap="square" lIns="91440" tIns="45720" rIns="91440" bIns="45720" anchor="ctr" anchorCtr="0">
            <a:noAutofit/>
          </a:bodyPr>
          <a:lstStyle>
            <a:lvl1pPr marL="0" indent="0" algn="l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400" b="1" i="0" u="none" kern="1200" spc="0">
                <a:solidFill>
                  <a:srgbClr val="000000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pic>
        <p:nvPicPr>
          <p:cNvPr id="16" name="Picture 15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0339" y="3589606"/>
            <a:ext cx="1365250" cy="3382962"/>
          </a:xfrm>
          <a:custGeom>
            <a:avLst/>
            <a:gdLst>
              <a:gd name="connsiteX0" fmla="*/ 911531 w 1365250"/>
              <a:gd name="connsiteY0" fmla="*/ 0 h 3382962"/>
              <a:gd name="connsiteX1" fmla="*/ 1365250 w 1365250"/>
              <a:gd name="connsiteY1" fmla="*/ 0 h 3382962"/>
              <a:gd name="connsiteX2" fmla="*/ 1365250 w 1365250"/>
              <a:gd name="connsiteY2" fmla="*/ 3382962 h 3382962"/>
              <a:gd name="connsiteX3" fmla="*/ 107988 w 1365250"/>
              <a:gd name="connsiteY3" fmla="*/ 3382962 h 3382962"/>
              <a:gd name="connsiteX4" fmla="*/ 111422 w 1365250"/>
              <a:gd name="connsiteY4" fmla="*/ 3368118 h 3382962"/>
              <a:gd name="connsiteX5" fmla="*/ 129661 w 1365250"/>
              <a:gd name="connsiteY5" fmla="*/ 3368407 h 3382962"/>
              <a:gd name="connsiteX6" fmla="*/ 890411 w 1365250"/>
              <a:gd name="connsiteY6" fmla="*/ 0 h 3382962"/>
              <a:gd name="connsiteX7" fmla="*/ 897808 w 1365250"/>
              <a:gd name="connsiteY7" fmla="*/ 0 h 3382962"/>
              <a:gd name="connsiteX8" fmla="*/ 870584 w 1365250"/>
              <a:gd name="connsiteY8" fmla="*/ 85726 h 3382962"/>
              <a:gd name="connsiteX9" fmla="*/ 0 w 1365250"/>
              <a:gd name="connsiteY9" fmla="*/ 0 h 3382962"/>
              <a:gd name="connsiteX10" fmla="*/ 852736 w 1365250"/>
              <a:gd name="connsiteY10" fmla="*/ 0 h 3382962"/>
              <a:gd name="connsiteX11" fmla="*/ 0 w 1365250"/>
              <a:gd name="connsiteY11" fmla="*/ 1883543 h 338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365250" h="3382962">
                <a:moveTo>
                  <a:pt x="911531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107988" y="3382962"/>
                </a:lnTo>
                <a:lnTo>
                  <a:pt x="111422" y="3368118"/>
                </a:lnTo>
                <a:lnTo>
                  <a:pt x="129661" y="3368407"/>
                </a:lnTo>
                <a:close/>
                <a:moveTo>
                  <a:pt x="890411" y="0"/>
                </a:moveTo>
                <a:lnTo>
                  <a:pt x="897808" y="0"/>
                </a:lnTo>
                <a:lnTo>
                  <a:pt x="870584" y="85726"/>
                </a:lnTo>
                <a:close/>
                <a:moveTo>
                  <a:pt x="0" y="0"/>
                </a:moveTo>
                <a:lnTo>
                  <a:pt x="852736" y="0"/>
                </a:lnTo>
                <a:lnTo>
                  <a:pt x="0" y="1883543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1885213;p2">
            <a:extLst>
              <a:ext uri="{FF2B5EF4-FFF2-40B4-BE49-F238E27FC236}">
                <a16:creationId xmlns:a16="http://schemas.microsoft.com/office/drawing/2014/main" id="{E2A56361-740E-4F8F-977B-1A0F97AE984D}"/>
              </a:ext>
            </a:extLst>
          </p:cNvPr>
          <p:cNvSpPr txBox="1">
            <a:spLocks/>
          </p:cNvSpPr>
          <p:nvPr userDrawn="1"/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>
              <a:defRPr lang="en-US"/>
            </a:defPPr>
            <a:lvl1pPr marR="0" lvl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defRPr>
            </a:lvl1pPr>
            <a:lvl2pPr marL="0" marR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lvl="0"/>
            <a:fld id="{00000000-1234-1234-1234-123412341234}" type="slidenum">
              <a:rPr lang="en-US" noProof="0" smtClean="0">
                <a:latin typeface="+mn-lt"/>
                <a:ea typeface="+mn-ea"/>
                <a:cs typeface="+mn-cs"/>
                <a:sym typeface="Calibri"/>
              </a:rPr>
              <a:pPr lvl="0"/>
              <a:t>‹#›</a:t>
            </a:fld>
            <a:endParaRPr lang="en-US" noProof="0">
              <a:latin typeface="+mn-lt"/>
              <a:ea typeface="+mn-ea"/>
              <a:cs typeface="+mn-cs"/>
              <a:sym typeface="Calibri"/>
            </a:endParaRPr>
          </a:p>
        </p:txBody>
      </p:sp>
      <p:pic>
        <p:nvPicPr>
          <p:cNvPr id="8" name="Google Shape;1885204;p1" descr="Picture 3">
            <a:extLst>
              <a:ext uri="{FF2B5EF4-FFF2-40B4-BE49-F238E27FC236}">
                <a16:creationId xmlns:a16="http://schemas.microsoft.com/office/drawing/2014/main" id="{A1A0E829-48A8-4722-9B93-FB2BA9D8C04E}"/>
              </a:ext>
            </a:extLst>
          </p:cNvPr>
          <p:cNvPicPr preferRelativeResize="0"/>
          <p:nvPr userDrawn="1"/>
        </p:nvPicPr>
        <p:blipFill rotWithShape="1">
          <a:blip r:embed="rId6">
            <a:alphaModFix/>
          </a:blip>
          <a:srcRect/>
          <a:stretch/>
        </p:blipFill>
        <p:spPr>
          <a:xfrm>
            <a:off x="9753600" y="1"/>
            <a:ext cx="2438400" cy="693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401B539-59F1-4949-9384-0454E4437A52}"/>
              </a:ext>
            </a:extLst>
          </p:cNvPr>
          <p:cNvPicPr preferRelativeResize="0"/>
          <p:nvPr userDrawn="1"/>
        </p:nvPicPr>
        <p:blipFill rotWithShape="1">
          <a:blip r:embed="rId7">
            <a:alphaModFix/>
          </a:blip>
          <a:srcRect/>
          <a:stretch/>
        </p:blipFill>
        <p:spPr>
          <a:xfrm>
            <a:off x="11477768" y="6328684"/>
            <a:ext cx="400272" cy="401302"/>
          </a:xfrm>
          <a:custGeom>
            <a:avLst/>
            <a:gdLst>
              <a:gd name="connsiteX0" fmla="*/ 308605 w 400272"/>
              <a:gd name="connsiteY0" fmla="*/ 0 h 401302"/>
              <a:gd name="connsiteX1" fmla="*/ 400272 w 400272"/>
              <a:gd name="connsiteY1" fmla="*/ 0 h 401302"/>
              <a:gd name="connsiteX2" fmla="*/ 400272 w 400272"/>
              <a:gd name="connsiteY2" fmla="*/ 401302 h 401302"/>
              <a:gd name="connsiteX3" fmla="*/ 0 w 400272"/>
              <a:gd name="connsiteY3" fmla="*/ 401302 h 401302"/>
              <a:gd name="connsiteX4" fmla="*/ 0 w 400272"/>
              <a:gd name="connsiteY4" fmla="*/ 82546 h 401302"/>
              <a:gd name="connsiteX5" fmla="*/ 298174 w 400272"/>
              <a:gd name="connsiteY5" fmla="*/ 82546 h 401302"/>
              <a:gd name="connsiteX6" fmla="*/ 298174 w 400272"/>
              <a:gd name="connsiteY6" fmla="*/ 54978 h 401302"/>
              <a:gd name="connsiteX7" fmla="*/ 308605 w 400272"/>
              <a:gd name="connsiteY7" fmla="*/ 54978 h 401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0272" h="401302">
                <a:moveTo>
                  <a:pt x="308605" y="0"/>
                </a:moveTo>
                <a:lnTo>
                  <a:pt x="400272" y="0"/>
                </a:lnTo>
                <a:lnTo>
                  <a:pt x="400272" y="401302"/>
                </a:lnTo>
                <a:lnTo>
                  <a:pt x="0" y="401302"/>
                </a:lnTo>
                <a:lnTo>
                  <a:pt x="0" y="82546"/>
                </a:lnTo>
                <a:lnTo>
                  <a:pt x="298174" y="82546"/>
                </a:lnTo>
                <a:lnTo>
                  <a:pt x="298174" y="54978"/>
                </a:lnTo>
                <a:lnTo>
                  <a:pt x="308605" y="54978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CFA4A9F-CA12-442F-AB23-4D35347ED503}"/>
              </a:ext>
            </a:extLst>
          </p:cNvPr>
          <p:cNvPicPr preferRelativeResize="0"/>
          <p:nvPr userDrawn="1"/>
        </p:nvPicPr>
        <p:blipFill rotWithShape="1">
          <a:blip r:embed="rId8">
            <a:alphaModFix/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artisticPhotocopy/>
                    </a14:imgEffect>
                  </a14:imgLayer>
                </a14:imgProps>
              </a:ext>
            </a:extLst>
          </a:blip>
          <a:srcRect r="21436" b="76104"/>
          <a:stretch/>
        </p:blipFill>
        <p:spPr>
          <a:xfrm>
            <a:off x="11477768" y="6328684"/>
            <a:ext cx="314470" cy="95894"/>
          </a:xfrm>
          <a:custGeom>
            <a:avLst/>
            <a:gdLst>
              <a:gd name="connsiteX0" fmla="*/ 0 w 314470"/>
              <a:gd name="connsiteY0" fmla="*/ 0 h 95894"/>
              <a:gd name="connsiteX1" fmla="*/ 314470 w 314470"/>
              <a:gd name="connsiteY1" fmla="*/ 0 h 95894"/>
              <a:gd name="connsiteX2" fmla="*/ 314470 w 314470"/>
              <a:gd name="connsiteY2" fmla="*/ 88941 h 95894"/>
              <a:gd name="connsiteX3" fmla="*/ 304946 w 314470"/>
              <a:gd name="connsiteY3" fmla="*/ 88941 h 95894"/>
              <a:gd name="connsiteX4" fmla="*/ 304946 w 314470"/>
              <a:gd name="connsiteY4" fmla="*/ 95894 h 95894"/>
              <a:gd name="connsiteX5" fmla="*/ 0 w 314470"/>
              <a:gd name="connsiteY5" fmla="*/ 95894 h 95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4470" h="95894">
                <a:moveTo>
                  <a:pt x="0" y="0"/>
                </a:moveTo>
                <a:lnTo>
                  <a:pt x="314470" y="0"/>
                </a:lnTo>
                <a:lnTo>
                  <a:pt x="314470" y="88941"/>
                </a:lnTo>
                <a:lnTo>
                  <a:pt x="304946" y="88941"/>
                </a:lnTo>
                <a:lnTo>
                  <a:pt x="304946" y="95894"/>
                </a:lnTo>
                <a:lnTo>
                  <a:pt x="0" y="95894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BCD8D930-821E-86C4-D219-BA045335748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0800000" flipH="1">
            <a:off x="0" y="6339206"/>
            <a:ext cx="1819770" cy="518794"/>
          </a:xfrm>
          <a:prstGeom prst="rect">
            <a:avLst/>
          </a:prstGeom>
        </p:spPr>
      </p:pic>
      <p:sp>
        <p:nvSpPr>
          <p:cNvPr id="4" name="ee4pFootnotes">
            <a:extLst>
              <a:ext uri="{FF2B5EF4-FFF2-40B4-BE49-F238E27FC236}">
                <a16:creationId xmlns:a16="http://schemas.microsoft.com/office/drawing/2014/main" id="{AF013451-74C6-3B04-D8C4-A9B1A664990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66895" y="6522426"/>
            <a:ext cx="1142942" cy="152349"/>
          </a:xfrm>
          <a:prstGeom prst="rect">
            <a:avLst/>
          </a:prstGeom>
          <a:noFill/>
          <a:ln w="9525" algn="ctr">
            <a:noFill/>
            <a:miter lim="800000"/>
            <a:headEnd type="none" w="lg" len="lg"/>
            <a:tailEnd type="none" w="lg" len="lg"/>
          </a:ln>
        </p:spPr>
        <p:txBody>
          <a:bodyPr vert="horz" wrap="square" lIns="0" tIns="0" rIns="0" bIns="0" anchor="b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www.pertamina.com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217720-4821-F7CC-D989-661DCE71B961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25388"/>
          <a:stretch>
            <a:fillRect/>
          </a:stretch>
        </p:blipFill>
        <p:spPr>
          <a:xfrm>
            <a:off x="0" y="0"/>
            <a:ext cx="6553199" cy="695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398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 arrow two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76B215DA-C44C-41C4-BBE6-FEA851AA1D9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0596306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286" imgH="286" progId="TCLayout.ActiveDocument.1">
                  <p:embed/>
                </p:oleObj>
              </mc:Choice>
              <mc:Fallback>
                <p:oleObj name="thinkcell Slide" r:id="rId3" imgW="286" imgH="28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6B215DA-C44C-41C4-BBE6-FEA851AA1D9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Freeform 18"/>
          <p:cNvSpPr/>
          <p:nvPr userDrawn="1"/>
        </p:nvSpPr>
        <p:spPr bwMode="white">
          <a:xfrm>
            <a:off x="0" y="0"/>
            <a:ext cx="8446239" cy="6858000"/>
          </a:xfrm>
          <a:custGeom>
            <a:avLst/>
            <a:gdLst>
              <a:gd name="connsiteX0" fmla="*/ 0 w 8446239"/>
              <a:gd name="connsiteY0" fmla="*/ 0 h 6858000"/>
              <a:gd name="connsiteX1" fmla="*/ 7645979 w 8446239"/>
              <a:gd name="connsiteY1" fmla="*/ 0 h 6858000"/>
              <a:gd name="connsiteX2" fmla="*/ 8446239 w 8446239"/>
              <a:gd name="connsiteY2" fmla="*/ 3429000 h 6858000"/>
              <a:gd name="connsiteX3" fmla="*/ 7645979 w 8446239"/>
              <a:gd name="connsiteY3" fmla="*/ 6858000 h 6858000"/>
              <a:gd name="connsiteX4" fmla="*/ 0 w 8446239"/>
              <a:gd name="connsiteY4" fmla="*/ 6858000 h 6858000"/>
              <a:gd name="connsiteX5" fmla="*/ 0 w 8446239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446239" h="6858000">
                <a:moveTo>
                  <a:pt x="0" y="0"/>
                </a:moveTo>
                <a:lnTo>
                  <a:pt x="7645979" y="0"/>
                </a:lnTo>
                <a:lnTo>
                  <a:pt x="8446239" y="3429000"/>
                </a:lnTo>
                <a:lnTo>
                  <a:pt x="7645979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tx2"/>
              </a:gs>
              <a:gs pos="100000">
                <a:schemeClr val="accent1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lvl="0"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prstClr val="white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2024 by Boston Consulting Group. All rights reserved.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52" b="6867"/>
          <a:stretch/>
        </p:blipFill>
        <p:spPr>
          <a:xfrm rot="120000">
            <a:off x="6567628" y="3407803"/>
            <a:ext cx="2694666" cy="3456551"/>
          </a:xfrm>
          <a:custGeom>
            <a:avLst/>
            <a:gdLst>
              <a:gd name="connsiteX0" fmla="*/ 2068299 w 2694666"/>
              <a:gd name="connsiteY0" fmla="*/ 0 h 3456551"/>
              <a:gd name="connsiteX1" fmla="*/ 2694666 w 2694666"/>
              <a:gd name="connsiteY1" fmla="*/ 0 h 3456551"/>
              <a:gd name="connsiteX2" fmla="*/ 2694666 w 2694666"/>
              <a:gd name="connsiteY2" fmla="*/ 3456551 h 3456551"/>
              <a:gd name="connsiteX3" fmla="*/ 1434992 w 2694666"/>
              <a:gd name="connsiteY3" fmla="*/ 3456551 h 3456551"/>
              <a:gd name="connsiteX4" fmla="*/ 0 w 2694666"/>
              <a:gd name="connsiteY4" fmla="*/ 0 h 3456551"/>
              <a:gd name="connsiteX5" fmla="*/ 1825478 w 2694666"/>
              <a:gd name="connsiteY5" fmla="*/ 0 h 3456551"/>
              <a:gd name="connsiteX6" fmla="*/ 1138791 w 2694666"/>
              <a:gd name="connsiteY6" fmla="*/ 3456551 h 3456551"/>
              <a:gd name="connsiteX7" fmla="*/ 0 w 2694666"/>
              <a:gd name="connsiteY7" fmla="*/ 3456551 h 3456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94666" h="3456551">
                <a:moveTo>
                  <a:pt x="2068299" y="0"/>
                </a:moveTo>
                <a:lnTo>
                  <a:pt x="2694666" y="0"/>
                </a:lnTo>
                <a:lnTo>
                  <a:pt x="2694666" y="3456551"/>
                </a:lnTo>
                <a:lnTo>
                  <a:pt x="1434992" y="3456551"/>
                </a:lnTo>
                <a:close/>
                <a:moveTo>
                  <a:pt x="0" y="0"/>
                </a:moveTo>
                <a:lnTo>
                  <a:pt x="1825478" y="0"/>
                </a:lnTo>
                <a:lnTo>
                  <a:pt x="1138791" y="3456551"/>
                </a:lnTo>
                <a:lnTo>
                  <a:pt x="0" y="3456551"/>
                </a:lnTo>
                <a:close/>
              </a:path>
            </a:pathLst>
          </a:custGeom>
        </p:spPr>
      </p:pic>
      <p:sp>
        <p:nvSpPr>
          <p:cNvPr id="14" name="Title 3">
            <a:extLst>
              <a:ext uri="{FF2B5EF4-FFF2-40B4-BE49-F238E27FC236}">
                <a16:creationId xmlns:a16="http://schemas.microsoft.com/office/drawing/2014/main" id="{0FE3EA19-C29C-440D-94C6-6A2D5FEF20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2" y="693934"/>
            <a:ext cx="6048598" cy="444900"/>
          </a:xfrm>
          <a:prstGeom prst="rect">
            <a:avLst/>
          </a:prstGeom>
        </p:spPr>
        <p:txBody>
          <a:bodyPr vert="horz" wrap="square" lIns="91440" tIns="45720" rIns="91440" bIns="45720" anchor="ctr" anchorCtr="0">
            <a:noAutofit/>
          </a:bodyPr>
          <a:lstStyle>
            <a:lvl1pPr marL="0" indent="0" algn="l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400" b="1" i="0" u="none" kern="1200" spc="0">
                <a:solidFill>
                  <a:schemeClr val="bg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7" name="Google Shape;1885213;p2">
            <a:extLst>
              <a:ext uri="{FF2B5EF4-FFF2-40B4-BE49-F238E27FC236}">
                <a16:creationId xmlns:a16="http://schemas.microsoft.com/office/drawing/2014/main" id="{8D29C82C-814F-4106-B71B-AE68EA06A9EE}"/>
              </a:ext>
            </a:extLst>
          </p:cNvPr>
          <p:cNvSpPr txBox="1">
            <a:spLocks/>
          </p:cNvSpPr>
          <p:nvPr userDrawn="1"/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>
              <a:defRPr lang="en-US"/>
            </a:defPPr>
            <a:lvl1pPr marL="0" marR="0" lvl="0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pic>
        <p:nvPicPr>
          <p:cNvPr id="8" name="Google Shape;1885204;p1" descr="Picture 3">
            <a:extLst>
              <a:ext uri="{FF2B5EF4-FFF2-40B4-BE49-F238E27FC236}">
                <a16:creationId xmlns:a16="http://schemas.microsoft.com/office/drawing/2014/main" id="{C2D6A53D-B172-4EAC-8C00-E2FB95F178CA}"/>
              </a:ext>
            </a:extLst>
          </p:cNvPr>
          <p:cNvPicPr preferRelativeResize="0"/>
          <p:nvPr userDrawn="1"/>
        </p:nvPicPr>
        <p:blipFill rotWithShape="1">
          <a:blip r:embed="rId6">
            <a:alphaModFix/>
          </a:blip>
          <a:srcRect/>
          <a:stretch/>
        </p:blipFill>
        <p:spPr>
          <a:xfrm>
            <a:off x="9753600" y="1"/>
            <a:ext cx="2438400" cy="693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885207;p1">
            <a:extLst>
              <a:ext uri="{FF2B5EF4-FFF2-40B4-BE49-F238E27FC236}">
                <a16:creationId xmlns:a16="http://schemas.microsoft.com/office/drawing/2014/main" id="{93442C13-CC0E-4C72-9815-1EE0BE1B2248}"/>
              </a:ext>
            </a:extLst>
          </p:cNvPr>
          <p:cNvPicPr preferRelativeResize="0"/>
          <p:nvPr userDrawn="1"/>
        </p:nvPicPr>
        <p:blipFill rotWithShape="1">
          <a:blip r:embed="rId7">
            <a:alphaModFix/>
          </a:blip>
          <a:srcRect/>
          <a:stretch/>
        </p:blipFill>
        <p:spPr>
          <a:xfrm>
            <a:off x="11477768" y="6328684"/>
            <a:ext cx="400272" cy="401302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B63E2239-B0C8-5A84-CA7D-D12A0050B86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0800000" flipH="1">
            <a:off x="0" y="6339206"/>
            <a:ext cx="1819770" cy="518794"/>
          </a:xfrm>
          <a:prstGeom prst="rect">
            <a:avLst/>
          </a:prstGeom>
        </p:spPr>
      </p:pic>
      <p:sp>
        <p:nvSpPr>
          <p:cNvPr id="6" name="ee4pFootnotes">
            <a:extLst>
              <a:ext uri="{FF2B5EF4-FFF2-40B4-BE49-F238E27FC236}">
                <a16:creationId xmlns:a16="http://schemas.microsoft.com/office/drawing/2014/main" id="{EDAD4800-5E7C-D43C-240F-8840B3A7A99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66895" y="6522426"/>
            <a:ext cx="1142942" cy="152349"/>
          </a:xfrm>
          <a:prstGeom prst="rect">
            <a:avLst/>
          </a:prstGeom>
          <a:noFill/>
          <a:ln w="9525" algn="ctr">
            <a:noFill/>
            <a:miter lim="800000"/>
            <a:headEnd type="none" w="lg" len="lg"/>
            <a:tailEnd type="none" w="lg" len="lg"/>
          </a:ln>
        </p:spPr>
        <p:txBody>
          <a:bodyPr vert="horz" wrap="square" lIns="0" tIns="0" rIns="0" bIns="0" anchor="b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www.pertamina.com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36824BB-87D3-2279-D1E7-A6F90E19337F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25388"/>
          <a:stretch>
            <a:fillRect/>
          </a:stretch>
        </p:blipFill>
        <p:spPr>
          <a:xfrm>
            <a:off x="0" y="0"/>
            <a:ext cx="6553199" cy="695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482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90F360B8-D844-4201-A149-897A3A944EEA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8845262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286" imgH="286" progId="TCLayout.ActiveDocument.1">
                  <p:embed/>
                </p:oleObj>
              </mc:Choice>
              <mc:Fallback>
                <p:oleObj name="thinkcell Slide" r:id="rId3" imgW="286" imgH="28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0F360B8-D844-4201-A149-897A3A944EE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2024 by Boston Consulting Group. All rights reserved.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927589" y="3826333"/>
            <a:ext cx="10336823" cy="1606550"/>
          </a:xfrm>
          <a:prstGeom prst="rect">
            <a:avLst/>
          </a:prstGeom>
        </p:spPr>
        <p:txBody>
          <a:bodyPr vert="horz" lIns="0" tIns="0" rIns="0" bIns="0" anchor="b">
            <a:noAutofit/>
          </a:bodyPr>
          <a:lstStyle>
            <a:lvl1pPr marL="0" algn="l" defTabSz="914400" rtl="0" eaLnBrk="1" fontAlgn="auto" latinLnBrk="0" hangingPunct="1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defRPr lang="en-US" sz="5400" kern="1200" baseline="0" dirty="0">
                <a:solidFill>
                  <a:schemeClr val="bg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big statement text</a:t>
            </a:r>
          </a:p>
        </p:txBody>
      </p:sp>
      <p:sp>
        <p:nvSpPr>
          <p:cNvPr id="6" name="Google Shape;1885213;p2">
            <a:extLst>
              <a:ext uri="{FF2B5EF4-FFF2-40B4-BE49-F238E27FC236}">
                <a16:creationId xmlns:a16="http://schemas.microsoft.com/office/drawing/2014/main" id="{ACD9DC07-098A-4275-AA9C-B2910B2A6EFE}"/>
              </a:ext>
            </a:extLst>
          </p:cNvPr>
          <p:cNvSpPr txBox="1">
            <a:spLocks/>
          </p:cNvSpPr>
          <p:nvPr userDrawn="1"/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>
              <a:defRPr lang="en-US"/>
            </a:defPPr>
            <a:lvl1pPr marR="0" lvl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defRPr>
            </a:lvl1pPr>
            <a:lvl2pPr marL="0" marR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lvl="0"/>
            <a:fld id="{00000000-1234-1234-1234-123412341234}" type="slidenum">
              <a:rPr lang="en-US" noProof="0" smtClean="0">
                <a:latin typeface="+mn-lt"/>
                <a:ea typeface="+mn-ea"/>
                <a:cs typeface="+mn-cs"/>
                <a:sym typeface="Calibri"/>
              </a:rPr>
              <a:pPr lvl="0"/>
              <a:t>‹#›</a:t>
            </a:fld>
            <a:endParaRPr lang="en-US" noProof="0">
              <a:latin typeface="+mn-lt"/>
              <a:ea typeface="+mn-ea"/>
              <a:cs typeface="+mn-cs"/>
              <a:sym typeface="Calibri"/>
            </a:endParaRPr>
          </a:p>
        </p:txBody>
      </p:sp>
      <p:pic>
        <p:nvPicPr>
          <p:cNvPr id="7" name="Google Shape;1885204;p1" descr="Picture 3">
            <a:extLst>
              <a:ext uri="{FF2B5EF4-FFF2-40B4-BE49-F238E27FC236}">
                <a16:creationId xmlns:a16="http://schemas.microsoft.com/office/drawing/2014/main" id="{A44A9C1A-3879-4DE1-ADEB-4253214B3C10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9753600" y="1"/>
            <a:ext cx="2438400" cy="693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F7C8B15-10EA-462C-A75B-F028EE3FC118}"/>
              </a:ext>
            </a:extLst>
          </p:cNvPr>
          <p:cNvPicPr preferRelativeResize="0"/>
          <p:nvPr userDrawn="1"/>
        </p:nvPicPr>
        <p:blipFill rotWithShape="1">
          <a:blip r:embed="rId6">
            <a:alphaModFix/>
          </a:blip>
          <a:srcRect/>
          <a:stretch/>
        </p:blipFill>
        <p:spPr>
          <a:xfrm>
            <a:off x="11477768" y="6328684"/>
            <a:ext cx="400272" cy="401302"/>
          </a:xfrm>
          <a:custGeom>
            <a:avLst/>
            <a:gdLst>
              <a:gd name="connsiteX0" fmla="*/ 308605 w 400272"/>
              <a:gd name="connsiteY0" fmla="*/ 0 h 401302"/>
              <a:gd name="connsiteX1" fmla="*/ 400272 w 400272"/>
              <a:gd name="connsiteY1" fmla="*/ 0 h 401302"/>
              <a:gd name="connsiteX2" fmla="*/ 400272 w 400272"/>
              <a:gd name="connsiteY2" fmla="*/ 401302 h 401302"/>
              <a:gd name="connsiteX3" fmla="*/ 0 w 400272"/>
              <a:gd name="connsiteY3" fmla="*/ 401302 h 401302"/>
              <a:gd name="connsiteX4" fmla="*/ 0 w 400272"/>
              <a:gd name="connsiteY4" fmla="*/ 82546 h 401302"/>
              <a:gd name="connsiteX5" fmla="*/ 298174 w 400272"/>
              <a:gd name="connsiteY5" fmla="*/ 82546 h 401302"/>
              <a:gd name="connsiteX6" fmla="*/ 298174 w 400272"/>
              <a:gd name="connsiteY6" fmla="*/ 54978 h 401302"/>
              <a:gd name="connsiteX7" fmla="*/ 308605 w 400272"/>
              <a:gd name="connsiteY7" fmla="*/ 54978 h 401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0272" h="401302">
                <a:moveTo>
                  <a:pt x="308605" y="0"/>
                </a:moveTo>
                <a:lnTo>
                  <a:pt x="400272" y="0"/>
                </a:lnTo>
                <a:lnTo>
                  <a:pt x="400272" y="401302"/>
                </a:lnTo>
                <a:lnTo>
                  <a:pt x="0" y="401302"/>
                </a:lnTo>
                <a:lnTo>
                  <a:pt x="0" y="82546"/>
                </a:lnTo>
                <a:lnTo>
                  <a:pt x="298174" y="82546"/>
                </a:lnTo>
                <a:lnTo>
                  <a:pt x="298174" y="54978"/>
                </a:lnTo>
                <a:lnTo>
                  <a:pt x="308605" y="54978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C8A43C9-6FBC-4965-8816-38DBD1B264DC}"/>
              </a:ext>
            </a:extLst>
          </p:cNvPr>
          <p:cNvPicPr preferRelativeResize="0"/>
          <p:nvPr userDrawn="1"/>
        </p:nvPicPr>
        <p:blipFill rotWithShape="1">
          <a:blip r:embed="rId7">
            <a:alphaModFix/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artisticPhotocopy/>
                    </a14:imgEffect>
                  </a14:imgLayer>
                </a14:imgProps>
              </a:ext>
            </a:extLst>
          </a:blip>
          <a:srcRect r="21436" b="76104"/>
          <a:stretch/>
        </p:blipFill>
        <p:spPr>
          <a:xfrm>
            <a:off x="11477768" y="6328684"/>
            <a:ext cx="314470" cy="95894"/>
          </a:xfrm>
          <a:custGeom>
            <a:avLst/>
            <a:gdLst>
              <a:gd name="connsiteX0" fmla="*/ 0 w 314470"/>
              <a:gd name="connsiteY0" fmla="*/ 0 h 95894"/>
              <a:gd name="connsiteX1" fmla="*/ 314470 w 314470"/>
              <a:gd name="connsiteY1" fmla="*/ 0 h 95894"/>
              <a:gd name="connsiteX2" fmla="*/ 314470 w 314470"/>
              <a:gd name="connsiteY2" fmla="*/ 88941 h 95894"/>
              <a:gd name="connsiteX3" fmla="*/ 304946 w 314470"/>
              <a:gd name="connsiteY3" fmla="*/ 88941 h 95894"/>
              <a:gd name="connsiteX4" fmla="*/ 304946 w 314470"/>
              <a:gd name="connsiteY4" fmla="*/ 95894 h 95894"/>
              <a:gd name="connsiteX5" fmla="*/ 0 w 314470"/>
              <a:gd name="connsiteY5" fmla="*/ 95894 h 95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4470" h="95894">
                <a:moveTo>
                  <a:pt x="0" y="0"/>
                </a:moveTo>
                <a:lnTo>
                  <a:pt x="314470" y="0"/>
                </a:lnTo>
                <a:lnTo>
                  <a:pt x="314470" y="88941"/>
                </a:lnTo>
                <a:lnTo>
                  <a:pt x="304946" y="88941"/>
                </a:lnTo>
                <a:lnTo>
                  <a:pt x="304946" y="95894"/>
                </a:lnTo>
                <a:lnTo>
                  <a:pt x="0" y="95894"/>
                </a:lnTo>
                <a:close/>
              </a:path>
            </a:pathLst>
          </a:cu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77736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EFEB0EA6-0051-481A-9694-3639940AE43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880791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286" imgH="286" progId="TCLayout.ActiveDocument.1">
                  <p:embed/>
                </p:oleObj>
              </mc:Choice>
              <mc:Fallback>
                <p:oleObj name="thinkcell Slide" r:id="rId3" imgW="286" imgH="28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FEB0EA6-0051-481A-9694-3639940AE43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2024 by Boston Consulting Group. All rights reserved.</a:t>
            </a:r>
          </a:p>
        </p:txBody>
      </p:sp>
      <p:sp>
        <p:nvSpPr>
          <p:cNvPr id="6" name="Rectangle 5"/>
          <p:cNvSpPr/>
          <p:nvPr userDrawn="1"/>
        </p:nvSpPr>
        <p:spPr bwMode="white">
          <a:xfrm>
            <a:off x="927589" y="625475"/>
            <a:ext cx="932688" cy="932688"/>
          </a:xfrm>
          <a:prstGeom prst="rect">
            <a:avLst/>
          </a:prstGeom>
          <a:noFill/>
          <a:ln>
            <a:solidFill>
              <a:srgbClr val="CFDB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927589" y="3826333"/>
            <a:ext cx="10336823" cy="1606550"/>
          </a:xfrm>
          <a:prstGeom prst="rect">
            <a:avLst/>
          </a:prstGeom>
        </p:spPr>
        <p:txBody>
          <a:bodyPr vert="horz" lIns="0" tIns="0" rIns="0" bIns="0" anchor="b">
            <a:noAutofit/>
          </a:bodyPr>
          <a:lstStyle>
            <a:lvl1pPr marL="0" algn="l" defTabSz="914400" rtl="0" eaLnBrk="1" fontAlgn="auto" latinLnBrk="0" hangingPunct="1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defRPr lang="en-US" sz="5400" kern="1200" baseline="0" dirty="0">
                <a:solidFill>
                  <a:srgbClr val="000000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big statement text</a:t>
            </a:r>
          </a:p>
        </p:txBody>
      </p:sp>
    </p:spTree>
    <p:extLst>
      <p:ext uri="{BB962C8B-B14F-4D97-AF65-F5344CB8AC3E}">
        <p14:creationId xmlns:p14="http://schemas.microsoft.com/office/powerpoint/2010/main" val="1069778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8398699D-D269-4A23-B601-7FB566B1B3B0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3833546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286" imgH="286" progId="TCLayout.ActiveDocument.1">
                  <p:embed/>
                </p:oleObj>
              </mc:Choice>
              <mc:Fallback>
                <p:oleObj name="thinkcell Slide" r:id="rId3" imgW="286" imgH="28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398699D-D269-4A23-B601-7FB566B1B3B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2024 by Boston Consulting Group. All rights reserved.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838202" y="365125"/>
            <a:ext cx="8915399" cy="444900"/>
          </a:xfrm>
          <a:prstGeom prst="rect">
            <a:avLst/>
          </a:prstGeom>
        </p:spPr>
        <p:txBody>
          <a:bodyPr vert="horz"/>
          <a:lstStyle>
            <a:lvl1pPr>
              <a:defRPr b="1">
                <a:solidFill>
                  <a:srgbClr val="000000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 (Tw Cen MT, 24 pt.)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FCD447-AA9E-B3DD-C0F1-430B5CBC95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2" y="849604"/>
            <a:ext cx="8915399" cy="444900"/>
          </a:xfrm>
        </p:spPr>
        <p:txBody>
          <a:bodyPr/>
          <a:lstStyle>
            <a:lvl1pPr marL="88900" indent="0">
              <a:tabLst/>
              <a:defRPr sz="1800"/>
            </a:lvl1pPr>
          </a:lstStyle>
          <a:p>
            <a:pPr lvl="0"/>
            <a:r>
              <a:rPr lang="en-US"/>
              <a:t>Add subtitle here (Tw Cen MT, 18 pt.)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3CF7349-EB8A-7EBC-85A9-DBA29EAFD218}"/>
              </a:ext>
            </a:extLst>
          </p:cNvPr>
          <p:cNvSpPr/>
          <p:nvPr userDrawn="1"/>
        </p:nvSpPr>
        <p:spPr>
          <a:xfrm>
            <a:off x="0" y="5943600"/>
            <a:ext cx="12192000" cy="914400"/>
          </a:xfrm>
          <a:prstGeom prst="rect">
            <a:avLst/>
          </a:prstGeom>
          <a:solidFill>
            <a:schemeClr val="bg1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6726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53ACAF1E-A24F-447C-9557-349ACFF7853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789157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286" imgH="286" progId="TCLayout.ActiveDocument.1">
                  <p:embed/>
                </p:oleObj>
              </mc:Choice>
              <mc:Fallback>
                <p:oleObj name="thinkcell Slide" r:id="rId3" imgW="286" imgH="286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3ACAF1E-A24F-447C-9557-349ACFF7853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AB083126-25E7-42D8-B799-608CFD4DF6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2" y="365125"/>
            <a:ext cx="8915399" cy="444900"/>
          </a:xfrm>
          <a:prstGeom prst="rect">
            <a:avLst/>
          </a:prstGeom>
        </p:spPr>
        <p:txBody>
          <a:bodyPr vert="horz"/>
          <a:lstStyle>
            <a:lvl1pPr>
              <a:defRPr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AD1DA01-0E73-44DE-A132-B4FF1E70A3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30274" y="1857375"/>
            <a:ext cx="10337801" cy="4086225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2024 by Boston Consulting Group.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33838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318736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8" imgW="413" imgH="416" progId="TCLayout.ActiveDocument.1">
                  <p:embed/>
                </p:oleObj>
              </mc:Choice>
              <mc:Fallback>
                <p:oleObj name="thinkcell Slide" r:id="rId8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1" hidden="1">
            <a:extLst>
              <a:ext uri="{FF2B5EF4-FFF2-40B4-BE49-F238E27FC236}">
                <a16:creationId xmlns:a16="http://schemas.microsoft.com/office/drawing/2014/main" id="{FCC3A0E6-E630-4C26-B008-93BA0B5B110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554735" y="633133"/>
            <a:ext cx="9198864" cy="24622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en-US" b="0" baseline="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2027935" y="6501669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/>
              <a:t>Source: …</a:t>
            </a: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C30AC055-11D5-4540-94E4-C3B7BE6EFD7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5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10" name="2. Slide Title">
            <a:extLst>
              <a:ext uri="{FF2B5EF4-FFF2-40B4-BE49-F238E27FC236}">
                <a16:creationId xmlns:a16="http://schemas.microsoft.com/office/drawing/2014/main" id="{8326FFD0-8389-4032-AAB8-00C262CAF746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172212"/>
            <a:ext cx="9198864" cy="38472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en-US" b="1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4791448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460892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4" imgW="384" imgH="384" progId="TCLayout.ActiveDocument.1">
                  <p:embed/>
                </p:oleObj>
              </mc:Choice>
              <mc:Fallback>
                <p:oleObj name="thinkcell Slide" r:id="rId4" imgW="384" imgH="384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7" descr="A group of people standing on a platform with oil rigs and ships in the background&#10;&#10;AI-generated content may be incorrect.">
            <a:extLst>
              <a:ext uri="{FF2B5EF4-FFF2-40B4-BE49-F238E27FC236}">
                <a16:creationId xmlns:a16="http://schemas.microsoft.com/office/drawing/2014/main" id="{1BFA87DE-CD6D-2851-4491-D21AB1FBFAF2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97"/>
          <a:stretch/>
        </p:blipFill>
        <p:spPr>
          <a:xfrm>
            <a:off x="-8587" y="1"/>
            <a:ext cx="12192000" cy="6858000"/>
          </a:xfrm>
          <a:prstGeom prst="rect">
            <a:avLst/>
          </a:prstGeom>
        </p:spPr>
      </p:pic>
      <p:sp>
        <p:nvSpPr>
          <p:cNvPr id="7" name="Parallelogram 6">
            <a:extLst>
              <a:ext uri="{FF2B5EF4-FFF2-40B4-BE49-F238E27FC236}">
                <a16:creationId xmlns:a16="http://schemas.microsoft.com/office/drawing/2014/main" id="{30C817EC-9844-361D-5FA2-E93356303C22}"/>
              </a:ext>
            </a:extLst>
          </p:cNvPr>
          <p:cNvSpPr/>
          <p:nvPr userDrawn="1"/>
        </p:nvSpPr>
        <p:spPr>
          <a:xfrm flipH="1">
            <a:off x="6987484" y="0"/>
            <a:ext cx="3902527" cy="3841460"/>
          </a:xfrm>
          <a:prstGeom prst="parallelogram">
            <a:avLst>
              <a:gd name="adj" fmla="val 101248"/>
            </a:avLst>
          </a:prstGeom>
          <a:gradFill>
            <a:gsLst>
              <a:gs pos="100000">
                <a:schemeClr val="bg1">
                  <a:alpha val="79000"/>
                </a:schemeClr>
              </a:gs>
              <a:gs pos="0">
                <a:schemeClr val="bg1">
                  <a:alpha val="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Parallelogram 8">
            <a:extLst>
              <a:ext uri="{FF2B5EF4-FFF2-40B4-BE49-F238E27FC236}">
                <a16:creationId xmlns:a16="http://schemas.microsoft.com/office/drawing/2014/main" id="{0AE63123-0481-DD16-F16B-C953489733BC}"/>
              </a:ext>
            </a:extLst>
          </p:cNvPr>
          <p:cNvSpPr/>
          <p:nvPr userDrawn="1"/>
        </p:nvSpPr>
        <p:spPr>
          <a:xfrm flipH="1">
            <a:off x="4719477" y="3637395"/>
            <a:ext cx="3329538" cy="3220605"/>
          </a:xfrm>
          <a:prstGeom prst="parallelogram">
            <a:avLst>
              <a:gd name="adj" fmla="val 102335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arallelogram 9">
            <a:extLst>
              <a:ext uri="{FF2B5EF4-FFF2-40B4-BE49-F238E27FC236}">
                <a16:creationId xmlns:a16="http://schemas.microsoft.com/office/drawing/2014/main" id="{5FA3E509-E1E3-02B7-72A3-A53B313D9F70}"/>
              </a:ext>
            </a:extLst>
          </p:cNvPr>
          <p:cNvSpPr/>
          <p:nvPr userDrawn="1"/>
        </p:nvSpPr>
        <p:spPr>
          <a:xfrm flipH="1">
            <a:off x="2006271" y="2213802"/>
            <a:ext cx="11544958" cy="2354195"/>
          </a:xfrm>
          <a:prstGeom prst="parallelogram">
            <a:avLst>
              <a:gd name="adj" fmla="val 56809"/>
            </a:avLst>
          </a:prstGeom>
          <a:solidFill>
            <a:srgbClr val="113761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Parallelogram 13">
            <a:extLst>
              <a:ext uri="{FF2B5EF4-FFF2-40B4-BE49-F238E27FC236}">
                <a16:creationId xmlns:a16="http://schemas.microsoft.com/office/drawing/2014/main" id="{138C1B4F-D4DA-2D6B-350C-2259B018D959}"/>
              </a:ext>
            </a:extLst>
          </p:cNvPr>
          <p:cNvSpPr/>
          <p:nvPr userDrawn="1"/>
        </p:nvSpPr>
        <p:spPr>
          <a:xfrm flipH="1">
            <a:off x="2644136" y="3096519"/>
            <a:ext cx="2895601" cy="2095500"/>
          </a:xfrm>
          <a:prstGeom prst="parallelogram">
            <a:avLst>
              <a:gd name="adj" fmla="val 99774"/>
            </a:avLst>
          </a:prstGeom>
          <a:gradFill flip="none" rotWithShape="1">
            <a:gsLst>
              <a:gs pos="95000">
                <a:schemeClr val="bg1">
                  <a:alpha val="0"/>
                </a:schemeClr>
              </a:gs>
              <a:gs pos="0">
                <a:schemeClr val="bg1">
                  <a:alpha val="2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Parallelogram 19">
            <a:extLst>
              <a:ext uri="{FF2B5EF4-FFF2-40B4-BE49-F238E27FC236}">
                <a16:creationId xmlns:a16="http://schemas.microsoft.com/office/drawing/2014/main" id="{F4A3F6AE-E3F7-37FA-7D8D-A6A24CF5F9E0}"/>
              </a:ext>
            </a:extLst>
          </p:cNvPr>
          <p:cNvSpPr/>
          <p:nvPr userDrawn="1"/>
        </p:nvSpPr>
        <p:spPr>
          <a:xfrm flipH="1">
            <a:off x="3213441" y="4070693"/>
            <a:ext cx="935556" cy="543050"/>
          </a:xfrm>
          <a:prstGeom prst="parallelogram">
            <a:avLst>
              <a:gd name="adj" fmla="val 99774"/>
            </a:avLst>
          </a:prstGeom>
          <a:solidFill>
            <a:srgbClr val="25A0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Parallelogram 20">
            <a:extLst>
              <a:ext uri="{FF2B5EF4-FFF2-40B4-BE49-F238E27FC236}">
                <a16:creationId xmlns:a16="http://schemas.microsoft.com/office/drawing/2014/main" id="{89494A32-BD79-6B61-E64F-7BEC84E21AFD}"/>
              </a:ext>
            </a:extLst>
          </p:cNvPr>
          <p:cNvSpPr/>
          <p:nvPr userDrawn="1"/>
        </p:nvSpPr>
        <p:spPr>
          <a:xfrm flipH="1">
            <a:off x="4174277" y="4512934"/>
            <a:ext cx="987615" cy="905000"/>
          </a:xfrm>
          <a:prstGeom prst="parallelogram">
            <a:avLst>
              <a:gd name="adj" fmla="val 99774"/>
            </a:avLst>
          </a:prstGeom>
          <a:solidFill>
            <a:srgbClr val="25A0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Parallelogram 21">
            <a:extLst>
              <a:ext uri="{FF2B5EF4-FFF2-40B4-BE49-F238E27FC236}">
                <a16:creationId xmlns:a16="http://schemas.microsoft.com/office/drawing/2014/main" id="{35EB0EC9-7991-559A-238D-B27D62FC0978}"/>
              </a:ext>
            </a:extLst>
          </p:cNvPr>
          <p:cNvSpPr/>
          <p:nvPr userDrawn="1"/>
        </p:nvSpPr>
        <p:spPr>
          <a:xfrm flipH="1">
            <a:off x="4457041" y="1133350"/>
            <a:ext cx="704851" cy="409700"/>
          </a:xfrm>
          <a:prstGeom prst="parallelogram">
            <a:avLst>
              <a:gd name="adj" fmla="val 99774"/>
            </a:avLst>
          </a:prstGeom>
          <a:solidFill>
            <a:srgbClr val="ABE5ED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Parallelogram 26">
            <a:extLst>
              <a:ext uri="{FF2B5EF4-FFF2-40B4-BE49-F238E27FC236}">
                <a16:creationId xmlns:a16="http://schemas.microsoft.com/office/drawing/2014/main" id="{64EC7D43-0589-E4F5-3222-0F043B6F75BC}"/>
              </a:ext>
            </a:extLst>
          </p:cNvPr>
          <p:cNvSpPr/>
          <p:nvPr userDrawn="1"/>
        </p:nvSpPr>
        <p:spPr>
          <a:xfrm flipH="1">
            <a:off x="1594334" y="2672820"/>
            <a:ext cx="2497657" cy="1449783"/>
          </a:xfrm>
          <a:prstGeom prst="parallelogram">
            <a:avLst>
              <a:gd name="adj" fmla="val 99774"/>
            </a:avLst>
          </a:prstGeom>
          <a:gradFill flip="none" rotWithShape="1">
            <a:gsLst>
              <a:gs pos="85000">
                <a:schemeClr val="accent3">
                  <a:alpha val="0"/>
                </a:schemeClr>
              </a:gs>
              <a:gs pos="0">
                <a:schemeClr val="accent3">
                  <a:alpha val="6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Parallelogram 23">
            <a:extLst>
              <a:ext uri="{FF2B5EF4-FFF2-40B4-BE49-F238E27FC236}">
                <a16:creationId xmlns:a16="http://schemas.microsoft.com/office/drawing/2014/main" id="{283E4070-1CDD-B2E9-A1D9-72D2517AC5DC}"/>
              </a:ext>
            </a:extLst>
          </p:cNvPr>
          <p:cNvSpPr/>
          <p:nvPr userDrawn="1"/>
        </p:nvSpPr>
        <p:spPr>
          <a:xfrm flipH="1">
            <a:off x="7583056" y="4419600"/>
            <a:ext cx="2144712" cy="2095500"/>
          </a:xfrm>
          <a:prstGeom prst="parallelogram">
            <a:avLst>
              <a:gd name="adj" fmla="val 99774"/>
            </a:avLst>
          </a:prstGeom>
          <a:solidFill>
            <a:schemeClr val="accent3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3AB794A8-E970-66C7-5109-359A963F8F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87575" y="4901589"/>
            <a:ext cx="2432664" cy="343514"/>
          </a:xfrm>
        </p:spPr>
        <p:txBody>
          <a:bodyPr lIns="91440" tIns="45720" rIns="91440" bIns="45720"/>
          <a:lstStyle>
            <a:lvl1pPr>
              <a:defRPr sz="1600" b="1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28" name="Parallelogram 27">
            <a:extLst>
              <a:ext uri="{FF2B5EF4-FFF2-40B4-BE49-F238E27FC236}">
                <a16:creationId xmlns:a16="http://schemas.microsoft.com/office/drawing/2014/main" id="{C6762FE8-A3DE-DA83-516F-20F764642A66}"/>
              </a:ext>
            </a:extLst>
          </p:cNvPr>
          <p:cNvSpPr/>
          <p:nvPr userDrawn="1"/>
        </p:nvSpPr>
        <p:spPr>
          <a:xfrm flipH="1">
            <a:off x="2083127" y="3429000"/>
            <a:ext cx="935556" cy="543050"/>
          </a:xfrm>
          <a:prstGeom prst="parallelogram">
            <a:avLst>
              <a:gd name="adj" fmla="val 99774"/>
            </a:avLst>
          </a:prstGeom>
          <a:solidFill>
            <a:schemeClr val="accent3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93000"/>
              </a:lnSpc>
              <a:spcBef>
                <a:spcPct val="0"/>
              </a:spcBef>
              <a:spcAft>
                <a:spcPct val="0"/>
              </a:spcAft>
            </a:pPr>
            <a:endParaRPr lang="en-US" sz="5400" b="0" i="0" baseline="0">
              <a:solidFill>
                <a:srgbClr val="FFFFFF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41" name="Title 1">
            <a:extLst>
              <a:ext uri="{FF2B5EF4-FFF2-40B4-BE49-F238E27FC236}">
                <a16:creationId xmlns:a16="http://schemas.microsoft.com/office/drawing/2014/main" id="{173196F6-5B37-78F0-B740-F03165D8B53E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 bwMode="ltGray">
          <a:xfrm>
            <a:off x="4185619" y="2470960"/>
            <a:ext cx="7579613" cy="588008"/>
          </a:xfrm>
          <a:prstGeom prst="rect">
            <a:avLst/>
          </a:prstGeom>
        </p:spPr>
        <p:txBody>
          <a:bodyPr vert="horz" lIns="91440" tIns="45720" rIns="91440" bIns="45720" anchor="t">
            <a:noAutofit/>
          </a:bodyPr>
          <a:lstStyle>
            <a:lvl1pPr marL="0" algn="l" defTabSz="914396" rtl="0" eaLnBrk="1" latinLnBrk="0" hangingPunct="1">
              <a:lnSpc>
                <a:spcPct val="100000"/>
              </a:lnSpc>
              <a:buClr>
                <a:srgbClr val="002060"/>
              </a:buClr>
              <a:buSzPts val="3600"/>
              <a:defRPr lang="en-US" sz="4000" b="0" kern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Insert Title Here</a:t>
            </a:r>
          </a:p>
        </p:txBody>
      </p:sp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F64D2884-D79E-4E8E-7352-D4915F13BEA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5123791" y="3223043"/>
            <a:ext cx="6642100" cy="893763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Insert subtitle here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BC8D09F-A309-CE5C-CBA0-5A7EF92D841A}"/>
              </a:ext>
            </a:extLst>
          </p:cNvPr>
          <p:cNvGrpSpPr/>
          <p:nvPr userDrawn="1"/>
        </p:nvGrpSpPr>
        <p:grpSpPr>
          <a:xfrm>
            <a:off x="-4101" y="-13297"/>
            <a:ext cx="12196101" cy="1056347"/>
            <a:chOff x="-4101" y="-13297"/>
            <a:chExt cx="12196101" cy="1056347"/>
          </a:xfrm>
        </p:grpSpPr>
        <p:sp>
          <p:nvSpPr>
            <p:cNvPr id="23" name="Parallelogram 22">
              <a:extLst>
                <a:ext uri="{FF2B5EF4-FFF2-40B4-BE49-F238E27FC236}">
                  <a16:creationId xmlns:a16="http://schemas.microsoft.com/office/drawing/2014/main" id="{460090D8-22E9-7055-CC85-0DA5AC1697BF}"/>
                </a:ext>
              </a:extLst>
            </p:cNvPr>
            <p:cNvSpPr/>
            <p:nvPr userDrawn="1"/>
          </p:nvSpPr>
          <p:spPr>
            <a:xfrm flipH="1">
              <a:off x="2532991" y="633350"/>
              <a:ext cx="704851" cy="409700"/>
            </a:xfrm>
            <a:prstGeom prst="parallelogram">
              <a:avLst>
                <a:gd name="adj" fmla="val 99774"/>
              </a:avLst>
            </a:prstGeom>
            <a:gradFill flip="none" rotWithShape="1">
              <a:gsLst>
                <a:gs pos="85000">
                  <a:schemeClr val="accent3">
                    <a:alpha val="0"/>
                  </a:schemeClr>
                </a:gs>
                <a:gs pos="0">
                  <a:schemeClr val="accent3">
                    <a:alpha val="7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2" name="Picture 31" descr="A black and white image of a cat&#10;&#10;Description automatically generated">
              <a:extLst>
                <a:ext uri="{FF2B5EF4-FFF2-40B4-BE49-F238E27FC236}">
                  <a16:creationId xmlns:a16="http://schemas.microsoft.com/office/drawing/2014/main" id="{DE940068-830A-0037-511F-06C8C1D0036F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75189" b="85532"/>
            <a:stretch/>
          </p:blipFill>
          <p:spPr>
            <a:xfrm>
              <a:off x="9167091" y="0"/>
              <a:ext cx="3024909" cy="992188"/>
            </a:xfrm>
            <a:prstGeom prst="rect">
              <a:avLst/>
            </a:prstGeom>
          </p:spPr>
        </p:pic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9E2021CA-BD00-7906-F263-491D2A40DBC0}"/>
                </a:ext>
              </a:extLst>
            </p:cNvPr>
            <p:cNvGrpSpPr/>
            <p:nvPr userDrawn="1"/>
          </p:nvGrpSpPr>
          <p:grpSpPr>
            <a:xfrm>
              <a:off x="-4101" y="-13297"/>
              <a:ext cx="3024909" cy="992188"/>
              <a:chOff x="0" y="0"/>
              <a:chExt cx="3024909" cy="992188"/>
            </a:xfrm>
          </p:grpSpPr>
          <p:pic>
            <p:nvPicPr>
              <p:cNvPr id="35" name="Picture 34" descr="A black and white image of a cat&#10;&#10;Description automatically generated">
                <a:extLst>
                  <a:ext uri="{FF2B5EF4-FFF2-40B4-BE49-F238E27FC236}">
                    <a16:creationId xmlns:a16="http://schemas.microsoft.com/office/drawing/2014/main" id="{4EF8306F-7A39-0FCF-45F9-B66324863A0A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7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 l="75189" b="85532"/>
              <a:stretch/>
            </p:blipFill>
            <p:spPr>
              <a:xfrm flipH="1">
                <a:off x="0" y="0"/>
                <a:ext cx="3024909" cy="992188"/>
              </a:xfrm>
              <a:prstGeom prst="rect">
                <a:avLst/>
              </a:prstGeom>
            </p:spPr>
          </p:pic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E172169F-ED89-8883-C0F1-0B74CBA19CD4}"/>
                  </a:ext>
                </a:extLst>
              </p:cNvPr>
              <p:cNvSpPr/>
              <p:nvPr userDrawn="1"/>
            </p:nvSpPr>
            <p:spPr>
              <a:xfrm>
                <a:off x="106680" y="81280"/>
                <a:ext cx="2026920" cy="59975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5" name="Picture 4" descr="A black text on a white background&#10;&#10;AI-generated content may be incorrect.">
              <a:extLst>
                <a:ext uri="{FF2B5EF4-FFF2-40B4-BE49-F238E27FC236}">
                  <a16:creationId xmlns:a16="http://schemas.microsoft.com/office/drawing/2014/main" id="{B1468919-6278-1E48-AF35-2369C7A3FCE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532" y="-7"/>
              <a:ext cx="2234189" cy="797449"/>
            </a:xfrm>
            <a:prstGeom prst="rect">
              <a:avLst/>
            </a:prstGeom>
          </p:spPr>
        </p:pic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A12564A8-2A41-71C9-98D2-1C7EDD3236B4}"/>
              </a:ext>
            </a:extLst>
          </p:cNvPr>
          <p:cNvSpPr/>
          <p:nvPr userDrawn="1"/>
        </p:nvSpPr>
        <p:spPr>
          <a:xfrm>
            <a:off x="0" y="6369796"/>
            <a:ext cx="12357100" cy="487532"/>
          </a:xfrm>
          <a:prstGeom prst="rect">
            <a:avLst/>
          </a:prstGeom>
          <a:solidFill>
            <a:sysClr val="window" lastClr="FFFFFF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F334D7D-DD31-3C87-8E0B-705E7F1C0E13}"/>
              </a:ext>
            </a:extLst>
          </p:cNvPr>
          <p:cNvPicPr preferRelativeResize="0"/>
          <p:nvPr userDrawn="1"/>
        </p:nvPicPr>
        <p:blipFill rotWithShape="1">
          <a:blip r:embed="rId9">
            <a:alphaModFix/>
          </a:blip>
          <a:srcRect/>
          <a:stretch/>
        </p:blipFill>
        <p:spPr>
          <a:xfrm>
            <a:off x="11477768" y="6328684"/>
            <a:ext cx="400272" cy="401302"/>
          </a:xfrm>
          <a:custGeom>
            <a:avLst/>
            <a:gdLst>
              <a:gd name="connsiteX0" fmla="*/ 308605 w 400272"/>
              <a:gd name="connsiteY0" fmla="*/ 0 h 401302"/>
              <a:gd name="connsiteX1" fmla="*/ 400272 w 400272"/>
              <a:gd name="connsiteY1" fmla="*/ 0 h 401302"/>
              <a:gd name="connsiteX2" fmla="*/ 400272 w 400272"/>
              <a:gd name="connsiteY2" fmla="*/ 401302 h 401302"/>
              <a:gd name="connsiteX3" fmla="*/ 0 w 400272"/>
              <a:gd name="connsiteY3" fmla="*/ 401302 h 401302"/>
              <a:gd name="connsiteX4" fmla="*/ 0 w 400272"/>
              <a:gd name="connsiteY4" fmla="*/ 82546 h 401302"/>
              <a:gd name="connsiteX5" fmla="*/ 298174 w 400272"/>
              <a:gd name="connsiteY5" fmla="*/ 82546 h 401302"/>
              <a:gd name="connsiteX6" fmla="*/ 298174 w 400272"/>
              <a:gd name="connsiteY6" fmla="*/ 54978 h 401302"/>
              <a:gd name="connsiteX7" fmla="*/ 308605 w 400272"/>
              <a:gd name="connsiteY7" fmla="*/ 54978 h 401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0272" h="401302">
                <a:moveTo>
                  <a:pt x="308605" y="0"/>
                </a:moveTo>
                <a:lnTo>
                  <a:pt x="400272" y="0"/>
                </a:lnTo>
                <a:lnTo>
                  <a:pt x="400272" y="401302"/>
                </a:lnTo>
                <a:lnTo>
                  <a:pt x="0" y="401302"/>
                </a:lnTo>
                <a:lnTo>
                  <a:pt x="0" y="82546"/>
                </a:lnTo>
                <a:lnTo>
                  <a:pt x="298174" y="82546"/>
                </a:lnTo>
                <a:lnTo>
                  <a:pt x="298174" y="54978"/>
                </a:lnTo>
                <a:lnTo>
                  <a:pt x="308605" y="54978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8D5AEDF2-1A6F-170B-5DA3-5ACE89BC25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0800000" flipH="1">
            <a:off x="-21266" y="6349839"/>
            <a:ext cx="1819770" cy="518794"/>
          </a:xfrm>
          <a:prstGeom prst="rect">
            <a:avLst/>
          </a:prstGeom>
        </p:spPr>
      </p:pic>
      <p:sp>
        <p:nvSpPr>
          <p:cNvPr id="18" name="ee4pFootnotes">
            <a:extLst>
              <a:ext uri="{FF2B5EF4-FFF2-40B4-BE49-F238E27FC236}">
                <a16:creationId xmlns:a16="http://schemas.microsoft.com/office/drawing/2014/main" id="{B66269DA-C950-0145-D532-25E878B747B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66895" y="6522426"/>
            <a:ext cx="1142942" cy="152349"/>
          </a:xfrm>
          <a:prstGeom prst="rect">
            <a:avLst/>
          </a:prstGeom>
          <a:noFill/>
          <a:ln w="9525" algn="ctr">
            <a:noFill/>
            <a:miter lim="800000"/>
            <a:headEnd type="none" w="lg" len="lg"/>
            <a:tailEnd type="none" w="lg" len="lg"/>
          </a:ln>
        </p:spPr>
        <p:txBody>
          <a:bodyPr vert="horz" wrap="square" lIns="0" tIns="0" rIns="0" bIns="0" anchor="b" anchorCtr="0">
            <a:sp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sz="1100" err="1">
                <a:solidFill>
                  <a:srgbClr val="FFFFFF"/>
                </a:solidFill>
                <a:latin typeface="Tw Cen MT" panose="020B0602020104020603"/>
              </a:rPr>
              <a:t>www.pertamina.com</a:t>
            </a:r>
            <a:endParaRPr lang="en-US" sz="1100">
              <a:solidFill>
                <a:srgbClr val="FFFFFF"/>
              </a:solidFill>
              <a:latin typeface="Tw Cen MT" panose="020B0602020104020603"/>
            </a:endParaRPr>
          </a:p>
        </p:txBody>
      </p:sp>
    </p:spTree>
    <p:extLst>
      <p:ext uri="{BB962C8B-B14F-4D97-AF65-F5344CB8AC3E}">
        <p14:creationId xmlns:p14="http://schemas.microsoft.com/office/powerpoint/2010/main" val="1630597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318736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8" imgW="413" imgH="416" progId="TCLayout.ActiveDocument.1">
                  <p:embed/>
                </p:oleObj>
              </mc:Choice>
              <mc:Fallback>
                <p:oleObj name="thinkcell Slide" r:id="rId8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1" hidden="1">
            <a:extLst>
              <a:ext uri="{FF2B5EF4-FFF2-40B4-BE49-F238E27FC236}">
                <a16:creationId xmlns:a16="http://schemas.microsoft.com/office/drawing/2014/main" id="{FCC3A0E6-E630-4C26-B008-93BA0B5B110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554735" y="633133"/>
            <a:ext cx="9198864" cy="24622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en-US" b="0" baseline="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2027935" y="6501669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/>
              <a:t>Source: …</a:t>
            </a: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C30AC055-11D5-4540-94E4-C3B7BE6EFD7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5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10" name="2. Slide Title">
            <a:extLst>
              <a:ext uri="{FF2B5EF4-FFF2-40B4-BE49-F238E27FC236}">
                <a16:creationId xmlns:a16="http://schemas.microsoft.com/office/drawing/2014/main" id="{8326FFD0-8389-4032-AAB8-00C262CAF746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172212"/>
            <a:ext cx="9198864" cy="38472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en-US" b="1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80591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.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8398699D-D269-4A23-B601-7FB566B1B3B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286" imgH="286" progId="TCLayout.ActiveDocument.1">
                  <p:embed/>
                </p:oleObj>
              </mc:Choice>
              <mc:Fallback>
                <p:oleObj name="thinkcell Slide" r:id="rId3" imgW="286" imgH="28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398699D-D269-4A23-B601-7FB566B1B3B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2023 by Boston Consulting Group. All rights reserved.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838202" y="365125"/>
            <a:ext cx="8915399" cy="444900"/>
          </a:xfrm>
          <a:prstGeom prst="rect">
            <a:avLst/>
          </a:prstGeom>
        </p:spPr>
        <p:txBody>
          <a:bodyPr vert="horz"/>
          <a:lstStyle>
            <a:lvl1pPr>
              <a:defRPr b="1">
                <a:solidFill>
                  <a:srgbClr val="000000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903325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ANANTARA SUBMIS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9712FB76-BC91-4AAE-99A6-DCB3B13F78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6116406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286" imgH="286" progId="TCLayout.ActiveDocument.1">
                  <p:embed/>
                </p:oleObj>
              </mc:Choice>
              <mc:Fallback>
                <p:oleObj name="thinkcell Slide" r:id="rId3" imgW="286" imgH="28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712FB76-BC91-4AAE-99A6-DCB3B13F7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D6C3A5A6-7799-0215-A951-E5F4058B7BB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25388"/>
          <a:stretch>
            <a:fillRect/>
          </a:stretch>
        </p:blipFill>
        <p:spPr>
          <a:xfrm>
            <a:off x="0" y="0"/>
            <a:ext cx="6553199" cy="69532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B1DE468-DCEB-BCEF-7124-22AE09B18F64}"/>
              </a:ext>
            </a:extLst>
          </p:cNvPr>
          <p:cNvSpPr/>
          <p:nvPr userDrawn="1"/>
        </p:nvSpPr>
        <p:spPr>
          <a:xfrm>
            <a:off x="0" y="5943600"/>
            <a:ext cx="12192000" cy="914400"/>
          </a:xfrm>
          <a:prstGeom prst="rect">
            <a:avLst/>
          </a:prstGeom>
          <a:solidFill>
            <a:schemeClr val="bg1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>
              <a:solidFill>
                <a:srgbClr val="FFFFFF"/>
              </a:solidFill>
            </a:endParaRPr>
          </a:p>
        </p:txBody>
      </p:sp>
      <p:sp>
        <p:nvSpPr>
          <p:cNvPr id="12" name="Google Shape;1885213;p2">
            <a:extLst>
              <a:ext uri="{FF2B5EF4-FFF2-40B4-BE49-F238E27FC236}">
                <a16:creationId xmlns:a16="http://schemas.microsoft.com/office/drawing/2014/main" id="{4FEF7A2D-FB64-3369-135D-2402C001B5D2}"/>
              </a:ext>
            </a:extLst>
          </p:cNvPr>
          <p:cNvSpPr txBox="1">
            <a:spLocks/>
          </p:cNvSpPr>
          <p:nvPr userDrawn="1"/>
        </p:nvSpPr>
        <p:spPr>
          <a:xfrm>
            <a:off x="9448800" y="649290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>
              <a:defRPr lang="en-US"/>
            </a:defPPr>
            <a:lvl1pPr marL="0" marR="0" lvl="0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D4F5C504-C948-492C-DC9D-C4FE40BE06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01203" y="6391176"/>
            <a:ext cx="11618263" cy="453798"/>
          </a:xfrm>
        </p:spPr>
        <p:txBody>
          <a:bodyPr lIns="90000" tIns="46800" rIns="90000" bIns="46800" anchor="t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8D3DE9EF-BC51-4B96-6E29-00192CEB63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1202" y="498980"/>
            <a:ext cx="11618263" cy="444900"/>
          </a:xfrm>
          <a:prstGeom prst="rect">
            <a:avLst/>
          </a:prstGeom>
        </p:spPr>
        <p:txBody>
          <a:bodyPr vert="horz" wrap="square" lIns="91440" tIns="45720" rIns="91440" bIns="4572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sz="2200" b="1" i="0" u="none" kern="1200" spc="0">
                <a:solidFill>
                  <a:schemeClr val="tx2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265134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527BE-112A-5895-4B24-57F52EAFE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8E9C4-3DAF-80B1-DE75-C394653D57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91332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E4BC1-092A-7DDF-74C7-F8F28EB3F9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EAA37C-6272-428E-13D1-BE5D19D882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429F8B-B098-6CCC-E2D0-E6FB4D77D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7F311-65B5-4B44-8D21-CFDB1EAA5DF3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22C434-C744-D90D-F824-75E73D38F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E5A055-F3C5-7542-8994-5A7FE1D7B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F299D-0F25-4508-B5BA-E39D23F2CA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02590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E1E31-A801-EF72-C581-B115DA2FE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A44EE5-3E46-728A-3E8E-C3131AEC1F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02E661-43AF-0BCB-FBC6-3C68B8C7B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7F311-65B5-4B44-8D21-CFDB1EAA5DF3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C94AE4-C040-9945-8C23-36B5ACB71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A23BEE-1270-0CFA-1DE0-2F882501F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F299D-0F25-4508-B5BA-E39D23F2CA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163714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B17EC-60F9-30FD-9F7F-88A53D309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E15BAC-B000-1BCC-3DB2-4D91084C6B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A5C797-1913-4633-A7B7-73D86A992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7F311-65B5-4B44-8D21-CFDB1EAA5DF3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6D13CA-1DDA-A818-1DF7-F07462C6C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DD3087-49CC-0DB9-175D-51194A6F8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F299D-0F25-4508-B5BA-E39D23F2CA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796298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FED81-99D7-9D06-2757-C48B9DA0C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0FE15D-ADE0-B304-EDA9-2E62F258F4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EE7A88-6EB3-D799-6C65-EFAD3EAE78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3F17ED-A81E-55E9-2D0D-761E64AE9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7F311-65B5-4B44-8D21-CFDB1EAA5DF3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CE964F-5F70-4FF8-52B4-A3508D86D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7C89-70F3-E72F-F868-A414AE49D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F299D-0F25-4508-B5BA-E39D23F2CA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605893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6A9CE-F814-B265-2B6F-DFEE53B00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7C5338-764F-F708-21CE-6BFA5191B3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59E755-D1FD-016A-27AD-F22FBA6124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9427A8-5877-D371-A18A-DDE7D1A3F8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CDCD01-4E49-3B65-6177-91B33CAFBA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5737B6-620A-3E3D-823D-876C70836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7F311-65B5-4B44-8D21-CFDB1EAA5DF3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DC9DAE-6320-932A-4DD4-16179365F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254F5D-ED1A-92DB-EA87-6EAE7D997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F299D-0F25-4508-B5BA-E39D23F2CA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972774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129EB-2F16-1355-D4B8-9B4022D4B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C1D612-B4B1-2D17-7B16-68109EBEC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7F311-65B5-4B44-8D21-CFDB1EAA5DF3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0FD41E-83D2-9A25-7008-71DB3ABFF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406F4A-307C-976E-ED00-E4CB3C250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F299D-0F25-4508-B5BA-E39D23F2CA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741174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CACE92-6DE6-8047-F71E-EF6244182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7F311-65B5-4B44-8D21-CFDB1EAA5DF3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B607F7-CBEA-5382-B40F-438E3C2F9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960EDE-B672-F20E-329E-7FF4A08F9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F299D-0F25-4508-B5BA-E39D23F2CA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75282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E1C78-06B6-129E-30D0-ED91A1F0A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EBE460-094C-3BA6-C3DA-682A9949AB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CB4627-010C-01D1-621F-5F17FBD96E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8250C9-76B2-989A-875C-B5E22D85F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7F311-65B5-4B44-8D21-CFDB1EAA5DF3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994E5F-A9C0-19FF-5C3F-84A9AA2E7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5BFD2D-F7A8-5B44-E447-75CDC0A9C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F299D-0F25-4508-B5BA-E39D23F2CA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363534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AA318-BAEC-F57F-E8DB-46FDADD69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A19C74-CAC3-FA84-9C56-4E8E6279AA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06B652-A7A1-FD5B-E8F7-3DDF08A748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547D56-3AF3-8092-463C-AB0A44177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7F311-65B5-4B44-8D21-CFDB1EAA5DF3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5CF38E-9E06-1AC7-58DB-A9725F20E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9D5B0-FAAE-CE15-87AE-54C2A5096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F299D-0F25-4508-B5BA-E39D23F2CA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091625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B7316-4D18-091F-705E-9689684E5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CF1F36-894C-7DD9-E9B3-1BAA5A4FE3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08F2A2-BA1A-4915-8599-A5D101674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7F311-65B5-4B44-8D21-CFDB1EAA5DF3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F9ECD-E3C3-BAF6-497D-6A96A0C88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017160-05D8-1C2C-B51D-8D2981847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F299D-0F25-4508-B5BA-E39D23F2CA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608902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C6E6D0-7C51-EA83-53D4-AD94D84271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4C8D4A-CCD9-4F85-8E5D-A5628B9D5D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E5B43D-0174-C5B4-E633-EEE703B48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7F311-65B5-4B44-8D21-CFDB1EAA5DF3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916147-EFD5-4C15-D180-0F0972936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9AE9E1-26C1-93C3-3FDF-9B5F42551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F299D-0F25-4508-B5BA-E39D23F2CA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8434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26" Type="http://schemas.openxmlformats.org/officeDocument/2006/relationships/tags" Target="../tags/tag9.xml"/><Relationship Id="rId39" Type="http://schemas.openxmlformats.org/officeDocument/2006/relationships/tags" Target="../tags/tag22.xml"/><Relationship Id="rId21" Type="http://schemas.openxmlformats.org/officeDocument/2006/relationships/tags" Target="../tags/tag4.xml"/><Relationship Id="rId34" Type="http://schemas.openxmlformats.org/officeDocument/2006/relationships/tags" Target="../tags/tag17.xml"/><Relationship Id="rId42" Type="http://schemas.openxmlformats.org/officeDocument/2006/relationships/image" Target="../media/image2.jpe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ags" Target="../tags/tag3.xml"/><Relationship Id="rId29" Type="http://schemas.openxmlformats.org/officeDocument/2006/relationships/tags" Target="../tags/tag12.xml"/><Relationship Id="rId41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ags" Target="../tags/tag7.xml"/><Relationship Id="rId32" Type="http://schemas.openxmlformats.org/officeDocument/2006/relationships/tags" Target="../tags/tag15.xml"/><Relationship Id="rId37" Type="http://schemas.openxmlformats.org/officeDocument/2006/relationships/tags" Target="../tags/tag20.xml"/><Relationship Id="rId40" Type="http://schemas.openxmlformats.org/officeDocument/2006/relationships/oleObject" Target="../embeddings/oleObject1.bin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ags" Target="../tags/tag6.xml"/><Relationship Id="rId28" Type="http://schemas.openxmlformats.org/officeDocument/2006/relationships/tags" Target="../tags/tag11.xml"/><Relationship Id="rId36" Type="http://schemas.openxmlformats.org/officeDocument/2006/relationships/tags" Target="../tags/tag19.xml"/><Relationship Id="rId10" Type="http://schemas.openxmlformats.org/officeDocument/2006/relationships/slideLayout" Target="../slideLayouts/slideLayout10.xml"/><Relationship Id="rId19" Type="http://schemas.openxmlformats.org/officeDocument/2006/relationships/tags" Target="../tags/tag2.xml"/><Relationship Id="rId31" Type="http://schemas.openxmlformats.org/officeDocument/2006/relationships/tags" Target="../tags/tag1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ags" Target="../tags/tag5.xml"/><Relationship Id="rId27" Type="http://schemas.openxmlformats.org/officeDocument/2006/relationships/tags" Target="../tags/tag10.xml"/><Relationship Id="rId30" Type="http://schemas.openxmlformats.org/officeDocument/2006/relationships/tags" Target="../tags/tag13.xml"/><Relationship Id="rId35" Type="http://schemas.openxmlformats.org/officeDocument/2006/relationships/tags" Target="../tags/tag18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ags" Target="../tags/tag8.xml"/><Relationship Id="rId33" Type="http://schemas.openxmlformats.org/officeDocument/2006/relationships/tags" Target="../tags/tag16.xml"/><Relationship Id="rId38" Type="http://schemas.openxmlformats.org/officeDocument/2006/relationships/tags" Target="../tags/tag21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35.xml"/><Relationship Id="rId26" Type="http://schemas.openxmlformats.org/officeDocument/2006/relationships/slideLayout" Target="../slideLayouts/slideLayout43.xml"/><Relationship Id="rId39" Type="http://schemas.openxmlformats.org/officeDocument/2006/relationships/slideLayout" Target="../slideLayouts/slideLayout56.xml"/><Relationship Id="rId21" Type="http://schemas.openxmlformats.org/officeDocument/2006/relationships/slideLayout" Target="../slideLayouts/slideLayout38.xml"/><Relationship Id="rId34" Type="http://schemas.openxmlformats.org/officeDocument/2006/relationships/slideLayout" Target="../slideLayouts/slideLayout51.xml"/><Relationship Id="rId42" Type="http://schemas.openxmlformats.org/officeDocument/2006/relationships/slideLayout" Target="../slideLayouts/slideLayout59.xml"/><Relationship Id="rId47" Type="http://schemas.openxmlformats.org/officeDocument/2006/relationships/tags" Target="../tags/tag121.xml"/><Relationship Id="rId50" Type="http://schemas.openxmlformats.org/officeDocument/2006/relationships/image" Target="../media/image13.png"/><Relationship Id="rId7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33.xml"/><Relationship Id="rId29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28.xml"/><Relationship Id="rId24" Type="http://schemas.openxmlformats.org/officeDocument/2006/relationships/slideLayout" Target="../slideLayouts/slideLayout41.xml"/><Relationship Id="rId32" Type="http://schemas.openxmlformats.org/officeDocument/2006/relationships/slideLayout" Target="../slideLayouts/slideLayout49.xml"/><Relationship Id="rId37" Type="http://schemas.openxmlformats.org/officeDocument/2006/relationships/slideLayout" Target="../slideLayouts/slideLayout54.xml"/><Relationship Id="rId40" Type="http://schemas.openxmlformats.org/officeDocument/2006/relationships/slideLayout" Target="../slideLayouts/slideLayout57.xml"/><Relationship Id="rId45" Type="http://schemas.openxmlformats.org/officeDocument/2006/relationships/theme" Target="../theme/theme2.xml"/><Relationship Id="rId53" Type="http://schemas.openxmlformats.org/officeDocument/2006/relationships/image" Target="../media/image16.png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6.xml"/><Relationship Id="rId31" Type="http://schemas.openxmlformats.org/officeDocument/2006/relationships/slideLayout" Target="../slideLayouts/slideLayout48.xml"/><Relationship Id="rId44" Type="http://schemas.openxmlformats.org/officeDocument/2006/relationships/slideLayout" Target="../slideLayouts/slideLayout61.xml"/><Relationship Id="rId52" Type="http://schemas.openxmlformats.org/officeDocument/2006/relationships/image" Target="../media/image15.svg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44.xml"/><Relationship Id="rId30" Type="http://schemas.openxmlformats.org/officeDocument/2006/relationships/slideLayout" Target="../slideLayouts/slideLayout47.xml"/><Relationship Id="rId35" Type="http://schemas.openxmlformats.org/officeDocument/2006/relationships/slideLayout" Target="../slideLayouts/slideLayout52.xml"/><Relationship Id="rId43" Type="http://schemas.openxmlformats.org/officeDocument/2006/relationships/slideLayout" Target="../slideLayouts/slideLayout60.xml"/><Relationship Id="rId48" Type="http://schemas.openxmlformats.org/officeDocument/2006/relationships/oleObject" Target="../embeddings/oleObject18.bin"/><Relationship Id="rId8" Type="http://schemas.openxmlformats.org/officeDocument/2006/relationships/slideLayout" Target="../slideLayouts/slideLayout25.xml"/><Relationship Id="rId51" Type="http://schemas.openxmlformats.org/officeDocument/2006/relationships/image" Target="../media/image14.png"/><Relationship Id="rId3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34.xml"/><Relationship Id="rId25" Type="http://schemas.openxmlformats.org/officeDocument/2006/relationships/slideLayout" Target="../slideLayouts/slideLayout42.xml"/><Relationship Id="rId33" Type="http://schemas.openxmlformats.org/officeDocument/2006/relationships/slideLayout" Target="../slideLayouts/slideLayout50.xml"/><Relationship Id="rId38" Type="http://schemas.openxmlformats.org/officeDocument/2006/relationships/slideLayout" Target="../slideLayouts/slideLayout55.xml"/><Relationship Id="rId46" Type="http://schemas.openxmlformats.org/officeDocument/2006/relationships/tags" Target="../tags/tag120.xml"/><Relationship Id="rId20" Type="http://schemas.openxmlformats.org/officeDocument/2006/relationships/slideLayout" Target="../slideLayouts/slideLayout37.xml"/><Relationship Id="rId41" Type="http://schemas.openxmlformats.org/officeDocument/2006/relationships/slideLayout" Target="../slideLayouts/slideLayout58.xml"/><Relationship Id="rId54" Type="http://schemas.openxmlformats.org/officeDocument/2006/relationships/oleObject" Target="../embeddings/oleObject19.bin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32.xml"/><Relationship Id="rId23" Type="http://schemas.openxmlformats.org/officeDocument/2006/relationships/slideLayout" Target="../slideLayouts/slideLayout40.xml"/><Relationship Id="rId28" Type="http://schemas.openxmlformats.org/officeDocument/2006/relationships/slideLayout" Target="../slideLayouts/slideLayout45.xml"/><Relationship Id="rId36" Type="http://schemas.openxmlformats.org/officeDocument/2006/relationships/slideLayout" Target="../slideLayouts/slideLayout53.xml"/><Relationship Id="rId49" Type="http://schemas.openxmlformats.org/officeDocument/2006/relationships/image" Target="../media/image12.emf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9.xml"/><Relationship Id="rId13" Type="http://schemas.openxmlformats.org/officeDocument/2006/relationships/tags" Target="../tags/tag184.xml"/><Relationship Id="rId3" Type="http://schemas.openxmlformats.org/officeDocument/2006/relationships/slideLayout" Target="../slideLayouts/slideLayout64.xml"/><Relationship Id="rId7" Type="http://schemas.openxmlformats.org/officeDocument/2006/relationships/slideLayout" Target="../slideLayouts/slideLayout68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63.xml"/><Relationship Id="rId1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7.xml"/><Relationship Id="rId11" Type="http://schemas.openxmlformats.org/officeDocument/2006/relationships/slideLayout" Target="../slideLayouts/slideLayout72.xml"/><Relationship Id="rId5" Type="http://schemas.openxmlformats.org/officeDocument/2006/relationships/slideLayout" Target="../slideLayouts/slideLayout66.xml"/><Relationship Id="rId15" Type="http://schemas.openxmlformats.org/officeDocument/2006/relationships/image" Target="../media/image31.emf"/><Relationship Id="rId10" Type="http://schemas.openxmlformats.org/officeDocument/2006/relationships/slideLayout" Target="../slideLayouts/slideLayout71.xml"/><Relationship Id="rId4" Type="http://schemas.openxmlformats.org/officeDocument/2006/relationships/slideLayout" Target="../slideLayouts/slideLayout65.xml"/><Relationship Id="rId9" Type="http://schemas.openxmlformats.org/officeDocument/2006/relationships/slideLayout" Target="../slideLayouts/slideLayout70.xml"/><Relationship Id="rId14" Type="http://schemas.openxmlformats.org/officeDocument/2006/relationships/oleObject" Target="../embeddings/oleObject63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4BC40847-AF8B-4097-9A07-2349A751A05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0"/>
            </p:custDataLst>
            <p:extLst>
              <p:ext uri="{D42A27DB-BD31-4B8C-83A1-F6EECF244321}">
                <p14:modId xmlns:p14="http://schemas.microsoft.com/office/powerpoint/2010/main" val="13864637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40" imgW="413" imgH="416" progId="TCLayout.ActiveDocument.1">
                  <p:embed/>
                </p:oleObj>
              </mc:Choice>
              <mc:Fallback>
                <p:oleObj name="thinkcell Slide" r:id="rId40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4BC40847-AF8B-4097-9A07-2349A751A0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15B28737-798E-48D4-BBDB-8EB35CB9FFFB}"/>
              </a:ext>
            </a:extLst>
          </p:cNvPr>
          <p:cNvSpPr/>
          <p:nvPr userDrawn="1">
            <p:custDataLst>
              <p:tags r:id="rId21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 userDrawn="1">
            <p:custDataLst>
              <p:tags r:id="rId22"/>
            </p:custDataLst>
          </p:nvPr>
        </p:nvSpPr>
        <p:spPr>
          <a:xfrm>
            <a:off x="553972" y="6278400"/>
            <a:ext cx="7278624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0" tIns="0" rIns="0" bIns="0" rtlCol="0" anchor="b" anchorCtr="0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en-US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23"/>
            </p:custDataLst>
          </p:nvPr>
        </p:nvSpPr>
        <p:spPr>
          <a:xfrm>
            <a:off x="554736" y="17221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 userDrawn="1"/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 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pPr rtl="0"/>
              <a:endParaRPr lang="en-US" sz="132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sp>
        <p:nvSpPr>
          <p:cNvPr id="4" name="Sticker" hidden="1">
            <a:extLst>
              <a:ext uri="{FF2B5EF4-FFF2-40B4-BE49-F238E27FC236}">
                <a16:creationId xmlns:a16="http://schemas.microsoft.com/office/drawing/2014/main" id="{F9BB011A-568C-4B05-AE57-EB000B2FD8BB}"/>
              </a:ext>
            </a:extLst>
          </p:cNvPr>
          <p:cNvSpPr txBox="1"/>
          <p:nvPr userDrawn="1"/>
        </p:nvSpPr>
        <p:spPr>
          <a:xfrm>
            <a:off x="554736" y="1289273"/>
            <a:ext cx="450444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non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 baseline="0"/>
            </a:lvl1pPr>
          </a:lstStyle>
          <a:p>
            <a:pPr lvl="0"/>
            <a:r>
              <a:rPr lang="en-US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STICKER</a:t>
            </a:r>
          </a:p>
        </p:txBody>
      </p:sp>
      <p:sp>
        <p:nvSpPr>
          <p:cNvPr id="169" name="ACET" hidden="1">
            <a:extLst>
              <a:ext uri="{FF2B5EF4-FFF2-40B4-BE49-F238E27FC236}">
                <a16:creationId xmlns:a16="http://schemas.microsoft.com/office/drawing/2014/main" id="{62CF7362-20CB-4908-AFFE-D4E2B9A5DF3B}"/>
              </a:ext>
            </a:extLst>
          </p:cNvPr>
          <p:cNvSpPr txBox="1"/>
          <p:nvPr userDrawn="1">
            <p:custDataLst>
              <p:tags r:id="rId24"/>
            </p:custDataLst>
          </p:nvPr>
        </p:nvSpPr>
        <p:spPr>
          <a:xfrm>
            <a:off x="5987738" y="2170800"/>
            <a:ext cx="3049253" cy="53860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​"/>
              <a:defRPr sz="1600" b="1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Wingdings" panose="05000000000000000000" pitchFamily="2" charset="2"/>
              <a:buChar char=""/>
              <a:defRPr sz="1600"/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Char char="‒"/>
              <a:defRPr sz="160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Above Chart Exhibit Title</a:t>
            </a:r>
          </a:p>
          <a:p>
            <a:pPr lvl="0"/>
            <a:r>
              <a:rPr lang="en-US" sz="1400" b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Unit of Measure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1F3293-4EFE-461D-940D-7EE66BAE31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0800"/>
            <a:ext cx="2484655" cy="16312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7" name="LegendLines" hidden="1">
            <a:extLst>
              <a:ext uri="{FF2B5EF4-FFF2-40B4-BE49-F238E27FC236}">
                <a16:creationId xmlns:a16="http://schemas.microsoft.com/office/drawing/2014/main" id="{82CA72FD-C156-998E-0093-6FC2886471A0}"/>
              </a:ext>
            </a:extLst>
          </p:cNvPr>
          <p:cNvGrpSpPr/>
          <p:nvPr userDrawn="1"/>
        </p:nvGrpSpPr>
        <p:grpSpPr>
          <a:xfrm>
            <a:off x="10317304" y="3150223"/>
            <a:ext cx="1319960" cy="958286"/>
            <a:chOff x="10162879" y="3243772"/>
            <a:chExt cx="1319960" cy="958286"/>
          </a:xfrm>
        </p:grpSpPr>
        <p:sp>
          <p:nvSpPr>
            <p:cNvPr id="8" name="Legend1" hidden="1">
              <a:extLst>
                <a:ext uri="{FF2B5EF4-FFF2-40B4-BE49-F238E27FC236}">
                  <a16:creationId xmlns:a16="http://schemas.microsoft.com/office/drawing/2014/main" id="{6F3E4242-972D-E15E-A445-464189148743}"/>
                </a:ext>
              </a:extLst>
            </p:cNvPr>
            <p:cNvSpPr txBox="1"/>
            <p:nvPr/>
          </p:nvSpPr>
          <p:spPr>
            <a:xfrm>
              <a:off x="10886522" y="3243772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Legend</a:t>
              </a:r>
            </a:p>
          </p:txBody>
        </p:sp>
        <p:sp>
          <p:nvSpPr>
            <p:cNvPr id="9" name="Legend2" hidden="1">
              <a:extLst>
                <a:ext uri="{FF2B5EF4-FFF2-40B4-BE49-F238E27FC236}">
                  <a16:creationId xmlns:a16="http://schemas.microsoft.com/office/drawing/2014/main" id="{B16EF465-7DE9-4CE1-97BF-E2C716464298}"/>
                </a:ext>
              </a:extLst>
            </p:cNvPr>
            <p:cNvSpPr txBox="1"/>
            <p:nvPr/>
          </p:nvSpPr>
          <p:spPr>
            <a:xfrm>
              <a:off x="10886522" y="3615193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Legend</a:t>
              </a:r>
            </a:p>
          </p:txBody>
        </p:sp>
        <p:sp>
          <p:nvSpPr>
            <p:cNvPr id="10" name="Legend3" hidden="1">
              <a:extLst>
                <a:ext uri="{FF2B5EF4-FFF2-40B4-BE49-F238E27FC236}">
                  <a16:creationId xmlns:a16="http://schemas.microsoft.com/office/drawing/2014/main" id="{DE758C0F-1ADF-F18E-4980-C1F512ED207A}"/>
                </a:ext>
              </a:extLst>
            </p:cNvPr>
            <p:cNvSpPr txBox="1"/>
            <p:nvPr/>
          </p:nvSpPr>
          <p:spPr>
            <a:xfrm>
              <a:off x="10886522" y="3986614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Legend</a:t>
              </a:r>
            </a:p>
          </p:txBody>
        </p:sp>
        <p:sp>
          <p:nvSpPr>
            <p:cNvPr id="11" name="LineLegend3" hidden="1">
              <a:extLst>
                <a:ext uri="{FF2B5EF4-FFF2-40B4-BE49-F238E27FC236}">
                  <a16:creationId xmlns:a16="http://schemas.microsoft.com/office/drawing/2014/main" id="{FD72830C-5D0E-329F-AA62-B9983550A382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409278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en-US" sz="1400" baseline="0"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2" name="LineLegend2" hidden="1">
              <a:extLst>
                <a:ext uri="{FF2B5EF4-FFF2-40B4-BE49-F238E27FC236}">
                  <a16:creationId xmlns:a16="http://schemas.microsoft.com/office/drawing/2014/main" id="{02A6ECB5-5A34-970E-C995-12B78AD0B7BE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3719425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en-US" sz="1400" baseline="0"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3" name="LineLegend1" hidden="1">
              <a:extLst>
                <a:ext uri="{FF2B5EF4-FFF2-40B4-BE49-F238E27FC236}">
                  <a16:creationId xmlns:a16="http://schemas.microsoft.com/office/drawing/2014/main" id="{2A92C4E0-C7AB-7610-7AD3-C5F7A8FFCFF2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335149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en-US" sz="1400" baseline="0"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grpSp>
        <p:nvGrpSpPr>
          <p:cNvPr id="14" name="LegendMoons" hidden="1">
            <a:extLst>
              <a:ext uri="{FF2B5EF4-FFF2-40B4-BE49-F238E27FC236}">
                <a16:creationId xmlns:a16="http://schemas.microsoft.com/office/drawing/2014/main" id="{7312599D-975E-D50D-68FD-422CD5D03A82}"/>
              </a:ext>
            </a:extLst>
          </p:cNvPr>
          <p:cNvGrpSpPr/>
          <p:nvPr userDrawn="1"/>
        </p:nvGrpSpPr>
        <p:grpSpPr>
          <a:xfrm>
            <a:off x="10688315" y="1145373"/>
            <a:ext cx="948949" cy="1731859"/>
            <a:chOff x="7723680" y="1702457"/>
            <a:chExt cx="948949" cy="1731859"/>
          </a:xfrm>
        </p:grpSpPr>
        <p:sp>
          <p:nvSpPr>
            <p:cNvPr id="15" name="Legend1" hidden="1">
              <a:extLst>
                <a:ext uri="{FF2B5EF4-FFF2-40B4-BE49-F238E27FC236}">
                  <a16:creationId xmlns:a16="http://schemas.microsoft.com/office/drawing/2014/main" id="{927AFEAC-F57F-0618-ED39-9F5C3DF23BB7}"/>
                </a:ext>
              </a:extLst>
            </p:cNvPr>
            <p:cNvSpPr txBox="1"/>
            <p:nvPr/>
          </p:nvSpPr>
          <p:spPr>
            <a:xfrm>
              <a:off x="8076312" y="1709816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Legend</a:t>
              </a:r>
            </a:p>
          </p:txBody>
        </p:sp>
        <p:sp>
          <p:nvSpPr>
            <p:cNvPr id="17" name="Legend2" hidden="1">
              <a:extLst>
                <a:ext uri="{FF2B5EF4-FFF2-40B4-BE49-F238E27FC236}">
                  <a16:creationId xmlns:a16="http://schemas.microsoft.com/office/drawing/2014/main" id="{1255365B-81F7-2458-3CD3-1E6E81BCCEA5}"/>
                </a:ext>
              </a:extLst>
            </p:cNvPr>
            <p:cNvSpPr txBox="1"/>
            <p:nvPr/>
          </p:nvSpPr>
          <p:spPr>
            <a:xfrm>
              <a:off x="8076312" y="2085275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Legend</a:t>
              </a:r>
            </a:p>
          </p:txBody>
        </p:sp>
        <p:sp>
          <p:nvSpPr>
            <p:cNvPr id="18" name="Legend3" hidden="1">
              <a:extLst>
                <a:ext uri="{FF2B5EF4-FFF2-40B4-BE49-F238E27FC236}">
                  <a16:creationId xmlns:a16="http://schemas.microsoft.com/office/drawing/2014/main" id="{264B079A-03D5-4FBA-CD02-CCC247F65DD2}"/>
                </a:ext>
              </a:extLst>
            </p:cNvPr>
            <p:cNvSpPr txBox="1"/>
            <p:nvPr/>
          </p:nvSpPr>
          <p:spPr>
            <a:xfrm>
              <a:off x="8076312" y="2460734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Legend</a:t>
              </a:r>
            </a:p>
          </p:txBody>
        </p:sp>
        <p:sp>
          <p:nvSpPr>
            <p:cNvPr id="19" name="Legend4" hidden="1">
              <a:extLst>
                <a:ext uri="{FF2B5EF4-FFF2-40B4-BE49-F238E27FC236}">
                  <a16:creationId xmlns:a16="http://schemas.microsoft.com/office/drawing/2014/main" id="{1FD914B9-8E58-BA4C-965D-87EB78E42C6F}"/>
                </a:ext>
              </a:extLst>
            </p:cNvPr>
            <p:cNvSpPr txBox="1"/>
            <p:nvPr/>
          </p:nvSpPr>
          <p:spPr>
            <a:xfrm>
              <a:off x="8076312" y="2836193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Legend</a:t>
              </a:r>
            </a:p>
          </p:txBody>
        </p:sp>
        <p:sp>
          <p:nvSpPr>
            <p:cNvPr id="20" name="Legend5" hidden="1">
              <a:extLst>
                <a:ext uri="{FF2B5EF4-FFF2-40B4-BE49-F238E27FC236}">
                  <a16:creationId xmlns:a16="http://schemas.microsoft.com/office/drawing/2014/main" id="{114947CE-0C8A-B7AF-F903-484DBBA85D39}"/>
                </a:ext>
              </a:extLst>
            </p:cNvPr>
            <p:cNvSpPr txBox="1"/>
            <p:nvPr/>
          </p:nvSpPr>
          <p:spPr>
            <a:xfrm>
              <a:off x="8076312" y="3211654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Legend</a:t>
              </a:r>
            </a:p>
          </p:txBody>
        </p:sp>
        <p:grpSp>
          <p:nvGrpSpPr>
            <p:cNvPr id="21" name="MoonLegend1" hidden="1">
              <a:extLst>
                <a:ext uri="{FF2B5EF4-FFF2-40B4-BE49-F238E27FC236}">
                  <a16:creationId xmlns:a16="http://schemas.microsoft.com/office/drawing/2014/main" id="{F308071D-EAB6-E46B-4BC4-A14D763F4B24}"/>
                </a:ext>
              </a:extLst>
            </p:cNvPr>
            <p:cNvGrpSpPr>
              <a:grpSpLocks noChangeAspect="1"/>
            </p:cNvGrpSpPr>
            <p:nvPr>
              <p:custDataLst>
                <p:tags r:id="rId25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34" name="Oval 33" hidden="1">
                <a:extLst>
                  <a:ext uri="{FF2B5EF4-FFF2-40B4-BE49-F238E27FC236}">
                    <a16:creationId xmlns:a16="http://schemas.microsoft.com/office/drawing/2014/main" id="{6C0AE25D-6819-605B-AF54-F5F2DF116C65}"/>
                  </a:ext>
                </a:extLst>
              </p:cNvPr>
              <p:cNvSpPr/>
              <p:nvPr>
                <p:custDataLst>
                  <p:tags r:id="rId3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35" name="Arc 34" hidden="1">
                <a:extLst>
                  <a:ext uri="{FF2B5EF4-FFF2-40B4-BE49-F238E27FC236}">
                    <a16:creationId xmlns:a16="http://schemas.microsoft.com/office/drawing/2014/main" id="{56BC7288-F55D-BA90-57D0-237899FF6D7E}"/>
                  </a:ext>
                </a:extLst>
              </p:cNvPr>
              <p:cNvSpPr/>
              <p:nvPr>
                <p:custDataLst>
                  <p:tags r:id="rId3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22" name="MoonLegend2" hidden="1">
              <a:extLst>
                <a:ext uri="{FF2B5EF4-FFF2-40B4-BE49-F238E27FC236}">
                  <a16:creationId xmlns:a16="http://schemas.microsoft.com/office/drawing/2014/main" id="{F35A6715-6D5F-5C2F-8B54-3BB35AD8DDEF}"/>
                </a:ext>
              </a:extLst>
            </p:cNvPr>
            <p:cNvGrpSpPr>
              <a:grpSpLocks noChangeAspect="1"/>
            </p:cNvGrpSpPr>
            <p:nvPr>
              <p:custDataLst>
                <p:tags r:id="rId26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32" name="Oval 31" hidden="1">
                <a:extLst>
                  <a:ext uri="{FF2B5EF4-FFF2-40B4-BE49-F238E27FC236}">
                    <a16:creationId xmlns:a16="http://schemas.microsoft.com/office/drawing/2014/main" id="{45441A4B-0100-056D-10B4-B1E87869969A}"/>
                  </a:ext>
                </a:extLst>
              </p:cNvPr>
              <p:cNvSpPr/>
              <p:nvPr>
                <p:custDataLst>
                  <p:tags r:id="rId3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33" name="Arc 32" hidden="1">
                <a:extLst>
                  <a:ext uri="{FF2B5EF4-FFF2-40B4-BE49-F238E27FC236}">
                    <a16:creationId xmlns:a16="http://schemas.microsoft.com/office/drawing/2014/main" id="{0F5AE4E6-7793-6DC1-33AC-16CB3C6402F5}"/>
                  </a:ext>
                </a:extLst>
              </p:cNvPr>
              <p:cNvSpPr/>
              <p:nvPr>
                <p:custDataLst>
                  <p:tags r:id="rId3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23" name="MoonLegend3" hidden="1">
              <a:extLst>
                <a:ext uri="{FF2B5EF4-FFF2-40B4-BE49-F238E27FC236}">
                  <a16:creationId xmlns:a16="http://schemas.microsoft.com/office/drawing/2014/main" id="{59E2F257-1FED-2B79-3723-6EFD5AE102FD}"/>
                </a:ext>
              </a:extLst>
            </p:cNvPr>
            <p:cNvGrpSpPr>
              <a:grpSpLocks noChangeAspect="1"/>
            </p:cNvGrpSpPr>
            <p:nvPr>
              <p:custDataLst>
                <p:tags r:id="rId27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30" name="Oval 29" hidden="1">
                <a:extLst>
                  <a:ext uri="{FF2B5EF4-FFF2-40B4-BE49-F238E27FC236}">
                    <a16:creationId xmlns:a16="http://schemas.microsoft.com/office/drawing/2014/main" id="{01F91E43-D0B2-0BF8-B7AB-B0777A98FDB4}"/>
                  </a:ext>
                </a:extLst>
              </p:cNvPr>
              <p:cNvSpPr/>
              <p:nvPr>
                <p:custDataLst>
                  <p:tags r:id="rId3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31" name="Arc 30" hidden="1">
                <a:extLst>
                  <a:ext uri="{FF2B5EF4-FFF2-40B4-BE49-F238E27FC236}">
                    <a16:creationId xmlns:a16="http://schemas.microsoft.com/office/drawing/2014/main" id="{4EB5B109-15DE-FE9F-AADB-DA8C54C511DE}"/>
                  </a:ext>
                </a:extLst>
              </p:cNvPr>
              <p:cNvSpPr/>
              <p:nvPr>
                <p:custDataLst>
                  <p:tags r:id="rId3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24" name="MoonLegend4" hidden="1">
              <a:extLst>
                <a:ext uri="{FF2B5EF4-FFF2-40B4-BE49-F238E27FC236}">
                  <a16:creationId xmlns:a16="http://schemas.microsoft.com/office/drawing/2014/main" id="{203F2358-CB48-1CF2-A24A-9209D85ABB1E}"/>
                </a:ext>
              </a:extLst>
            </p:cNvPr>
            <p:cNvGrpSpPr>
              <a:grpSpLocks noChangeAspect="1"/>
            </p:cNvGrpSpPr>
            <p:nvPr>
              <p:custDataLst>
                <p:tags r:id="rId28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8" name="Oval 27" hidden="1">
                <a:extLst>
                  <a:ext uri="{FF2B5EF4-FFF2-40B4-BE49-F238E27FC236}">
                    <a16:creationId xmlns:a16="http://schemas.microsoft.com/office/drawing/2014/main" id="{73FF15DF-1B3C-38F9-206E-C766E6B415D7}"/>
                  </a:ext>
                </a:extLst>
              </p:cNvPr>
              <p:cNvSpPr/>
              <p:nvPr>
                <p:custDataLst>
                  <p:tags r:id="rId3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29" name="Arc 28" hidden="1">
                <a:extLst>
                  <a:ext uri="{FF2B5EF4-FFF2-40B4-BE49-F238E27FC236}">
                    <a16:creationId xmlns:a16="http://schemas.microsoft.com/office/drawing/2014/main" id="{77DF3351-FEEA-D269-9D15-4A4D755B7FB5}"/>
                  </a:ext>
                </a:extLst>
              </p:cNvPr>
              <p:cNvSpPr/>
              <p:nvPr>
                <p:custDataLst>
                  <p:tags r:id="rId3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25" name="MoonLegend5" hidden="1">
              <a:extLst>
                <a:ext uri="{FF2B5EF4-FFF2-40B4-BE49-F238E27FC236}">
                  <a16:creationId xmlns:a16="http://schemas.microsoft.com/office/drawing/2014/main" id="{7A623FC8-E47D-59C0-5F73-1301CCD89904}"/>
                </a:ext>
              </a:extLst>
            </p:cNvPr>
            <p:cNvGrpSpPr>
              <a:grpSpLocks noChangeAspect="1"/>
            </p:cNvGrpSpPr>
            <p:nvPr>
              <p:custDataLst>
                <p:tags r:id="rId29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6" name="Oval 25" hidden="1">
                <a:extLst>
                  <a:ext uri="{FF2B5EF4-FFF2-40B4-BE49-F238E27FC236}">
                    <a16:creationId xmlns:a16="http://schemas.microsoft.com/office/drawing/2014/main" id="{7F7559BD-DAB6-1866-7553-188FC6EA8DB3}"/>
                  </a:ext>
                </a:extLst>
              </p:cNvPr>
              <p:cNvSpPr/>
              <p:nvPr>
                <p:custDataLst>
                  <p:tags r:id="rId3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27" name="Arc 26" hidden="1">
                <a:extLst>
                  <a:ext uri="{FF2B5EF4-FFF2-40B4-BE49-F238E27FC236}">
                    <a16:creationId xmlns:a16="http://schemas.microsoft.com/office/drawing/2014/main" id="{A4C376C8-D0E4-AAF2-A305-5D7DF17C7A30}"/>
                  </a:ext>
                </a:extLst>
              </p:cNvPr>
              <p:cNvSpPr/>
              <p:nvPr>
                <p:custDataLst>
                  <p:tags r:id="rId3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</p:grpSp>
      </p:grpSp>
      <p:grpSp>
        <p:nvGrpSpPr>
          <p:cNvPr id="36" name="LegendBoxes" hidden="1">
            <a:extLst>
              <a:ext uri="{FF2B5EF4-FFF2-40B4-BE49-F238E27FC236}">
                <a16:creationId xmlns:a16="http://schemas.microsoft.com/office/drawing/2014/main" id="{D19706E3-0C99-3975-1587-F4FB9FD19138}"/>
              </a:ext>
            </a:extLst>
          </p:cNvPr>
          <p:cNvGrpSpPr/>
          <p:nvPr userDrawn="1"/>
        </p:nvGrpSpPr>
        <p:grpSpPr>
          <a:xfrm>
            <a:off x="10714801" y="4381500"/>
            <a:ext cx="922463" cy="1717282"/>
            <a:chOff x="10652400" y="4322824"/>
            <a:chExt cx="922463" cy="1717282"/>
          </a:xfrm>
        </p:grpSpPr>
        <p:sp>
          <p:nvSpPr>
            <p:cNvPr id="37" name="RectangleLegend1" hidden="1">
              <a:extLst>
                <a:ext uri="{FF2B5EF4-FFF2-40B4-BE49-F238E27FC236}">
                  <a16:creationId xmlns:a16="http://schemas.microsoft.com/office/drawing/2014/main" id="{D138E18A-ED0F-DDB1-B384-228BC12E8A88}"/>
                </a:ext>
              </a:extLst>
            </p:cNvPr>
            <p:cNvSpPr/>
            <p:nvPr/>
          </p:nvSpPr>
          <p:spPr>
            <a:xfrm>
              <a:off x="10652400" y="4344182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8" name="RectangleLegend2" hidden="1">
              <a:extLst>
                <a:ext uri="{FF2B5EF4-FFF2-40B4-BE49-F238E27FC236}">
                  <a16:creationId xmlns:a16="http://schemas.microsoft.com/office/drawing/2014/main" id="{5439DB09-86F1-8470-4541-4970B1E06CFF}"/>
                </a:ext>
              </a:extLst>
            </p:cNvPr>
            <p:cNvSpPr/>
            <p:nvPr/>
          </p:nvSpPr>
          <p:spPr>
            <a:xfrm>
              <a:off x="10652400" y="4723680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9" name="RectangleLegend3" hidden="1">
              <a:extLst>
                <a:ext uri="{FF2B5EF4-FFF2-40B4-BE49-F238E27FC236}">
                  <a16:creationId xmlns:a16="http://schemas.microsoft.com/office/drawing/2014/main" id="{1CD2C1F6-ECE6-55D0-A243-673CE15CCC36}"/>
                </a:ext>
              </a:extLst>
            </p:cNvPr>
            <p:cNvSpPr/>
            <p:nvPr/>
          </p:nvSpPr>
          <p:spPr>
            <a:xfrm>
              <a:off x="10652400" y="5097276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40" name="RectangleLegend4" hidden="1">
              <a:extLst>
                <a:ext uri="{FF2B5EF4-FFF2-40B4-BE49-F238E27FC236}">
                  <a16:creationId xmlns:a16="http://schemas.microsoft.com/office/drawing/2014/main" id="{8DA01114-7FC8-1ED3-28F6-195ED077DB30}"/>
                </a:ext>
              </a:extLst>
            </p:cNvPr>
            <p:cNvSpPr/>
            <p:nvPr/>
          </p:nvSpPr>
          <p:spPr>
            <a:xfrm>
              <a:off x="10652400" y="5470872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41" name="RectangleLegend5" hidden="1">
              <a:extLst>
                <a:ext uri="{FF2B5EF4-FFF2-40B4-BE49-F238E27FC236}">
                  <a16:creationId xmlns:a16="http://schemas.microsoft.com/office/drawing/2014/main" id="{B7A792EB-2340-E712-78E9-926A521F76E1}"/>
                </a:ext>
              </a:extLst>
            </p:cNvPr>
            <p:cNvSpPr/>
            <p:nvPr/>
          </p:nvSpPr>
          <p:spPr>
            <a:xfrm>
              <a:off x="10652400" y="5844468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42" name="Legend1" hidden="1">
              <a:extLst>
                <a:ext uri="{FF2B5EF4-FFF2-40B4-BE49-F238E27FC236}">
                  <a16:creationId xmlns:a16="http://schemas.microsoft.com/office/drawing/2014/main" id="{18D14CF4-DE5C-C2A3-251B-A67CC6D15145}"/>
                </a:ext>
              </a:extLst>
            </p:cNvPr>
            <p:cNvSpPr txBox="1"/>
            <p:nvPr/>
          </p:nvSpPr>
          <p:spPr>
            <a:xfrm>
              <a:off x="10978546" y="4322824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Legend</a:t>
              </a:r>
            </a:p>
          </p:txBody>
        </p:sp>
        <p:sp>
          <p:nvSpPr>
            <p:cNvPr id="43" name="Legend2" hidden="1">
              <a:extLst>
                <a:ext uri="{FF2B5EF4-FFF2-40B4-BE49-F238E27FC236}">
                  <a16:creationId xmlns:a16="http://schemas.microsoft.com/office/drawing/2014/main" id="{150EDE4B-4223-C86D-17B6-911CC3A4695C}"/>
                </a:ext>
              </a:extLst>
            </p:cNvPr>
            <p:cNvSpPr txBox="1"/>
            <p:nvPr/>
          </p:nvSpPr>
          <p:spPr>
            <a:xfrm>
              <a:off x="10978546" y="4702322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Legend</a:t>
              </a:r>
            </a:p>
          </p:txBody>
        </p:sp>
        <p:sp>
          <p:nvSpPr>
            <p:cNvPr id="44" name="Legend3" hidden="1">
              <a:extLst>
                <a:ext uri="{FF2B5EF4-FFF2-40B4-BE49-F238E27FC236}">
                  <a16:creationId xmlns:a16="http://schemas.microsoft.com/office/drawing/2014/main" id="{CDF52D64-3880-E13D-4874-F38ECCD49BD9}"/>
                </a:ext>
              </a:extLst>
            </p:cNvPr>
            <p:cNvSpPr txBox="1"/>
            <p:nvPr/>
          </p:nvSpPr>
          <p:spPr>
            <a:xfrm>
              <a:off x="10978546" y="5081820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Legend</a:t>
              </a:r>
            </a:p>
          </p:txBody>
        </p:sp>
        <p:sp>
          <p:nvSpPr>
            <p:cNvPr id="45" name="Legend4" hidden="1">
              <a:extLst>
                <a:ext uri="{FF2B5EF4-FFF2-40B4-BE49-F238E27FC236}">
                  <a16:creationId xmlns:a16="http://schemas.microsoft.com/office/drawing/2014/main" id="{3B60D327-23E9-DE87-F99C-ACC70708B9E4}"/>
                </a:ext>
              </a:extLst>
            </p:cNvPr>
            <p:cNvSpPr txBox="1"/>
            <p:nvPr/>
          </p:nvSpPr>
          <p:spPr>
            <a:xfrm>
              <a:off x="10978546" y="5453241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Legend</a:t>
              </a:r>
            </a:p>
          </p:txBody>
        </p:sp>
        <p:sp>
          <p:nvSpPr>
            <p:cNvPr id="46" name="Legend5" hidden="1">
              <a:extLst>
                <a:ext uri="{FF2B5EF4-FFF2-40B4-BE49-F238E27FC236}">
                  <a16:creationId xmlns:a16="http://schemas.microsoft.com/office/drawing/2014/main" id="{D60D5894-2222-C226-193B-9075D4E881AB}"/>
                </a:ext>
              </a:extLst>
            </p:cNvPr>
            <p:cNvSpPr txBox="1"/>
            <p:nvPr/>
          </p:nvSpPr>
          <p:spPr>
            <a:xfrm>
              <a:off x="10978545" y="5824662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Legend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BBF4D284-AAC2-4734-A31C-056334CCCFF6}"/>
              </a:ext>
            </a:extLst>
          </p:cNvPr>
          <p:cNvGrpSpPr/>
          <p:nvPr userDrawn="1"/>
        </p:nvGrpSpPr>
        <p:grpSpPr>
          <a:xfrm>
            <a:off x="0" y="6787773"/>
            <a:ext cx="12192000" cy="83657"/>
            <a:chOff x="-1" y="2352858"/>
            <a:chExt cx="12191999" cy="198318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D508BB93-CB8D-2826-A6EE-28D38541BE86}"/>
                </a:ext>
              </a:extLst>
            </p:cNvPr>
            <p:cNvSpPr/>
            <p:nvPr/>
          </p:nvSpPr>
          <p:spPr>
            <a:xfrm>
              <a:off x="-1" y="2352858"/>
              <a:ext cx="2404873" cy="198318"/>
            </a:xfrm>
            <a:prstGeom prst="rect">
              <a:avLst/>
            </a:prstGeom>
            <a:solidFill>
              <a:srgbClr val="670F31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ID" sz="120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4478A25B-0174-B721-1C9B-B0B8072F28B6}"/>
                </a:ext>
              </a:extLst>
            </p:cNvPr>
            <p:cNvSpPr/>
            <p:nvPr/>
          </p:nvSpPr>
          <p:spPr>
            <a:xfrm>
              <a:off x="4809745" y="2352858"/>
              <a:ext cx="7382253" cy="198318"/>
            </a:xfrm>
            <a:prstGeom prst="rect">
              <a:avLst/>
            </a:prstGeom>
            <a:solidFill>
              <a:srgbClr val="BE2326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ID" sz="120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88F7ADDE-E342-1ADC-CB28-B266B87E4064}"/>
                </a:ext>
              </a:extLst>
            </p:cNvPr>
            <p:cNvSpPr/>
            <p:nvPr/>
          </p:nvSpPr>
          <p:spPr>
            <a:xfrm>
              <a:off x="2404872" y="2352858"/>
              <a:ext cx="2404873" cy="198318"/>
            </a:xfrm>
            <a:prstGeom prst="rect">
              <a:avLst/>
            </a:prstGeom>
            <a:solidFill>
              <a:srgbClr val="ED1C24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ID" sz="1200" err="1">
                <a:solidFill>
                  <a:srgbClr val="ED1C24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sp>
        <p:nvSpPr>
          <p:cNvPr id="51" name="Holder 3">
            <a:extLst>
              <a:ext uri="{FF2B5EF4-FFF2-40B4-BE49-F238E27FC236}">
                <a16:creationId xmlns:a16="http://schemas.microsoft.com/office/drawing/2014/main" id="{967B8A6E-E06D-9E91-4FA7-219A10A83F8B}"/>
              </a:ext>
            </a:extLst>
          </p:cNvPr>
          <p:cNvSpPr txBox="1">
            <a:spLocks/>
          </p:cNvSpPr>
          <p:nvPr userDrawn="1"/>
        </p:nvSpPr>
        <p:spPr>
          <a:xfrm>
            <a:off x="5259233" y="6588180"/>
            <a:ext cx="1673535" cy="15388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000" b="1" kern="1200">
                <a:solidFill>
                  <a:srgbClr val="CC0000"/>
                </a:solidFill>
                <a:latin typeface="Trebuchet MS" panose="020B0603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PRIVATE &amp; CONFIDENTIAL</a:t>
            </a: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2B5D5A28-81A6-CC81-29B5-4FB4D6C6847C}"/>
              </a:ext>
            </a:extLst>
          </p:cNvPr>
          <p:cNvPicPr>
            <a:picLocks noChangeAspect="1"/>
          </p:cNvPicPr>
          <p:nvPr userDrawn="1"/>
        </p:nvPicPr>
        <p:blipFill>
          <a:blip r:embed="rId42" cstate="screen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44121" y="6211562"/>
            <a:ext cx="1018917" cy="573141"/>
          </a:xfrm>
          <a:prstGeom prst="rect">
            <a:avLst/>
          </a:prstGeom>
        </p:spPr>
      </p:pic>
    </p:spTree>
    <p:custDataLst>
      <p:tags r:id="rId19"/>
    </p:custDataLst>
    <p:extLst>
      <p:ext uri="{BB962C8B-B14F-4D97-AF65-F5344CB8AC3E}">
        <p14:creationId xmlns:p14="http://schemas.microsoft.com/office/powerpoint/2010/main" val="2069987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85" r:id="rId1"/>
    <p:sldLayoutId id="2147484686" r:id="rId2"/>
    <p:sldLayoutId id="2147484687" r:id="rId3"/>
    <p:sldLayoutId id="2147484688" r:id="rId4"/>
    <p:sldLayoutId id="2147484689" r:id="rId5"/>
    <p:sldLayoutId id="2147484690" r:id="rId6"/>
    <p:sldLayoutId id="2147484691" r:id="rId7"/>
    <p:sldLayoutId id="2147484692" r:id="rId8"/>
    <p:sldLayoutId id="2147484693" r:id="rId9"/>
    <p:sldLayoutId id="2147484694" r:id="rId10"/>
    <p:sldLayoutId id="2147484695" r:id="rId11"/>
    <p:sldLayoutId id="2147484696" r:id="rId12"/>
    <p:sldLayoutId id="2147484697" r:id="rId13"/>
    <p:sldLayoutId id="2147484698" r:id="rId14"/>
    <p:sldLayoutId id="2147484699" r:id="rId15"/>
    <p:sldLayoutId id="2147484700" r:id="rId16"/>
    <p:sldLayoutId id="2147484701" r:id="rId17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2500" b="1" kern="1200" spc="0" baseline="0" dirty="0">
          <a:ln w="6350" cap="flat">
            <a:noFill/>
            <a:miter lim="800000"/>
          </a:ln>
          <a:solidFill>
            <a:schemeClr val="accent3"/>
          </a:solidFill>
          <a:latin typeface="Arial" panose="020B0604020202020204" pitchFamily="34" charset="0"/>
          <a:ea typeface="+mj-ea"/>
          <a:cs typeface="Arial" panose="020B0604020202020204" pitchFamily="34" charset="0"/>
          <a:sym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tx1"/>
        </a:buClr>
        <a:buSzPct val="100000"/>
        <a:buFont typeface="Segoe UI" panose="020B0502040204020203" pitchFamily="34" charset="0"/>
        <a:buChar char="​"/>
        <a:defRPr lang="en-US" sz="1600" kern="1200" dirty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  <a:sym typeface="Arial" panose="020B0604020202020204" pitchFamily="34" charset="0"/>
        </a:defRPr>
      </a:lvl1pPr>
      <a:lvl2pPr marL="230396" indent="-226796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Wingdings" panose="05000000000000000000" pitchFamily="2" charset="2"/>
        <a:buChar char=""/>
        <a:defRPr lang="en-US" sz="1600" kern="1200" dirty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  <a:sym typeface="Arial" panose="020B0604020202020204" pitchFamily="34" charset="0"/>
        </a:defRPr>
      </a:lvl2pPr>
      <a:lvl3pPr marL="442793" indent="-215997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Arial" panose="020B0604020202020204" pitchFamily="34" charset="0"/>
        <a:buChar char="‒"/>
        <a:defRPr lang="en-US" sz="1600" kern="1200" dirty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  <a:sym typeface="Arial" panose="020B0604020202020204" pitchFamily="34" charset="0"/>
        </a:defRPr>
      </a:lvl3pPr>
      <a:lvl4pPr marL="597590" indent="-15119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•"/>
        <a:defRPr lang="en-US" sz="1600" kern="1200" dirty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  <a:sym typeface="Arial" panose="020B0604020202020204" pitchFamily="34" charset="0"/>
        </a:defRPr>
      </a:lvl4pPr>
      <a:lvl5pPr marL="817187" indent="-14759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̶"/>
        <a:defRPr lang="en-US" sz="1600" kern="1200" dirty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  <a:sym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68">
          <p15:clr>
            <a:srgbClr val="5ACBF0"/>
          </p15:clr>
        </p15:guide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3997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/>
          </p:cNvGraphicFramePr>
          <p:nvPr>
            <p:custDataLst>
              <p:tags r:id="rId46"/>
            </p:custDataLst>
            <p:extLst>
              <p:ext uri="{D42A27DB-BD31-4B8C-83A1-F6EECF244321}">
                <p14:modId xmlns:p14="http://schemas.microsoft.com/office/powerpoint/2010/main" val="1171982189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48" imgW="270" imgH="270" progId="TCLayout.ActiveDocument.1">
                  <p:embed/>
                </p:oleObj>
              </mc:Choice>
              <mc:Fallback>
                <p:oleObj name="thinkcell Slide" r:id="rId48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927589" y="1857954"/>
            <a:ext cx="10336823" cy="407987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Google Shape;1885213;p2">
            <a:extLst>
              <a:ext uri="{FF2B5EF4-FFF2-40B4-BE49-F238E27FC236}">
                <a16:creationId xmlns:a16="http://schemas.microsoft.com/office/drawing/2014/main" id="{AD76BD96-A2EC-4B7C-8F87-53BAD4D57971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>
              <a:defRPr lang="en-US"/>
            </a:defPPr>
            <a:lvl1pPr marL="0" marR="0" lvl="0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pic>
        <p:nvPicPr>
          <p:cNvPr id="6" name="Google Shape;1885204;p1" descr="Picture 3">
            <a:extLst>
              <a:ext uri="{FF2B5EF4-FFF2-40B4-BE49-F238E27FC236}">
                <a16:creationId xmlns:a16="http://schemas.microsoft.com/office/drawing/2014/main" id="{8158FDC9-BB4E-4522-98E6-777750AFA086}"/>
              </a:ext>
            </a:extLst>
          </p:cNvPr>
          <p:cNvPicPr preferRelativeResize="0"/>
          <p:nvPr/>
        </p:nvPicPr>
        <p:blipFill rotWithShape="1">
          <a:blip r:embed="rId50">
            <a:alphaModFix/>
          </a:blip>
          <a:srcRect/>
          <a:stretch/>
        </p:blipFill>
        <p:spPr>
          <a:xfrm>
            <a:off x="9753600" y="0"/>
            <a:ext cx="2438400" cy="693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885207;p1">
            <a:extLst>
              <a:ext uri="{FF2B5EF4-FFF2-40B4-BE49-F238E27FC236}">
                <a16:creationId xmlns:a16="http://schemas.microsoft.com/office/drawing/2014/main" id="{201E9F85-A236-4752-A799-D0A7F5818F7A}"/>
              </a:ext>
            </a:extLst>
          </p:cNvPr>
          <p:cNvPicPr preferRelativeResize="0"/>
          <p:nvPr/>
        </p:nvPicPr>
        <p:blipFill rotWithShape="1">
          <a:blip r:embed="rId51">
            <a:alphaModFix/>
          </a:blip>
          <a:srcRect/>
          <a:stretch/>
        </p:blipFill>
        <p:spPr>
          <a:xfrm>
            <a:off x="11477768" y="6328684"/>
            <a:ext cx="400272" cy="401302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73DAD967-B018-83E1-EF50-73E087DC49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 rot="10800000" flipH="1">
            <a:off x="0" y="6339205"/>
            <a:ext cx="1819770" cy="518794"/>
          </a:xfrm>
          <a:prstGeom prst="rect">
            <a:avLst/>
          </a:prstGeom>
        </p:spPr>
      </p:pic>
      <p:sp>
        <p:nvSpPr>
          <p:cNvPr id="10" name="ee4pFootnotes">
            <a:extLst>
              <a:ext uri="{FF2B5EF4-FFF2-40B4-BE49-F238E27FC236}">
                <a16:creationId xmlns:a16="http://schemas.microsoft.com/office/drawing/2014/main" id="{1F206B81-177D-BD77-4582-32A7670887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895" y="6539570"/>
            <a:ext cx="1142942" cy="152349"/>
          </a:xfrm>
          <a:prstGeom prst="rect">
            <a:avLst/>
          </a:prstGeom>
          <a:noFill/>
          <a:ln w="9525" algn="ctr">
            <a:noFill/>
            <a:miter lim="800000"/>
            <a:headEnd type="none" w="lg" len="lg"/>
            <a:tailEnd type="none" w="lg" len="lg"/>
          </a:ln>
        </p:spPr>
        <p:txBody>
          <a:bodyPr vert="horz" wrap="square" lIns="0" tIns="0" rIns="0" bIns="0" anchor="b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www.pertamina.com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7B40E28-5FDF-37B4-7072-C70B7B0B1BE4}"/>
              </a:ext>
            </a:extLst>
          </p:cNvPr>
          <p:cNvPicPr>
            <a:picLocks noChangeAspect="1"/>
          </p:cNvPicPr>
          <p:nvPr/>
        </p:nvPicPr>
        <p:blipFill>
          <a:blip r:embed="rId5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25388"/>
          <a:stretch>
            <a:fillRect/>
          </a:stretch>
        </p:blipFill>
        <p:spPr>
          <a:xfrm>
            <a:off x="0" y="0"/>
            <a:ext cx="6553199" cy="695325"/>
          </a:xfrm>
          <a:prstGeom prst="rect">
            <a:avLst/>
          </a:prstGeom>
        </p:spPr>
      </p:pic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0E42BD34-0933-8094-DA6E-9CB335ECD79E}"/>
              </a:ext>
            </a:extLst>
          </p:cNvPr>
          <p:cNvGraphicFramePr>
            <a:graphicFrameLocks/>
          </p:cNvGraphicFramePr>
          <p:nvPr userDrawn="1">
            <p:custDataLst>
              <p:tags r:id="rId47"/>
            </p:custDataLst>
            <p:extLst>
              <p:ext uri="{D42A27DB-BD31-4B8C-83A1-F6EECF244321}">
                <p14:modId xmlns:p14="http://schemas.microsoft.com/office/powerpoint/2010/main" val="935627818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4" imgW="270" imgH="270" progId="TCLayout.ActiveDocument.1">
                  <p:embed/>
                </p:oleObj>
              </mc:Choice>
              <mc:Fallback>
                <p:oleObj name="think-cell Slide" r:id="rId54" imgW="270" imgH="270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0E42BD34-0933-8094-DA6E-9CB335ECD7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Google Shape;1885213;p2">
            <a:extLst>
              <a:ext uri="{FF2B5EF4-FFF2-40B4-BE49-F238E27FC236}">
                <a16:creationId xmlns:a16="http://schemas.microsoft.com/office/drawing/2014/main" id="{9D3300E5-0827-4E89-2CB4-E876EA99EC10}"/>
              </a:ext>
            </a:extLst>
          </p:cNvPr>
          <p:cNvSpPr txBox="1">
            <a:spLocks/>
          </p:cNvSpPr>
          <p:nvPr userDrawn="1"/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>
              <a:defRPr lang="en-US"/>
            </a:defPPr>
            <a:lvl1pPr marL="0" marR="0" lvl="0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pic>
        <p:nvPicPr>
          <p:cNvPr id="9" name="Google Shape;1885204;p1" descr="Picture 3">
            <a:extLst>
              <a:ext uri="{FF2B5EF4-FFF2-40B4-BE49-F238E27FC236}">
                <a16:creationId xmlns:a16="http://schemas.microsoft.com/office/drawing/2014/main" id="{4313CB59-7735-AF41-8D96-4E4D7E7B350F}"/>
              </a:ext>
            </a:extLst>
          </p:cNvPr>
          <p:cNvPicPr preferRelativeResize="0"/>
          <p:nvPr userDrawn="1"/>
        </p:nvPicPr>
        <p:blipFill rotWithShape="1">
          <a:blip r:embed="rId50">
            <a:alphaModFix/>
          </a:blip>
          <a:srcRect/>
          <a:stretch/>
        </p:blipFill>
        <p:spPr>
          <a:xfrm>
            <a:off x="9753600" y="0"/>
            <a:ext cx="2438400" cy="693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885207;p1">
            <a:extLst>
              <a:ext uri="{FF2B5EF4-FFF2-40B4-BE49-F238E27FC236}">
                <a16:creationId xmlns:a16="http://schemas.microsoft.com/office/drawing/2014/main" id="{B89C9FFD-2DA4-DE82-D18D-17841A388EE3}"/>
              </a:ext>
            </a:extLst>
          </p:cNvPr>
          <p:cNvPicPr preferRelativeResize="0"/>
          <p:nvPr userDrawn="1"/>
        </p:nvPicPr>
        <p:blipFill rotWithShape="1">
          <a:blip r:embed="rId51">
            <a:alphaModFix/>
          </a:blip>
          <a:srcRect/>
          <a:stretch/>
        </p:blipFill>
        <p:spPr>
          <a:xfrm>
            <a:off x="11477768" y="6328684"/>
            <a:ext cx="400272" cy="4013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4E27886-99D7-8791-ED9C-2BD430E2921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 rot="10800000" flipH="1">
            <a:off x="0" y="6339205"/>
            <a:ext cx="1819770" cy="518794"/>
          </a:xfrm>
          <a:prstGeom prst="rect">
            <a:avLst/>
          </a:prstGeom>
        </p:spPr>
      </p:pic>
      <p:sp>
        <p:nvSpPr>
          <p:cNvPr id="14" name="ee4pFootnotes">
            <a:extLst>
              <a:ext uri="{FF2B5EF4-FFF2-40B4-BE49-F238E27FC236}">
                <a16:creationId xmlns:a16="http://schemas.microsoft.com/office/drawing/2014/main" id="{52C4ED74-4C99-F6D7-114A-884B2C1A93C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66895" y="6539570"/>
            <a:ext cx="1142942" cy="152349"/>
          </a:xfrm>
          <a:prstGeom prst="rect">
            <a:avLst/>
          </a:prstGeom>
          <a:noFill/>
          <a:ln w="9525" algn="ctr">
            <a:noFill/>
            <a:miter lim="800000"/>
            <a:headEnd type="none" w="lg" len="lg"/>
            <a:tailEnd type="none" w="lg" len="lg"/>
          </a:ln>
        </p:spPr>
        <p:txBody>
          <a:bodyPr vert="horz" wrap="square" lIns="0" tIns="0" rIns="0" bIns="0" anchor="b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www.pertamina.com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15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28" r:id="rId1"/>
    <p:sldLayoutId id="2147484629" r:id="rId2"/>
    <p:sldLayoutId id="2147484630" r:id="rId3"/>
    <p:sldLayoutId id="2147484631" r:id="rId4"/>
    <p:sldLayoutId id="2147484632" r:id="rId5"/>
    <p:sldLayoutId id="2147484633" r:id="rId6"/>
    <p:sldLayoutId id="2147484634" r:id="rId7"/>
    <p:sldLayoutId id="2147484635" r:id="rId8"/>
    <p:sldLayoutId id="2147484636" r:id="rId9"/>
    <p:sldLayoutId id="2147484637" r:id="rId10"/>
    <p:sldLayoutId id="2147484638" r:id="rId11"/>
    <p:sldLayoutId id="2147484639" r:id="rId12"/>
    <p:sldLayoutId id="2147484640" r:id="rId13"/>
    <p:sldLayoutId id="2147484641" r:id="rId14"/>
    <p:sldLayoutId id="2147484642" r:id="rId15"/>
    <p:sldLayoutId id="2147484643" r:id="rId16"/>
    <p:sldLayoutId id="2147484644" r:id="rId17"/>
    <p:sldLayoutId id="2147484650" r:id="rId18"/>
    <p:sldLayoutId id="2147484617" r:id="rId19"/>
    <p:sldLayoutId id="2147484624" r:id="rId20"/>
    <p:sldLayoutId id="2147484619" r:id="rId21"/>
    <p:sldLayoutId id="2147484625" r:id="rId22"/>
    <p:sldLayoutId id="2147484590" r:id="rId23"/>
    <p:sldLayoutId id="2147484591" r:id="rId24"/>
    <p:sldLayoutId id="2147484608" r:id="rId25"/>
    <p:sldLayoutId id="2147484545" r:id="rId26"/>
    <p:sldLayoutId id="2147484546" r:id="rId27"/>
    <p:sldLayoutId id="2147484547" r:id="rId28"/>
    <p:sldLayoutId id="2147484548" r:id="rId29"/>
    <p:sldLayoutId id="2147484549" r:id="rId30"/>
    <p:sldLayoutId id="2147484550" r:id="rId31"/>
    <p:sldLayoutId id="2147484551" r:id="rId32"/>
    <p:sldLayoutId id="2147484552" r:id="rId33"/>
    <p:sldLayoutId id="2147484553" r:id="rId34"/>
    <p:sldLayoutId id="2147484554" r:id="rId35"/>
    <p:sldLayoutId id="2147484555" r:id="rId36"/>
    <p:sldLayoutId id="2147484558" r:id="rId37"/>
    <p:sldLayoutId id="2147484559" r:id="rId38"/>
    <p:sldLayoutId id="2147484564" r:id="rId39"/>
    <p:sldLayoutId id="2147484565" r:id="rId40"/>
    <p:sldLayoutId id="2147484567" r:id="rId41"/>
    <p:sldLayoutId id="2147484568" r:id="rId42"/>
    <p:sldLayoutId id="2147484616" r:id="rId43"/>
    <p:sldLayoutId id="2147484683" r:id="rId44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rgbClr val="000000"/>
          </a:solidFill>
          <a:latin typeface="+mj-lt"/>
          <a:ea typeface="+mj-ea"/>
          <a:cs typeface="+mj-cs"/>
          <a:sym typeface="Trebuchet MS" panose="020B0603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600"/>
        </a:spcBef>
        <a:spcAft>
          <a:spcPts val="300"/>
        </a:spcAft>
        <a:buClr>
          <a:srgbClr val="2F5597"/>
        </a:buClr>
        <a:buFont typeface="Arial" panose="020B0604020202020204" pitchFamily="34" charset="0"/>
        <a:buChar char="​"/>
        <a:defRPr lang="en-US" sz="1200" kern="1200">
          <a:solidFill>
            <a:srgbClr val="000000"/>
          </a:solidFill>
          <a:latin typeface="+mn-lt"/>
          <a:ea typeface="+mn-ea"/>
          <a:cs typeface="+mn-cs"/>
          <a:sym typeface="Trebuchet MS" panose="020B0603020202020204" pitchFamily="34" charset="0"/>
        </a:defRPr>
      </a:lvl1pPr>
      <a:lvl2pPr marL="284400" indent="-172800" algn="l" defTabSz="914400" rtl="0" eaLnBrk="1" latinLnBrk="0" hangingPunct="1">
        <a:lnSpc>
          <a:spcPct val="90000"/>
        </a:lnSpc>
        <a:spcBef>
          <a:spcPts val="0"/>
        </a:spcBef>
        <a:spcAft>
          <a:spcPts val="300"/>
        </a:spcAft>
        <a:buClr>
          <a:srgbClr val="2F5597"/>
        </a:buClr>
        <a:buFont typeface="Arial" panose="020B0604020202020204" pitchFamily="34" charset="0"/>
        <a:buChar char="•"/>
        <a:defRPr lang="en-US" sz="1200" kern="1200">
          <a:solidFill>
            <a:srgbClr val="000000"/>
          </a:solidFill>
          <a:latin typeface="+mn-lt"/>
          <a:ea typeface="+mn-ea"/>
          <a:cs typeface="+mn-cs"/>
          <a:sym typeface="Trebuchet MS" panose="020B0603020202020204" pitchFamily="34" charset="0"/>
        </a:defRPr>
      </a:lvl2pPr>
      <a:lvl3pPr marL="511200" indent="-165600" algn="l" defTabSz="914400" rtl="0" eaLnBrk="1" latinLnBrk="0" hangingPunct="1">
        <a:lnSpc>
          <a:spcPct val="90000"/>
        </a:lnSpc>
        <a:spcBef>
          <a:spcPts val="0"/>
        </a:spcBef>
        <a:spcAft>
          <a:spcPts val="300"/>
        </a:spcAft>
        <a:buClr>
          <a:srgbClr val="2F5597"/>
        </a:buClr>
        <a:buFont typeface="Trebuchet MS" panose="020B0603020202020204" pitchFamily="34" charset="0"/>
        <a:buChar char="–"/>
        <a:defRPr lang="en-US" sz="1200" kern="1200">
          <a:solidFill>
            <a:srgbClr val="000000"/>
          </a:solidFill>
          <a:latin typeface="+mn-lt"/>
          <a:ea typeface="+mn-ea"/>
          <a:cs typeface="+mn-cs"/>
          <a:sym typeface="Trebuchet MS" panose="020B0603020202020204" pitchFamily="34" charset="0"/>
        </a:defRPr>
      </a:lvl3pPr>
      <a:lvl4pPr marL="0" indent="0" algn="l" defTabSz="914400" rtl="0" eaLnBrk="1" latinLnBrk="0" hangingPunct="1">
        <a:lnSpc>
          <a:spcPct val="110000"/>
        </a:lnSpc>
        <a:spcBef>
          <a:spcPts val="300"/>
        </a:spcBef>
        <a:spcAft>
          <a:spcPts val="300"/>
        </a:spcAft>
        <a:buClr>
          <a:srgbClr val="2F5597"/>
        </a:buClr>
        <a:buFont typeface="Arial" panose="020B0604020202020204" pitchFamily="34" charset="0"/>
        <a:buChar char="​"/>
        <a:defRPr lang="en-US" sz="1600" b="1" kern="1200">
          <a:solidFill>
            <a:srgbClr val="000000"/>
          </a:solidFill>
          <a:latin typeface="+mn-lt"/>
          <a:ea typeface="+mn-ea"/>
          <a:cs typeface="+mn-cs"/>
          <a:sym typeface="Trebuchet MS" panose="020B0603020202020204" pitchFamily="34" charset="0"/>
        </a:defRPr>
      </a:lvl4pPr>
      <a:lvl5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rgbClr val="2F5597"/>
        </a:buClr>
        <a:buFont typeface="Arial" panose="020B0604020202020204" pitchFamily="34" charset="0"/>
        <a:buChar char="​"/>
        <a:defRPr lang="en-US" sz="1600" b="1" kern="1200" smtClean="0">
          <a:solidFill>
            <a:srgbClr val="000000"/>
          </a:solidFill>
          <a:latin typeface="+mn-lt"/>
          <a:ea typeface="+mn-ea"/>
          <a:cs typeface="+mn-cs"/>
          <a:sym typeface="Trebuchet MS" panose="020B0603020202020204" pitchFamily="34" charset="0"/>
        </a:defRPr>
      </a:lvl5pPr>
      <a:lvl6pPr marL="269875" indent="-1524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rgbClr val="2F5597"/>
        </a:buClr>
        <a:buFont typeface="Arial" panose="020B0604020202020204" pitchFamily="34" charset="0"/>
        <a:buChar char="•"/>
        <a:defRPr lang="en-US" sz="1600" kern="1200" smtClean="0">
          <a:solidFill>
            <a:srgbClr val="000000"/>
          </a:solidFill>
          <a:latin typeface="+mn-lt"/>
          <a:ea typeface="+mn-ea"/>
          <a:cs typeface="+mn-cs"/>
          <a:sym typeface="Trebuchet MS" panose="020B0603020202020204" pitchFamily="34" charset="0"/>
        </a:defRPr>
      </a:lvl6pPr>
      <a:lvl7pPr marL="0" indent="0" algn="l" defTabSz="914400" rtl="0" eaLnBrk="1" latinLnBrk="0" hangingPunct="1">
        <a:lnSpc>
          <a:spcPct val="90000"/>
        </a:lnSpc>
        <a:spcBef>
          <a:spcPts val="900"/>
        </a:spcBef>
        <a:spcAft>
          <a:spcPts val="900"/>
        </a:spcAft>
        <a:buClr>
          <a:srgbClr val="2F5597"/>
        </a:buClr>
        <a:buFont typeface="Arial" panose="020B0604020202020204" pitchFamily="34" charset="0"/>
        <a:buChar char="​"/>
        <a:defRPr lang="en-US" sz="4400" kern="1200" baseline="0" smtClean="0">
          <a:solidFill>
            <a:srgbClr val="000000"/>
          </a:solidFill>
          <a:latin typeface="+mn-lt"/>
          <a:ea typeface="+mn-ea"/>
          <a:cs typeface="+mn-cs"/>
          <a:sym typeface="Trebuchet MS" panose="020B0603020202020204" pitchFamily="34" charset="0"/>
        </a:defRPr>
      </a:lvl7pPr>
      <a:lvl8pPr marL="0" indent="0" algn="l" defTabSz="914400" rtl="0" eaLnBrk="1" latinLnBrk="0" hangingPunct="1">
        <a:lnSpc>
          <a:spcPct val="90000"/>
        </a:lnSpc>
        <a:spcBef>
          <a:spcPts val="900"/>
        </a:spcBef>
        <a:spcAft>
          <a:spcPts val="0"/>
        </a:spcAft>
        <a:buClr>
          <a:srgbClr val="2F5597"/>
        </a:buClr>
        <a:buFont typeface="Arial" panose="020B0604020202020204" pitchFamily="34" charset="0"/>
        <a:buChar char="​"/>
        <a:defRPr lang="en-US" sz="5400" b="1" kern="1200" baseline="0" smtClean="0">
          <a:solidFill>
            <a:srgbClr val="000000"/>
          </a:solidFill>
          <a:latin typeface="+mn-lt"/>
          <a:ea typeface="+mn-ea"/>
          <a:cs typeface="+mn-cs"/>
          <a:sym typeface="Trebuchet MS" panose="020B0603020202020204" pitchFamily="34" charset="0"/>
        </a:defRPr>
      </a:lvl8pPr>
      <a:lvl9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900"/>
        </a:spcAft>
        <a:buClr>
          <a:srgbClr val="2F5597"/>
        </a:buClr>
        <a:buFont typeface="Arial" panose="020B0604020202020204" pitchFamily="34" charset="0"/>
        <a:buChar char="​"/>
        <a:defRPr lang="en-US" sz="2400" b="1" kern="1200" baseline="0" dirty="0">
          <a:solidFill>
            <a:srgbClr val="000000"/>
          </a:solidFill>
          <a:latin typeface="+mn-lt"/>
          <a:ea typeface="+mn-ea"/>
          <a:cs typeface="+mn-cs"/>
          <a:sym typeface="Trebuchet MS" panose="020B0603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53">
          <p15:clr>
            <a:srgbClr val="F26B43"/>
          </p15:clr>
        </p15:guide>
        <p15:guide id="2" pos="347">
          <p15:clr>
            <a:srgbClr val="F26B43"/>
          </p15:clr>
        </p15:guide>
        <p15:guide id="3" pos="7333">
          <p15:clr>
            <a:srgbClr val="F26B43"/>
          </p15:clr>
        </p15:guide>
        <p15:guide id="4" orient="horz" pos="3997">
          <p15:clr>
            <a:srgbClr val="F26B43"/>
          </p15:clr>
        </p15:guide>
        <p15:guide id="5" orient="horz" pos="1548">
          <p15:clr>
            <a:srgbClr val="547EBF"/>
          </p15:clr>
        </p15:guide>
        <p15:guide id="6" orient="horz" pos="3816">
          <p15:clr>
            <a:srgbClr val="547EBF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cell data - do not delete" hidden="1">
            <a:extLst>
              <a:ext uri="{FF2B5EF4-FFF2-40B4-BE49-F238E27FC236}">
                <a16:creationId xmlns:a16="http://schemas.microsoft.com/office/drawing/2014/main" id="{5F13FF34-76D4-8B09-4689-FA1DA7F3895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15547211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14" imgW="498" imgH="499" progId="TCLayout.ActiveDocument.1">
                  <p:embed/>
                </p:oleObj>
              </mc:Choice>
              <mc:Fallback>
                <p:oleObj name="thinkcell Slide" r:id="rId14" imgW="498" imgH="499" progId="TCLayout.ActiveDocument.1">
                  <p:embed/>
                  <p:pic>
                    <p:nvPicPr>
                      <p:cNvPr id="7" name="thinkcell data - do not delete" hidden="1">
                        <a:extLst>
                          <a:ext uri="{FF2B5EF4-FFF2-40B4-BE49-F238E27FC236}">
                            <a16:creationId xmlns:a16="http://schemas.microsoft.com/office/drawing/2014/main" id="{5F13FF34-76D4-8B09-4689-FA1DA7F3895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AD6E94-932B-8130-C693-AF4F88DAB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F402F4-B7E1-9F6F-E49A-C1B38AC017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414A5-C6EE-C633-D2FC-2E92974DD2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27F311-65B5-4B44-8D21-CFDB1EAA5DF3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81C8C1-BB39-A591-CF3B-C505257E81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2DE393-27C2-8537-7421-7A1685AE46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8F299D-0F25-4508-B5BA-E39D23F2CA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9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703" r:id="rId1"/>
    <p:sldLayoutId id="2147484704" r:id="rId2"/>
    <p:sldLayoutId id="2147484705" r:id="rId3"/>
    <p:sldLayoutId id="2147484706" r:id="rId4"/>
    <p:sldLayoutId id="2147484707" r:id="rId5"/>
    <p:sldLayoutId id="2147484708" r:id="rId6"/>
    <p:sldLayoutId id="2147484709" r:id="rId7"/>
    <p:sldLayoutId id="2147484710" r:id="rId8"/>
    <p:sldLayoutId id="2147484711" r:id="rId9"/>
    <p:sldLayoutId id="2147484712" r:id="rId10"/>
    <p:sldLayoutId id="214748471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5.xml"/><Relationship Id="rId1" Type="http://schemas.openxmlformats.org/officeDocument/2006/relationships/tags" Target="../tags/tag185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64.bin"/></Relationships>
</file>

<file path=ppt/slides/_rels/slide2.xml.rels><?xml version="1.0" encoding="UTF-8" standalone="yes"?>
<Relationships xmlns="http://schemas.openxmlformats.org/package/2006/relationships"><Relationship Id="rId26" Type="http://schemas.openxmlformats.org/officeDocument/2006/relationships/tags" Target="../tags/tag211.xml"/><Relationship Id="rId21" Type="http://schemas.openxmlformats.org/officeDocument/2006/relationships/tags" Target="../tags/tag206.xml"/><Relationship Id="rId42" Type="http://schemas.openxmlformats.org/officeDocument/2006/relationships/tags" Target="../tags/tag227.xml"/><Relationship Id="rId47" Type="http://schemas.openxmlformats.org/officeDocument/2006/relationships/tags" Target="../tags/tag232.xml"/><Relationship Id="rId63" Type="http://schemas.openxmlformats.org/officeDocument/2006/relationships/tags" Target="../tags/tag248.xml"/><Relationship Id="rId68" Type="http://schemas.openxmlformats.org/officeDocument/2006/relationships/tags" Target="../tags/tag253.xml"/><Relationship Id="rId84" Type="http://schemas.openxmlformats.org/officeDocument/2006/relationships/chart" Target="../charts/chart4.xml"/><Relationship Id="rId16" Type="http://schemas.openxmlformats.org/officeDocument/2006/relationships/tags" Target="../tags/tag201.xml"/><Relationship Id="rId11" Type="http://schemas.openxmlformats.org/officeDocument/2006/relationships/tags" Target="../tags/tag196.xml"/><Relationship Id="rId32" Type="http://schemas.openxmlformats.org/officeDocument/2006/relationships/tags" Target="../tags/tag217.xml"/><Relationship Id="rId37" Type="http://schemas.openxmlformats.org/officeDocument/2006/relationships/tags" Target="../tags/tag222.xml"/><Relationship Id="rId53" Type="http://schemas.openxmlformats.org/officeDocument/2006/relationships/tags" Target="../tags/tag238.xml"/><Relationship Id="rId58" Type="http://schemas.openxmlformats.org/officeDocument/2006/relationships/tags" Target="../tags/tag243.xml"/><Relationship Id="rId74" Type="http://schemas.openxmlformats.org/officeDocument/2006/relationships/tags" Target="../tags/tag259.xml"/><Relationship Id="rId79" Type="http://schemas.openxmlformats.org/officeDocument/2006/relationships/oleObject" Target="../embeddings/oleObject65.bin"/><Relationship Id="rId5" Type="http://schemas.openxmlformats.org/officeDocument/2006/relationships/tags" Target="../tags/tag190.xml"/><Relationship Id="rId19" Type="http://schemas.openxmlformats.org/officeDocument/2006/relationships/tags" Target="../tags/tag204.xml"/><Relationship Id="rId14" Type="http://schemas.openxmlformats.org/officeDocument/2006/relationships/tags" Target="../tags/tag199.xml"/><Relationship Id="rId22" Type="http://schemas.openxmlformats.org/officeDocument/2006/relationships/tags" Target="../tags/tag207.xml"/><Relationship Id="rId27" Type="http://schemas.openxmlformats.org/officeDocument/2006/relationships/tags" Target="../tags/tag212.xml"/><Relationship Id="rId30" Type="http://schemas.openxmlformats.org/officeDocument/2006/relationships/tags" Target="../tags/tag215.xml"/><Relationship Id="rId35" Type="http://schemas.openxmlformats.org/officeDocument/2006/relationships/tags" Target="../tags/tag220.xml"/><Relationship Id="rId43" Type="http://schemas.openxmlformats.org/officeDocument/2006/relationships/tags" Target="../tags/tag228.xml"/><Relationship Id="rId48" Type="http://schemas.openxmlformats.org/officeDocument/2006/relationships/tags" Target="../tags/tag233.xml"/><Relationship Id="rId56" Type="http://schemas.openxmlformats.org/officeDocument/2006/relationships/tags" Target="../tags/tag241.xml"/><Relationship Id="rId64" Type="http://schemas.openxmlformats.org/officeDocument/2006/relationships/tags" Target="../tags/tag249.xml"/><Relationship Id="rId69" Type="http://schemas.openxmlformats.org/officeDocument/2006/relationships/tags" Target="../tags/tag254.xml"/><Relationship Id="rId77" Type="http://schemas.openxmlformats.org/officeDocument/2006/relationships/tags" Target="../tags/tag262.xml"/><Relationship Id="rId8" Type="http://schemas.openxmlformats.org/officeDocument/2006/relationships/tags" Target="../tags/tag193.xml"/><Relationship Id="rId51" Type="http://schemas.openxmlformats.org/officeDocument/2006/relationships/tags" Target="../tags/tag236.xml"/><Relationship Id="rId72" Type="http://schemas.openxmlformats.org/officeDocument/2006/relationships/tags" Target="../tags/tag257.xml"/><Relationship Id="rId80" Type="http://schemas.openxmlformats.org/officeDocument/2006/relationships/image" Target="../media/image31.emf"/><Relationship Id="rId85" Type="http://schemas.openxmlformats.org/officeDocument/2006/relationships/chart" Target="../charts/chart5.xml"/><Relationship Id="rId3" Type="http://schemas.openxmlformats.org/officeDocument/2006/relationships/tags" Target="../tags/tag188.xml"/><Relationship Id="rId12" Type="http://schemas.openxmlformats.org/officeDocument/2006/relationships/tags" Target="../tags/tag197.xml"/><Relationship Id="rId17" Type="http://schemas.openxmlformats.org/officeDocument/2006/relationships/tags" Target="../tags/tag202.xml"/><Relationship Id="rId25" Type="http://schemas.openxmlformats.org/officeDocument/2006/relationships/tags" Target="../tags/tag210.xml"/><Relationship Id="rId33" Type="http://schemas.openxmlformats.org/officeDocument/2006/relationships/tags" Target="../tags/tag218.xml"/><Relationship Id="rId38" Type="http://schemas.openxmlformats.org/officeDocument/2006/relationships/tags" Target="../tags/tag223.xml"/><Relationship Id="rId46" Type="http://schemas.openxmlformats.org/officeDocument/2006/relationships/tags" Target="../tags/tag231.xml"/><Relationship Id="rId59" Type="http://schemas.openxmlformats.org/officeDocument/2006/relationships/tags" Target="../tags/tag244.xml"/><Relationship Id="rId67" Type="http://schemas.openxmlformats.org/officeDocument/2006/relationships/tags" Target="../tags/tag252.xml"/><Relationship Id="rId20" Type="http://schemas.openxmlformats.org/officeDocument/2006/relationships/tags" Target="../tags/tag205.xml"/><Relationship Id="rId41" Type="http://schemas.openxmlformats.org/officeDocument/2006/relationships/tags" Target="../tags/tag226.xml"/><Relationship Id="rId54" Type="http://schemas.openxmlformats.org/officeDocument/2006/relationships/tags" Target="../tags/tag239.xml"/><Relationship Id="rId62" Type="http://schemas.openxmlformats.org/officeDocument/2006/relationships/tags" Target="../tags/tag247.xml"/><Relationship Id="rId70" Type="http://schemas.openxmlformats.org/officeDocument/2006/relationships/tags" Target="../tags/tag255.xml"/><Relationship Id="rId75" Type="http://schemas.openxmlformats.org/officeDocument/2006/relationships/tags" Target="../tags/tag260.xml"/><Relationship Id="rId83" Type="http://schemas.openxmlformats.org/officeDocument/2006/relationships/chart" Target="../charts/chart3.xml"/><Relationship Id="rId1" Type="http://schemas.openxmlformats.org/officeDocument/2006/relationships/tags" Target="../tags/tag186.xml"/><Relationship Id="rId6" Type="http://schemas.openxmlformats.org/officeDocument/2006/relationships/tags" Target="../tags/tag191.xml"/><Relationship Id="rId15" Type="http://schemas.openxmlformats.org/officeDocument/2006/relationships/tags" Target="../tags/tag200.xml"/><Relationship Id="rId23" Type="http://schemas.openxmlformats.org/officeDocument/2006/relationships/tags" Target="../tags/tag208.xml"/><Relationship Id="rId28" Type="http://schemas.openxmlformats.org/officeDocument/2006/relationships/tags" Target="../tags/tag213.xml"/><Relationship Id="rId36" Type="http://schemas.openxmlformats.org/officeDocument/2006/relationships/tags" Target="../tags/tag221.xml"/><Relationship Id="rId49" Type="http://schemas.openxmlformats.org/officeDocument/2006/relationships/tags" Target="../tags/tag234.xml"/><Relationship Id="rId57" Type="http://schemas.openxmlformats.org/officeDocument/2006/relationships/tags" Target="../tags/tag242.xml"/><Relationship Id="rId10" Type="http://schemas.openxmlformats.org/officeDocument/2006/relationships/tags" Target="../tags/tag195.xml"/><Relationship Id="rId31" Type="http://schemas.openxmlformats.org/officeDocument/2006/relationships/tags" Target="../tags/tag216.xml"/><Relationship Id="rId44" Type="http://schemas.openxmlformats.org/officeDocument/2006/relationships/tags" Target="../tags/tag229.xml"/><Relationship Id="rId52" Type="http://schemas.openxmlformats.org/officeDocument/2006/relationships/tags" Target="../tags/tag237.xml"/><Relationship Id="rId60" Type="http://schemas.openxmlformats.org/officeDocument/2006/relationships/tags" Target="../tags/tag245.xml"/><Relationship Id="rId65" Type="http://schemas.openxmlformats.org/officeDocument/2006/relationships/tags" Target="../tags/tag250.xml"/><Relationship Id="rId73" Type="http://schemas.openxmlformats.org/officeDocument/2006/relationships/tags" Target="../tags/tag258.xml"/><Relationship Id="rId78" Type="http://schemas.openxmlformats.org/officeDocument/2006/relationships/slideLayout" Target="../slideLayouts/slideLayout19.xml"/><Relationship Id="rId81" Type="http://schemas.openxmlformats.org/officeDocument/2006/relationships/chart" Target="../charts/chart1.xml"/><Relationship Id="rId86" Type="http://schemas.openxmlformats.org/officeDocument/2006/relationships/chart" Target="../charts/chart6.xml"/><Relationship Id="rId4" Type="http://schemas.openxmlformats.org/officeDocument/2006/relationships/tags" Target="../tags/tag189.xml"/><Relationship Id="rId9" Type="http://schemas.openxmlformats.org/officeDocument/2006/relationships/tags" Target="../tags/tag194.xml"/><Relationship Id="rId13" Type="http://schemas.openxmlformats.org/officeDocument/2006/relationships/tags" Target="../tags/tag198.xml"/><Relationship Id="rId18" Type="http://schemas.openxmlformats.org/officeDocument/2006/relationships/tags" Target="../tags/tag203.xml"/><Relationship Id="rId39" Type="http://schemas.openxmlformats.org/officeDocument/2006/relationships/tags" Target="../tags/tag224.xml"/><Relationship Id="rId34" Type="http://schemas.openxmlformats.org/officeDocument/2006/relationships/tags" Target="../tags/tag219.xml"/><Relationship Id="rId50" Type="http://schemas.openxmlformats.org/officeDocument/2006/relationships/tags" Target="../tags/tag235.xml"/><Relationship Id="rId55" Type="http://schemas.openxmlformats.org/officeDocument/2006/relationships/tags" Target="../tags/tag240.xml"/><Relationship Id="rId76" Type="http://schemas.openxmlformats.org/officeDocument/2006/relationships/tags" Target="../tags/tag261.xml"/><Relationship Id="rId7" Type="http://schemas.openxmlformats.org/officeDocument/2006/relationships/tags" Target="../tags/tag192.xml"/><Relationship Id="rId71" Type="http://schemas.openxmlformats.org/officeDocument/2006/relationships/tags" Target="../tags/tag256.xml"/><Relationship Id="rId2" Type="http://schemas.openxmlformats.org/officeDocument/2006/relationships/tags" Target="../tags/tag187.xml"/><Relationship Id="rId29" Type="http://schemas.openxmlformats.org/officeDocument/2006/relationships/tags" Target="../tags/tag214.xml"/><Relationship Id="rId24" Type="http://schemas.openxmlformats.org/officeDocument/2006/relationships/tags" Target="../tags/tag209.xml"/><Relationship Id="rId40" Type="http://schemas.openxmlformats.org/officeDocument/2006/relationships/tags" Target="../tags/tag225.xml"/><Relationship Id="rId45" Type="http://schemas.openxmlformats.org/officeDocument/2006/relationships/tags" Target="../tags/tag230.xml"/><Relationship Id="rId66" Type="http://schemas.openxmlformats.org/officeDocument/2006/relationships/tags" Target="../tags/tag251.xml"/><Relationship Id="rId61" Type="http://schemas.openxmlformats.org/officeDocument/2006/relationships/tags" Target="../tags/tag246.xml"/><Relationship Id="rId82" Type="http://schemas.openxmlformats.org/officeDocument/2006/relationships/chart" Target="../charts/char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270.xml"/><Relationship Id="rId13" Type="http://schemas.openxmlformats.org/officeDocument/2006/relationships/oleObject" Target="../embeddings/oleObject66.bin"/><Relationship Id="rId18" Type="http://schemas.openxmlformats.org/officeDocument/2006/relationships/image" Target="../media/image35.svg"/><Relationship Id="rId3" Type="http://schemas.openxmlformats.org/officeDocument/2006/relationships/tags" Target="../tags/tag265.xml"/><Relationship Id="rId21" Type="http://schemas.openxmlformats.org/officeDocument/2006/relationships/image" Target="../media/image38.svg"/><Relationship Id="rId7" Type="http://schemas.openxmlformats.org/officeDocument/2006/relationships/tags" Target="../tags/tag269.xml"/><Relationship Id="rId12" Type="http://schemas.openxmlformats.org/officeDocument/2006/relationships/slideLayout" Target="../slideLayouts/slideLayout19.xml"/><Relationship Id="rId17" Type="http://schemas.openxmlformats.org/officeDocument/2006/relationships/image" Target="../media/image34.svg"/><Relationship Id="rId2" Type="http://schemas.openxmlformats.org/officeDocument/2006/relationships/tags" Target="../tags/tag264.xml"/><Relationship Id="rId16" Type="http://schemas.openxmlformats.org/officeDocument/2006/relationships/image" Target="../media/image33.svg"/><Relationship Id="rId20" Type="http://schemas.openxmlformats.org/officeDocument/2006/relationships/image" Target="../media/image37.svg"/><Relationship Id="rId1" Type="http://schemas.openxmlformats.org/officeDocument/2006/relationships/tags" Target="../tags/tag263.xml"/><Relationship Id="rId6" Type="http://schemas.openxmlformats.org/officeDocument/2006/relationships/tags" Target="../tags/tag268.xml"/><Relationship Id="rId11" Type="http://schemas.openxmlformats.org/officeDocument/2006/relationships/tags" Target="../tags/tag273.xml"/><Relationship Id="rId24" Type="http://schemas.openxmlformats.org/officeDocument/2006/relationships/image" Target="../media/image41.svg"/><Relationship Id="rId5" Type="http://schemas.openxmlformats.org/officeDocument/2006/relationships/tags" Target="../tags/tag267.xml"/><Relationship Id="rId15" Type="http://schemas.openxmlformats.org/officeDocument/2006/relationships/image" Target="../media/image32.svg"/><Relationship Id="rId23" Type="http://schemas.openxmlformats.org/officeDocument/2006/relationships/image" Target="../media/image40.svg"/><Relationship Id="rId10" Type="http://schemas.openxmlformats.org/officeDocument/2006/relationships/tags" Target="../tags/tag272.xml"/><Relationship Id="rId19" Type="http://schemas.openxmlformats.org/officeDocument/2006/relationships/image" Target="../media/image36.svg"/><Relationship Id="rId4" Type="http://schemas.openxmlformats.org/officeDocument/2006/relationships/tags" Target="../tags/tag266.xml"/><Relationship Id="rId9" Type="http://schemas.openxmlformats.org/officeDocument/2006/relationships/tags" Target="../tags/tag271.xml"/><Relationship Id="rId14" Type="http://schemas.openxmlformats.org/officeDocument/2006/relationships/image" Target="../media/image31.emf"/><Relationship Id="rId22" Type="http://schemas.openxmlformats.org/officeDocument/2006/relationships/image" Target="../media/image39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7.bin"/><Relationship Id="rId2" Type="http://schemas.openxmlformats.org/officeDocument/2006/relationships/slideLayout" Target="../slideLayouts/slideLayout19.xml"/><Relationship Id="rId1" Type="http://schemas.openxmlformats.org/officeDocument/2006/relationships/tags" Target="../tags/tag274.xml"/><Relationship Id="rId4" Type="http://schemas.openxmlformats.org/officeDocument/2006/relationships/image" Target="../media/image31.emf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tags" Target="../tags/tag300.xml"/><Relationship Id="rId117" Type="http://schemas.openxmlformats.org/officeDocument/2006/relationships/chart" Target="../charts/chart7.xml"/><Relationship Id="rId21" Type="http://schemas.openxmlformats.org/officeDocument/2006/relationships/tags" Target="../tags/tag295.xml"/><Relationship Id="rId42" Type="http://schemas.openxmlformats.org/officeDocument/2006/relationships/tags" Target="../tags/tag316.xml"/><Relationship Id="rId47" Type="http://schemas.openxmlformats.org/officeDocument/2006/relationships/tags" Target="../tags/tag321.xml"/><Relationship Id="rId63" Type="http://schemas.openxmlformats.org/officeDocument/2006/relationships/tags" Target="../tags/tag337.xml"/><Relationship Id="rId68" Type="http://schemas.openxmlformats.org/officeDocument/2006/relationships/tags" Target="../tags/tag342.xml"/><Relationship Id="rId84" Type="http://schemas.openxmlformats.org/officeDocument/2006/relationships/tags" Target="../tags/tag358.xml"/><Relationship Id="rId89" Type="http://schemas.openxmlformats.org/officeDocument/2006/relationships/tags" Target="../tags/tag363.xml"/><Relationship Id="rId112" Type="http://schemas.openxmlformats.org/officeDocument/2006/relationships/tags" Target="../tags/tag386.xml"/><Relationship Id="rId16" Type="http://schemas.openxmlformats.org/officeDocument/2006/relationships/tags" Target="../tags/tag290.xml"/><Relationship Id="rId107" Type="http://schemas.openxmlformats.org/officeDocument/2006/relationships/tags" Target="../tags/tag381.xml"/><Relationship Id="rId11" Type="http://schemas.openxmlformats.org/officeDocument/2006/relationships/tags" Target="../tags/tag285.xml"/><Relationship Id="rId32" Type="http://schemas.openxmlformats.org/officeDocument/2006/relationships/tags" Target="../tags/tag306.xml"/><Relationship Id="rId37" Type="http://schemas.openxmlformats.org/officeDocument/2006/relationships/tags" Target="../tags/tag311.xml"/><Relationship Id="rId53" Type="http://schemas.openxmlformats.org/officeDocument/2006/relationships/tags" Target="../tags/tag327.xml"/><Relationship Id="rId58" Type="http://schemas.openxmlformats.org/officeDocument/2006/relationships/tags" Target="../tags/tag332.xml"/><Relationship Id="rId74" Type="http://schemas.openxmlformats.org/officeDocument/2006/relationships/tags" Target="../tags/tag348.xml"/><Relationship Id="rId79" Type="http://schemas.openxmlformats.org/officeDocument/2006/relationships/tags" Target="../tags/tag353.xml"/><Relationship Id="rId102" Type="http://schemas.openxmlformats.org/officeDocument/2006/relationships/tags" Target="../tags/tag376.xml"/><Relationship Id="rId5" Type="http://schemas.openxmlformats.org/officeDocument/2006/relationships/tags" Target="../tags/tag279.xml"/><Relationship Id="rId90" Type="http://schemas.openxmlformats.org/officeDocument/2006/relationships/tags" Target="../tags/tag364.xml"/><Relationship Id="rId95" Type="http://schemas.openxmlformats.org/officeDocument/2006/relationships/tags" Target="../tags/tag369.xml"/><Relationship Id="rId22" Type="http://schemas.openxmlformats.org/officeDocument/2006/relationships/tags" Target="../tags/tag296.xml"/><Relationship Id="rId27" Type="http://schemas.openxmlformats.org/officeDocument/2006/relationships/tags" Target="../tags/tag301.xml"/><Relationship Id="rId43" Type="http://schemas.openxmlformats.org/officeDocument/2006/relationships/tags" Target="../tags/tag317.xml"/><Relationship Id="rId48" Type="http://schemas.openxmlformats.org/officeDocument/2006/relationships/tags" Target="../tags/tag322.xml"/><Relationship Id="rId64" Type="http://schemas.openxmlformats.org/officeDocument/2006/relationships/tags" Target="../tags/tag338.xml"/><Relationship Id="rId69" Type="http://schemas.openxmlformats.org/officeDocument/2006/relationships/tags" Target="../tags/tag343.xml"/><Relationship Id="rId113" Type="http://schemas.openxmlformats.org/officeDocument/2006/relationships/tags" Target="../tags/tag387.xml"/><Relationship Id="rId118" Type="http://schemas.openxmlformats.org/officeDocument/2006/relationships/chart" Target="../charts/chart8.xml"/><Relationship Id="rId80" Type="http://schemas.openxmlformats.org/officeDocument/2006/relationships/tags" Target="../tags/tag354.xml"/><Relationship Id="rId85" Type="http://schemas.openxmlformats.org/officeDocument/2006/relationships/tags" Target="../tags/tag359.xml"/><Relationship Id="rId12" Type="http://schemas.openxmlformats.org/officeDocument/2006/relationships/tags" Target="../tags/tag286.xml"/><Relationship Id="rId17" Type="http://schemas.openxmlformats.org/officeDocument/2006/relationships/tags" Target="../tags/tag291.xml"/><Relationship Id="rId33" Type="http://schemas.openxmlformats.org/officeDocument/2006/relationships/tags" Target="../tags/tag307.xml"/><Relationship Id="rId38" Type="http://schemas.openxmlformats.org/officeDocument/2006/relationships/tags" Target="../tags/tag312.xml"/><Relationship Id="rId59" Type="http://schemas.openxmlformats.org/officeDocument/2006/relationships/tags" Target="../tags/tag333.xml"/><Relationship Id="rId103" Type="http://schemas.openxmlformats.org/officeDocument/2006/relationships/tags" Target="../tags/tag377.xml"/><Relationship Id="rId108" Type="http://schemas.openxmlformats.org/officeDocument/2006/relationships/tags" Target="../tags/tag382.xml"/><Relationship Id="rId54" Type="http://schemas.openxmlformats.org/officeDocument/2006/relationships/tags" Target="../tags/tag328.xml"/><Relationship Id="rId70" Type="http://schemas.openxmlformats.org/officeDocument/2006/relationships/tags" Target="../tags/tag344.xml"/><Relationship Id="rId75" Type="http://schemas.openxmlformats.org/officeDocument/2006/relationships/tags" Target="../tags/tag349.xml"/><Relationship Id="rId91" Type="http://schemas.openxmlformats.org/officeDocument/2006/relationships/tags" Target="../tags/tag365.xml"/><Relationship Id="rId96" Type="http://schemas.openxmlformats.org/officeDocument/2006/relationships/tags" Target="../tags/tag370.xml"/><Relationship Id="rId1" Type="http://schemas.openxmlformats.org/officeDocument/2006/relationships/tags" Target="../tags/tag275.xml"/><Relationship Id="rId6" Type="http://schemas.openxmlformats.org/officeDocument/2006/relationships/tags" Target="../tags/tag280.xml"/><Relationship Id="rId23" Type="http://schemas.openxmlformats.org/officeDocument/2006/relationships/tags" Target="../tags/tag297.xml"/><Relationship Id="rId28" Type="http://schemas.openxmlformats.org/officeDocument/2006/relationships/tags" Target="../tags/tag302.xml"/><Relationship Id="rId49" Type="http://schemas.openxmlformats.org/officeDocument/2006/relationships/tags" Target="../tags/tag323.xml"/><Relationship Id="rId114" Type="http://schemas.openxmlformats.org/officeDocument/2006/relationships/slideLayout" Target="../slideLayouts/slideLayout19.xml"/><Relationship Id="rId119" Type="http://schemas.openxmlformats.org/officeDocument/2006/relationships/chart" Target="../charts/chart9.xml"/><Relationship Id="rId44" Type="http://schemas.openxmlformats.org/officeDocument/2006/relationships/tags" Target="../tags/tag318.xml"/><Relationship Id="rId60" Type="http://schemas.openxmlformats.org/officeDocument/2006/relationships/tags" Target="../tags/tag334.xml"/><Relationship Id="rId65" Type="http://schemas.openxmlformats.org/officeDocument/2006/relationships/tags" Target="../tags/tag339.xml"/><Relationship Id="rId81" Type="http://schemas.openxmlformats.org/officeDocument/2006/relationships/tags" Target="../tags/tag355.xml"/><Relationship Id="rId86" Type="http://schemas.openxmlformats.org/officeDocument/2006/relationships/tags" Target="../tags/tag360.xml"/><Relationship Id="rId4" Type="http://schemas.openxmlformats.org/officeDocument/2006/relationships/tags" Target="../tags/tag278.xml"/><Relationship Id="rId9" Type="http://schemas.openxmlformats.org/officeDocument/2006/relationships/tags" Target="../tags/tag283.xml"/><Relationship Id="rId13" Type="http://schemas.openxmlformats.org/officeDocument/2006/relationships/tags" Target="../tags/tag287.xml"/><Relationship Id="rId18" Type="http://schemas.openxmlformats.org/officeDocument/2006/relationships/tags" Target="../tags/tag292.xml"/><Relationship Id="rId39" Type="http://schemas.openxmlformats.org/officeDocument/2006/relationships/tags" Target="../tags/tag313.xml"/><Relationship Id="rId109" Type="http://schemas.openxmlformats.org/officeDocument/2006/relationships/tags" Target="../tags/tag383.xml"/><Relationship Id="rId34" Type="http://schemas.openxmlformats.org/officeDocument/2006/relationships/tags" Target="../tags/tag308.xml"/><Relationship Id="rId50" Type="http://schemas.openxmlformats.org/officeDocument/2006/relationships/tags" Target="../tags/tag324.xml"/><Relationship Id="rId55" Type="http://schemas.openxmlformats.org/officeDocument/2006/relationships/tags" Target="../tags/tag329.xml"/><Relationship Id="rId76" Type="http://schemas.openxmlformats.org/officeDocument/2006/relationships/tags" Target="../tags/tag350.xml"/><Relationship Id="rId97" Type="http://schemas.openxmlformats.org/officeDocument/2006/relationships/tags" Target="../tags/tag371.xml"/><Relationship Id="rId104" Type="http://schemas.openxmlformats.org/officeDocument/2006/relationships/tags" Target="../tags/tag378.xml"/><Relationship Id="rId120" Type="http://schemas.openxmlformats.org/officeDocument/2006/relationships/chart" Target="../charts/chart10.xml"/><Relationship Id="rId7" Type="http://schemas.openxmlformats.org/officeDocument/2006/relationships/tags" Target="../tags/tag281.xml"/><Relationship Id="rId71" Type="http://schemas.openxmlformats.org/officeDocument/2006/relationships/tags" Target="../tags/tag345.xml"/><Relationship Id="rId92" Type="http://schemas.openxmlformats.org/officeDocument/2006/relationships/tags" Target="../tags/tag366.xml"/><Relationship Id="rId2" Type="http://schemas.openxmlformats.org/officeDocument/2006/relationships/tags" Target="../tags/tag276.xml"/><Relationship Id="rId29" Type="http://schemas.openxmlformats.org/officeDocument/2006/relationships/tags" Target="../tags/tag303.xml"/><Relationship Id="rId24" Type="http://schemas.openxmlformats.org/officeDocument/2006/relationships/tags" Target="../tags/tag298.xml"/><Relationship Id="rId40" Type="http://schemas.openxmlformats.org/officeDocument/2006/relationships/tags" Target="../tags/tag314.xml"/><Relationship Id="rId45" Type="http://schemas.openxmlformats.org/officeDocument/2006/relationships/tags" Target="../tags/tag319.xml"/><Relationship Id="rId66" Type="http://schemas.openxmlformats.org/officeDocument/2006/relationships/tags" Target="../tags/tag340.xml"/><Relationship Id="rId87" Type="http://schemas.openxmlformats.org/officeDocument/2006/relationships/tags" Target="../tags/tag361.xml"/><Relationship Id="rId110" Type="http://schemas.openxmlformats.org/officeDocument/2006/relationships/tags" Target="../tags/tag384.xml"/><Relationship Id="rId115" Type="http://schemas.openxmlformats.org/officeDocument/2006/relationships/oleObject" Target="../embeddings/oleObject68.bin"/><Relationship Id="rId61" Type="http://schemas.openxmlformats.org/officeDocument/2006/relationships/tags" Target="../tags/tag335.xml"/><Relationship Id="rId82" Type="http://schemas.openxmlformats.org/officeDocument/2006/relationships/tags" Target="../tags/tag356.xml"/><Relationship Id="rId19" Type="http://schemas.openxmlformats.org/officeDocument/2006/relationships/tags" Target="../tags/tag293.xml"/><Relationship Id="rId14" Type="http://schemas.openxmlformats.org/officeDocument/2006/relationships/tags" Target="../tags/tag288.xml"/><Relationship Id="rId30" Type="http://schemas.openxmlformats.org/officeDocument/2006/relationships/tags" Target="../tags/tag304.xml"/><Relationship Id="rId35" Type="http://schemas.openxmlformats.org/officeDocument/2006/relationships/tags" Target="../tags/tag309.xml"/><Relationship Id="rId56" Type="http://schemas.openxmlformats.org/officeDocument/2006/relationships/tags" Target="../tags/tag330.xml"/><Relationship Id="rId77" Type="http://schemas.openxmlformats.org/officeDocument/2006/relationships/tags" Target="../tags/tag351.xml"/><Relationship Id="rId100" Type="http://schemas.openxmlformats.org/officeDocument/2006/relationships/tags" Target="../tags/tag374.xml"/><Relationship Id="rId105" Type="http://schemas.openxmlformats.org/officeDocument/2006/relationships/tags" Target="../tags/tag379.xml"/><Relationship Id="rId8" Type="http://schemas.openxmlformats.org/officeDocument/2006/relationships/tags" Target="../tags/tag282.xml"/><Relationship Id="rId51" Type="http://schemas.openxmlformats.org/officeDocument/2006/relationships/tags" Target="../tags/tag325.xml"/><Relationship Id="rId72" Type="http://schemas.openxmlformats.org/officeDocument/2006/relationships/tags" Target="../tags/tag346.xml"/><Relationship Id="rId93" Type="http://schemas.openxmlformats.org/officeDocument/2006/relationships/tags" Target="../tags/tag367.xml"/><Relationship Id="rId98" Type="http://schemas.openxmlformats.org/officeDocument/2006/relationships/tags" Target="../tags/tag372.xml"/><Relationship Id="rId121" Type="http://schemas.openxmlformats.org/officeDocument/2006/relationships/chart" Target="../charts/chart11.xml"/><Relationship Id="rId3" Type="http://schemas.openxmlformats.org/officeDocument/2006/relationships/tags" Target="../tags/tag277.xml"/><Relationship Id="rId25" Type="http://schemas.openxmlformats.org/officeDocument/2006/relationships/tags" Target="../tags/tag299.xml"/><Relationship Id="rId46" Type="http://schemas.openxmlformats.org/officeDocument/2006/relationships/tags" Target="../tags/tag320.xml"/><Relationship Id="rId67" Type="http://schemas.openxmlformats.org/officeDocument/2006/relationships/tags" Target="../tags/tag341.xml"/><Relationship Id="rId116" Type="http://schemas.openxmlformats.org/officeDocument/2006/relationships/image" Target="../media/image31.emf"/><Relationship Id="rId20" Type="http://schemas.openxmlformats.org/officeDocument/2006/relationships/tags" Target="../tags/tag294.xml"/><Relationship Id="rId41" Type="http://schemas.openxmlformats.org/officeDocument/2006/relationships/tags" Target="../tags/tag315.xml"/><Relationship Id="rId62" Type="http://schemas.openxmlformats.org/officeDocument/2006/relationships/tags" Target="../tags/tag336.xml"/><Relationship Id="rId83" Type="http://schemas.openxmlformats.org/officeDocument/2006/relationships/tags" Target="../tags/tag357.xml"/><Relationship Id="rId88" Type="http://schemas.openxmlformats.org/officeDocument/2006/relationships/tags" Target="../tags/tag362.xml"/><Relationship Id="rId111" Type="http://schemas.openxmlformats.org/officeDocument/2006/relationships/tags" Target="../tags/tag385.xml"/><Relationship Id="rId15" Type="http://schemas.openxmlformats.org/officeDocument/2006/relationships/tags" Target="../tags/tag289.xml"/><Relationship Id="rId36" Type="http://schemas.openxmlformats.org/officeDocument/2006/relationships/tags" Target="../tags/tag310.xml"/><Relationship Id="rId57" Type="http://schemas.openxmlformats.org/officeDocument/2006/relationships/tags" Target="../tags/tag331.xml"/><Relationship Id="rId106" Type="http://schemas.openxmlformats.org/officeDocument/2006/relationships/tags" Target="../tags/tag380.xml"/><Relationship Id="rId10" Type="http://schemas.openxmlformats.org/officeDocument/2006/relationships/tags" Target="../tags/tag284.xml"/><Relationship Id="rId31" Type="http://schemas.openxmlformats.org/officeDocument/2006/relationships/tags" Target="../tags/tag305.xml"/><Relationship Id="rId52" Type="http://schemas.openxmlformats.org/officeDocument/2006/relationships/tags" Target="../tags/tag326.xml"/><Relationship Id="rId73" Type="http://schemas.openxmlformats.org/officeDocument/2006/relationships/tags" Target="../tags/tag347.xml"/><Relationship Id="rId78" Type="http://schemas.openxmlformats.org/officeDocument/2006/relationships/tags" Target="../tags/tag352.xml"/><Relationship Id="rId94" Type="http://schemas.openxmlformats.org/officeDocument/2006/relationships/tags" Target="../tags/tag368.xml"/><Relationship Id="rId99" Type="http://schemas.openxmlformats.org/officeDocument/2006/relationships/tags" Target="../tags/tag373.xml"/><Relationship Id="rId101" Type="http://schemas.openxmlformats.org/officeDocument/2006/relationships/tags" Target="../tags/tag375.xml"/><Relationship Id="rId122" Type="http://schemas.openxmlformats.org/officeDocument/2006/relationships/chart" Target="../charts/chart12.xml"/></Relationships>
</file>

<file path=ppt/slides/_rels/slide6.xml.rels><?xml version="1.0" encoding="UTF-8" standalone="yes"?>
<Relationships xmlns="http://schemas.openxmlformats.org/package/2006/relationships"><Relationship Id="rId26" Type="http://schemas.openxmlformats.org/officeDocument/2006/relationships/tags" Target="../tags/tag413.xml"/><Relationship Id="rId21" Type="http://schemas.openxmlformats.org/officeDocument/2006/relationships/tags" Target="../tags/tag408.xml"/><Relationship Id="rId42" Type="http://schemas.openxmlformats.org/officeDocument/2006/relationships/tags" Target="../tags/tag429.xml"/><Relationship Id="rId47" Type="http://schemas.openxmlformats.org/officeDocument/2006/relationships/tags" Target="../tags/tag434.xml"/><Relationship Id="rId63" Type="http://schemas.openxmlformats.org/officeDocument/2006/relationships/tags" Target="../tags/tag450.xml"/><Relationship Id="rId68" Type="http://schemas.openxmlformats.org/officeDocument/2006/relationships/tags" Target="../tags/tag455.xml"/><Relationship Id="rId84" Type="http://schemas.openxmlformats.org/officeDocument/2006/relationships/tags" Target="../tags/tag471.xml"/><Relationship Id="rId89" Type="http://schemas.openxmlformats.org/officeDocument/2006/relationships/tags" Target="../tags/tag476.xml"/><Relationship Id="rId16" Type="http://schemas.openxmlformats.org/officeDocument/2006/relationships/tags" Target="../tags/tag403.xml"/><Relationship Id="rId11" Type="http://schemas.openxmlformats.org/officeDocument/2006/relationships/tags" Target="../tags/tag398.xml"/><Relationship Id="rId32" Type="http://schemas.openxmlformats.org/officeDocument/2006/relationships/tags" Target="../tags/tag419.xml"/><Relationship Id="rId37" Type="http://schemas.openxmlformats.org/officeDocument/2006/relationships/tags" Target="../tags/tag424.xml"/><Relationship Id="rId53" Type="http://schemas.openxmlformats.org/officeDocument/2006/relationships/tags" Target="../tags/tag440.xml"/><Relationship Id="rId58" Type="http://schemas.openxmlformats.org/officeDocument/2006/relationships/tags" Target="../tags/tag445.xml"/><Relationship Id="rId74" Type="http://schemas.openxmlformats.org/officeDocument/2006/relationships/tags" Target="../tags/tag461.xml"/><Relationship Id="rId79" Type="http://schemas.openxmlformats.org/officeDocument/2006/relationships/tags" Target="../tags/tag466.xml"/><Relationship Id="rId5" Type="http://schemas.openxmlformats.org/officeDocument/2006/relationships/tags" Target="../tags/tag392.xml"/><Relationship Id="rId90" Type="http://schemas.openxmlformats.org/officeDocument/2006/relationships/slideLayout" Target="../slideLayouts/slideLayout19.xml"/><Relationship Id="rId95" Type="http://schemas.openxmlformats.org/officeDocument/2006/relationships/chart" Target="../charts/chart14.xml"/><Relationship Id="rId22" Type="http://schemas.openxmlformats.org/officeDocument/2006/relationships/tags" Target="../tags/tag409.xml"/><Relationship Id="rId27" Type="http://schemas.openxmlformats.org/officeDocument/2006/relationships/tags" Target="../tags/tag414.xml"/><Relationship Id="rId43" Type="http://schemas.openxmlformats.org/officeDocument/2006/relationships/tags" Target="../tags/tag430.xml"/><Relationship Id="rId48" Type="http://schemas.openxmlformats.org/officeDocument/2006/relationships/tags" Target="../tags/tag435.xml"/><Relationship Id="rId64" Type="http://schemas.openxmlformats.org/officeDocument/2006/relationships/tags" Target="../tags/tag451.xml"/><Relationship Id="rId69" Type="http://schemas.openxmlformats.org/officeDocument/2006/relationships/tags" Target="../tags/tag456.xml"/><Relationship Id="rId80" Type="http://schemas.openxmlformats.org/officeDocument/2006/relationships/tags" Target="../tags/tag467.xml"/><Relationship Id="rId85" Type="http://schemas.openxmlformats.org/officeDocument/2006/relationships/tags" Target="../tags/tag472.xml"/><Relationship Id="rId3" Type="http://schemas.openxmlformats.org/officeDocument/2006/relationships/tags" Target="../tags/tag390.xml"/><Relationship Id="rId12" Type="http://schemas.openxmlformats.org/officeDocument/2006/relationships/tags" Target="../tags/tag399.xml"/><Relationship Id="rId17" Type="http://schemas.openxmlformats.org/officeDocument/2006/relationships/tags" Target="../tags/tag404.xml"/><Relationship Id="rId25" Type="http://schemas.openxmlformats.org/officeDocument/2006/relationships/tags" Target="../tags/tag412.xml"/><Relationship Id="rId33" Type="http://schemas.openxmlformats.org/officeDocument/2006/relationships/tags" Target="../tags/tag420.xml"/><Relationship Id="rId38" Type="http://schemas.openxmlformats.org/officeDocument/2006/relationships/tags" Target="../tags/tag425.xml"/><Relationship Id="rId46" Type="http://schemas.openxmlformats.org/officeDocument/2006/relationships/tags" Target="../tags/tag433.xml"/><Relationship Id="rId59" Type="http://schemas.openxmlformats.org/officeDocument/2006/relationships/tags" Target="../tags/tag446.xml"/><Relationship Id="rId67" Type="http://schemas.openxmlformats.org/officeDocument/2006/relationships/tags" Target="../tags/tag454.xml"/><Relationship Id="rId20" Type="http://schemas.openxmlformats.org/officeDocument/2006/relationships/tags" Target="../tags/tag407.xml"/><Relationship Id="rId41" Type="http://schemas.openxmlformats.org/officeDocument/2006/relationships/tags" Target="../tags/tag428.xml"/><Relationship Id="rId54" Type="http://schemas.openxmlformats.org/officeDocument/2006/relationships/tags" Target="../tags/tag441.xml"/><Relationship Id="rId62" Type="http://schemas.openxmlformats.org/officeDocument/2006/relationships/tags" Target="../tags/tag449.xml"/><Relationship Id="rId70" Type="http://schemas.openxmlformats.org/officeDocument/2006/relationships/tags" Target="../tags/tag457.xml"/><Relationship Id="rId75" Type="http://schemas.openxmlformats.org/officeDocument/2006/relationships/tags" Target="../tags/tag462.xml"/><Relationship Id="rId83" Type="http://schemas.openxmlformats.org/officeDocument/2006/relationships/tags" Target="../tags/tag470.xml"/><Relationship Id="rId88" Type="http://schemas.openxmlformats.org/officeDocument/2006/relationships/tags" Target="../tags/tag475.xml"/><Relationship Id="rId91" Type="http://schemas.openxmlformats.org/officeDocument/2006/relationships/notesSlide" Target="../notesSlides/notesSlide2.xml"/><Relationship Id="rId96" Type="http://schemas.openxmlformats.org/officeDocument/2006/relationships/chart" Target="../charts/chart15.xml"/><Relationship Id="rId1" Type="http://schemas.openxmlformats.org/officeDocument/2006/relationships/tags" Target="../tags/tag388.xml"/><Relationship Id="rId6" Type="http://schemas.openxmlformats.org/officeDocument/2006/relationships/tags" Target="../tags/tag393.xml"/><Relationship Id="rId15" Type="http://schemas.openxmlformats.org/officeDocument/2006/relationships/tags" Target="../tags/tag402.xml"/><Relationship Id="rId23" Type="http://schemas.openxmlformats.org/officeDocument/2006/relationships/tags" Target="../tags/tag410.xml"/><Relationship Id="rId28" Type="http://schemas.openxmlformats.org/officeDocument/2006/relationships/tags" Target="../tags/tag415.xml"/><Relationship Id="rId36" Type="http://schemas.openxmlformats.org/officeDocument/2006/relationships/tags" Target="../tags/tag423.xml"/><Relationship Id="rId49" Type="http://schemas.openxmlformats.org/officeDocument/2006/relationships/tags" Target="../tags/tag436.xml"/><Relationship Id="rId57" Type="http://schemas.openxmlformats.org/officeDocument/2006/relationships/tags" Target="../tags/tag444.xml"/><Relationship Id="rId10" Type="http://schemas.openxmlformats.org/officeDocument/2006/relationships/tags" Target="../tags/tag397.xml"/><Relationship Id="rId31" Type="http://schemas.openxmlformats.org/officeDocument/2006/relationships/tags" Target="../tags/tag418.xml"/><Relationship Id="rId44" Type="http://schemas.openxmlformats.org/officeDocument/2006/relationships/tags" Target="../tags/tag431.xml"/><Relationship Id="rId52" Type="http://schemas.openxmlformats.org/officeDocument/2006/relationships/tags" Target="../tags/tag439.xml"/><Relationship Id="rId60" Type="http://schemas.openxmlformats.org/officeDocument/2006/relationships/tags" Target="../tags/tag447.xml"/><Relationship Id="rId65" Type="http://schemas.openxmlformats.org/officeDocument/2006/relationships/tags" Target="../tags/tag452.xml"/><Relationship Id="rId73" Type="http://schemas.openxmlformats.org/officeDocument/2006/relationships/tags" Target="../tags/tag460.xml"/><Relationship Id="rId78" Type="http://schemas.openxmlformats.org/officeDocument/2006/relationships/tags" Target="../tags/tag465.xml"/><Relationship Id="rId81" Type="http://schemas.openxmlformats.org/officeDocument/2006/relationships/tags" Target="../tags/tag468.xml"/><Relationship Id="rId86" Type="http://schemas.openxmlformats.org/officeDocument/2006/relationships/tags" Target="../tags/tag473.xml"/><Relationship Id="rId94" Type="http://schemas.openxmlformats.org/officeDocument/2006/relationships/chart" Target="../charts/chart13.xml"/><Relationship Id="rId4" Type="http://schemas.openxmlformats.org/officeDocument/2006/relationships/tags" Target="../tags/tag391.xml"/><Relationship Id="rId9" Type="http://schemas.openxmlformats.org/officeDocument/2006/relationships/tags" Target="../tags/tag396.xml"/><Relationship Id="rId13" Type="http://schemas.openxmlformats.org/officeDocument/2006/relationships/tags" Target="../tags/tag400.xml"/><Relationship Id="rId18" Type="http://schemas.openxmlformats.org/officeDocument/2006/relationships/tags" Target="../tags/tag405.xml"/><Relationship Id="rId39" Type="http://schemas.openxmlformats.org/officeDocument/2006/relationships/tags" Target="../tags/tag426.xml"/><Relationship Id="rId34" Type="http://schemas.openxmlformats.org/officeDocument/2006/relationships/tags" Target="../tags/tag421.xml"/><Relationship Id="rId50" Type="http://schemas.openxmlformats.org/officeDocument/2006/relationships/tags" Target="../tags/tag437.xml"/><Relationship Id="rId55" Type="http://schemas.openxmlformats.org/officeDocument/2006/relationships/tags" Target="../tags/tag442.xml"/><Relationship Id="rId76" Type="http://schemas.openxmlformats.org/officeDocument/2006/relationships/tags" Target="../tags/tag463.xml"/><Relationship Id="rId97" Type="http://schemas.openxmlformats.org/officeDocument/2006/relationships/chart" Target="../charts/chart16.xml"/><Relationship Id="rId7" Type="http://schemas.openxmlformats.org/officeDocument/2006/relationships/tags" Target="../tags/tag394.xml"/><Relationship Id="rId71" Type="http://schemas.openxmlformats.org/officeDocument/2006/relationships/tags" Target="../tags/tag458.xml"/><Relationship Id="rId92" Type="http://schemas.openxmlformats.org/officeDocument/2006/relationships/oleObject" Target="../embeddings/oleObject69.bin"/><Relationship Id="rId2" Type="http://schemas.openxmlformats.org/officeDocument/2006/relationships/tags" Target="../tags/tag389.xml"/><Relationship Id="rId29" Type="http://schemas.openxmlformats.org/officeDocument/2006/relationships/tags" Target="../tags/tag416.xml"/><Relationship Id="rId24" Type="http://schemas.openxmlformats.org/officeDocument/2006/relationships/tags" Target="../tags/tag411.xml"/><Relationship Id="rId40" Type="http://schemas.openxmlformats.org/officeDocument/2006/relationships/tags" Target="../tags/tag427.xml"/><Relationship Id="rId45" Type="http://schemas.openxmlformats.org/officeDocument/2006/relationships/tags" Target="../tags/tag432.xml"/><Relationship Id="rId66" Type="http://schemas.openxmlformats.org/officeDocument/2006/relationships/tags" Target="../tags/tag453.xml"/><Relationship Id="rId87" Type="http://schemas.openxmlformats.org/officeDocument/2006/relationships/tags" Target="../tags/tag474.xml"/><Relationship Id="rId61" Type="http://schemas.openxmlformats.org/officeDocument/2006/relationships/tags" Target="../tags/tag448.xml"/><Relationship Id="rId82" Type="http://schemas.openxmlformats.org/officeDocument/2006/relationships/tags" Target="../tags/tag469.xml"/><Relationship Id="rId19" Type="http://schemas.openxmlformats.org/officeDocument/2006/relationships/tags" Target="../tags/tag406.xml"/><Relationship Id="rId14" Type="http://schemas.openxmlformats.org/officeDocument/2006/relationships/tags" Target="../tags/tag401.xml"/><Relationship Id="rId30" Type="http://schemas.openxmlformats.org/officeDocument/2006/relationships/tags" Target="../tags/tag417.xml"/><Relationship Id="rId35" Type="http://schemas.openxmlformats.org/officeDocument/2006/relationships/tags" Target="../tags/tag422.xml"/><Relationship Id="rId56" Type="http://schemas.openxmlformats.org/officeDocument/2006/relationships/tags" Target="../tags/tag443.xml"/><Relationship Id="rId77" Type="http://schemas.openxmlformats.org/officeDocument/2006/relationships/tags" Target="../tags/tag464.xml"/><Relationship Id="rId8" Type="http://schemas.openxmlformats.org/officeDocument/2006/relationships/tags" Target="../tags/tag395.xml"/><Relationship Id="rId51" Type="http://schemas.openxmlformats.org/officeDocument/2006/relationships/tags" Target="../tags/tag438.xml"/><Relationship Id="rId72" Type="http://schemas.openxmlformats.org/officeDocument/2006/relationships/tags" Target="../tags/tag459.xml"/><Relationship Id="rId93" Type="http://schemas.openxmlformats.org/officeDocument/2006/relationships/image" Target="../media/image42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0.bin"/><Relationship Id="rId2" Type="http://schemas.openxmlformats.org/officeDocument/2006/relationships/slideLayout" Target="../slideLayouts/slideLayout19.xml"/><Relationship Id="rId1" Type="http://schemas.openxmlformats.org/officeDocument/2006/relationships/tags" Target="../tags/tag477.xml"/><Relationship Id="rId6" Type="http://schemas.microsoft.com/office/2007/relationships/hdphoto" Target="../media/hdphoto2.wdp"/><Relationship Id="rId5" Type="http://schemas.openxmlformats.org/officeDocument/2006/relationships/image" Target="../media/image43.png"/><Relationship Id="rId4" Type="http://schemas.openxmlformats.org/officeDocument/2006/relationships/image" Target="../media/image31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1.bin"/><Relationship Id="rId2" Type="http://schemas.openxmlformats.org/officeDocument/2006/relationships/slideLayout" Target="../slideLayouts/slideLayout35.xml"/><Relationship Id="rId1" Type="http://schemas.openxmlformats.org/officeDocument/2006/relationships/tags" Target="../tags/tag478.xml"/><Relationship Id="rId4" Type="http://schemas.openxmlformats.org/officeDocument/2006/relationships/image" Target="../media/image4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514EC135-E60A-0C45-9201-F2AEB7F6790F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2337276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4" imgW="395" imgH="394" progId="TCLayout.ActiveDocument.1">
                  <p:embed/>
                </p:oleObj>
              </mc:Choice>
              <mc:Fallback>
                <p:oleObj name="thinkcell Slide" r:id="rId4" imgW="395" imgH="394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14EC135-E60A-0C45-9201-F2AEB7F6790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12C1D3-4A3D-EF2F-2151-255E72AE77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111601" y="4172652"/>
            <a:ext cx="2432664" cy="343514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b="0"/>
              <a:t>01 April 2026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4459B9-9057-9BFE-3F51-AADF7077CF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06824" y="2372297"/>
            <a:ext cx="8001000" cy="2055656"/>
          </a:xfrm>
        </p:spPr>
        <p:txBody>
          <a:bodyPr vert="horz" rIns="91440" anchor="ctr"/>
          <a:lstStyle/>
          <a:p>
            <a:r>
              <a:rPr lang="en-US" sz="3200" b="1" err="1"/>
              <a:t>Rapat</a:t>
            </a:r>
            <a:r>
              <a:rPr lang="en-US" sz="3200" b="1"/>
              <a:t> </a:t>
            </a:r>
            <a:r>
              <a:rPr lang="en-US" sz="3200" b="1" err="1"/>
              <a:t>Direksi</a:t>
            </a:r>
            <a:r>
              <a:rPr lang="en-US" sz="3200" b="1"/>
              <a:t> PT ABC Energy</a:t>
            </a:r>
            <a:br>
              <a:rPr lang="en-US" sz="3600" b="1"/>
            </a:br>
            <a:r>
              <a:rPr lang="en-US" sz="2400" b="1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Untuk</a:t>
            </a:r>
            <a:r>
              <a:rPr lang="en-US" sz="2400" b="1">
                <a:solidFill>
                  <a:schemeClr val="accent3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2400" b="1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Mendapatkan</a:t>
            </a:r>
            <a:r>
              <a:rPr lang="en-US" sz="2400" b="1">
                <a:solidFill>
                  <a:schemeClr val="accent3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2400" b="1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Rekomendasi</a:t>
            </a:r>
            <a:r>
              <a:rPr lang="en-US" sz="2400" b="1">
                <a:solidFill>
                  <a:schemeClr val="accent3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2400" b="1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Persetujuan</a:t>
            </a:r>
            <a:r>
              <a:rPr lang="en-US" sz="2400" b="1">
                <a:solidFill>
                  <a:schemeClr val="accent3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2400" b="1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Rancangan</a:t>
            </a:r>
            <a:r>
              <a:rPr lang="en-US" sz="2400" b="1">
                <a:solidFill>
                  <a:schemeClr val="accent3">
                    <a:lumMod val="20000"/>
                    <a:lumOff val="80000"/>
                  </a:schemeClr>
                </a:solidFill>
              </a:rPr>
              <a:t> RJPP 2026-2030 &amp; </a:t>
            </a:r>
            <a:r>
              <a:rPr lang="en-US" sz="2400" b="1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Penandatanganan</a:t>
            </a:r>
            <a:r>
              <a:rPr lang="en-US" sz="2400" b="1">
                <a:solidFill>
                  <a:schemeClr val="accent3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2400" b="1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Buku</a:t>
            </a:r>
            <a:r>
              <a:rPr lang="en-US" sz="2400" b="1">
                <a:solidFill>
                  <a:schemeClr val="accent3">
                    <a:lumMod val="20000"/>
                    <a:lumOff val="80000"/>
                  </a:schemeClr>
                </a:solidFill>
              </a:rPr>
              <a:t> RJPP 2026-2030</a:t>
            </a:r>
          </a:p>
        </p:txBody>
      </p:sp>
    </p:spTree>
    <p:extLst>
      <p:ext uri="{BB962C8B-B14F-4D97-AF65-F5344CB8AC3E}">
        <p14:creationId xmlns:p14="http://schemas.microsoft.com/office/powerpoint/2010/main" val="45406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3" name="thinkcell data - do not delete" hidden="1">
            <a:extLst>
              <a:ext uri="{FF2B5EF4-FFF2-40B4-BE49-F238E27FC236}">
                <a16:creationId xmlns:a16="http://schemas.microsoft.com/office/drawing/2014/main" id="{7178F363-DF04-A426-C2AB-997B0E1C824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8302427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79" imgW="498" imgH="499" progId="TCLayout.ActiveDocument.1">
                  <p:embed/>
                </p:oleObj>
              </mc:Choice>
              <mc:Fallback>
                <p:oleObj name="thinkcell Slide" r:id="rId79" imgW="498" imgH="499" progId="TCLayout.ActiveDocument.1">
                  <p:embed/>
                  <p:pic>
                    <p:nvPicPr>
                      <p:cNvPr id="83" name="thinkcell data - do not delete" hidden="1">
                        <a:extLst>
                          <a:ext uri="{FF2B5EF4-FFF2-40B4-BE49-F238E27FC236}">
                            <a16:creationId xmlns:a16="http://schemas.microsoft.com/office/drawing/2014/main" id="{7178F363-DF04-A426-C2AB-997B0E1C824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55C0020-50E8-A4C6-6024-7B55DD3468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CBDF8C73-E7AA-6F5F-E61A-C3F72EBC69E2}"/>
              </a:ext>
            </a:extLst>
          </p:cNvPr>
          <p:cNvSpPr txBox="1">
            <a:spLocks/>
          </p:cNvSpPr>
          <p:nvPr/>
        </p:nvSpPr>
        <p:spPr>
          <a:xfrm>
            <a:off x="201202" y="184403"/>
            <a:ext cx="8818974" cy="472570"/>
          </a:xfrm>
          <a:prstGeom prst="rect">
            <a:avLst/>
          </a:prstGeom>
        </p:spPr>
        <p:txBody>
          <a:bodyPr vert="horz" wrap="square" lIns="91440" tIns="45720" rIns="91440" bIns="4572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2400" b="1" i="0" u="none" kern="1200" spc="0">
                <a:solidFill>
                  <a:schemeClr val="tx2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 i="1"/>
              <a:t>Key Assumptions </a:t>
            </a:r>
            <a:r>
              <a:rPr lang="en-US" err="1"/>
              <a:t>Penyusunan</a:t>
            </a:r>
            <a:r>
              <a:rPr lang="en-US"/>
              <a:t> RJPP 2026-2030</a:t>
            </a:r>
            <a:br>
              <a:rPr lang="en-US"/>
            </a:br>
            <a:r>
              <a:rPr lang="en-US" sz="1600" b="0">
                <a:solidFill>
                  <a:schemeClr val="tx1"/>
                </a:solidFill>
              </a:rPr>
              <a:t>Parameter </a:t>
            </a:r>
            <a:r>
              <a:rPr lang="en-US" sz="1600" b="0" err="1">
                <a:solidFill>
                  <a:schemeClr val="tx1"/>
                </a:solidFill>
              </a:rPr>
              <a:t>strategis</a:t>
            </a:r>
            <a:r>
              <a:rPr lang="en-US" sz="1600" b="0">
                <a:solidFill>
                  <a:schemeClr val="tx1"/>
                </a:solidFill>
              </a:rPr>
              <a:t> </a:t>
            </a:r>
            <a:r>
              <a:rPr lang="en-US" sz="1600" b="0" err="1">
                <a:solidFill>
                  <a:schemeClr val="tx1"/>
                </a:solidFill>
              </a:rPr>
              <a:t>menjadi</a:t>
            </a:r>
            <a:r>
              <a:rPr lang="en-US" sz="1600" b="0">
                <a:solidFill>
                  <a:schemeClr val="tx1"/>
                </a:solidFill>
              </a:rPr>
              <a:t> basis </a:t>
            </a:r>
            <a:r>
              <a:rPr lang="en-US" sz="1600" b="0" err="1">
                <a:solidFill>
                  <a:schemeClr val="tx1"/>
                </a:solidFill>
              </a:rPr>
              <a:t>asumsi</a:t>
            </a:r>
            <a:r>
              <a:rPr lang="en-US" sz="1600" b="0">
                <a:solidFill>
                  <a:schemeClr val="tx1"/>
                </a:solidFill>
              </a:rPr>
              <a:t> yang </a:t>
            </a:r>
            <a:r>
              <a:rPr lang="en-US" sz="1600" b="0" err="1">
                <a:solidFill>
                  <a:schemeClr val="tx1"/>
                </a:solidFill>
              </a:rPr>
              <a:t>digunakan</a:t>
            </a:r>
            <a:r>
              <a:rPr lang="en-US" sz="1600" b="0">
                <a:solidFill>
                  <a:schemeClr val="tx1"/>
                </a:solidFill>
              </a:rPr>
              <a:t> PT ABC Energy </a:t>
            </a:r>
            <a:endParaRPr lang="en-US" sz="20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B0193A-6A3B-8BC2-EF4F-5FD219709EED}"/>
              </a:ext>
            </a:extLst>
          </p:cNvPr>
          <p:cNvSpPr/>
          <p:nvPr/>
        </p:nvSpPr>
        <p:spPr>
          <a:xfrm>
            <a:off x="9115424" y="-5790"/>
            <a:ext cx="3076575" cy="6858000"/>
          </a:xfrm>
          <a:prstGeom prst="rect">
            <a:avLst/>
          </a:prstGeom>
          <a:gradFill flip="none" rotWithShape="1">
            <a:gsLst>
              <a:gs pos="0">
                <a:schemeClr val="tx2">
                  <a:shade val="30000"/>
                  <a:satMod val="115000"/>
                </a:schemeClr>
              </a:gs>
              <a:gs pos="50000">
                <a:schemeClr val="tx2">
                  <a:shade val="67500"/>
                  <a:satMod val="115000"/>
                </a:schemeClr>
              </a:gs>
              <a:gs pos="100000">
                <a:schemeClr val="tx2">
                  <a:shade val="100000"/>
                  <a:satMod val="115000"/>
                </a:schemeClr>
              </a:gs>
            </a:gsLst>
            <a:lin ang="8100000" scaled="1"/>
            <a:tileRect/>
          </a:gra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4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6" name="Rectangle: Rounded Corners 255">
            <a:extLst>
              <a:ext uri="{FF2B5EF4-FFF2-40B4-BE49-F238E27FC236}">
                <a16:creationId xmlns:a16="http://schemas.microsoft.com/office/drawing/2014/main" id="{3C4E75DB-A5EB-5856-95C5-7CF76FDB08DF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23850" y="1430338"/>
            <a:ext cx="2611438" cy="26511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5982CB">
                    <a:lumMod val="50000"/>
                  </a:srgbClr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Harga Brent ($/</a:t>
            </a:r>
            <a:r>
              <a:rPr kumimoji="0" lang="en-US" sz="1400" b="1" i="0" u="none" strike="noStrike" kern="1200" cap="none" spc="0" normalizeH="0" baseline="0" noProof="0" err="1">
                <a:ln>
                  <a:noFill/>
                </a:ln>
                <a:solidFill>
                  <a:srgbClr val="5982CB">
                    <a:lumMod val="50000"/>
                  </a:srgbClr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bbl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5982CB">
                    <a:lumMod val="50000"/>
                  </a:srgbClr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)</a:t>
            </a:r>
          </a:p>
        </p:txBody>
      </p:sp>
      <p:sp>
        <p:nvSpPr>
          <p:cNvPr id="27" name="Rectangle: Rounded Corners 262">
            <a:extLst>
              <a:ext uri="{FF2B5EF4-FFF2-40B4-BE49-F238E27FC236}">
                <a16:creationId xmlns:a16="http://schemas.microsoft.com/office/drawing/2014/main" id="{43E83F53-1EB2-6D3C-0253-03C0C636C2FE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23850" y="3568700"/>
            <a:ext cx="2611438" cy="26511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5982CB">
                    <a:lumMod val="50000"/>
                  </a:srgbClr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Spread Gasoil 2500 ppm ($/</a:t>
            </a:r>
            <a:r>
              <a:rPr kumimoji="0" lang="en-US" sz="1400" b="1" i="0" u="none" strike="noStrike" kern="1200" cap="none" spc="0" normalizeH="0" baseline="0" noProof="0" err="1">
                <a:ln>
                  <a:noFill/>
                </a:ln>
                <a:solidFill>
                  <a:srgbClr val="5982CB">
                    <a:lumMod val="50000"/>
                  </a:srgbClr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bbl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5982CB">
                    <a:lumMod val="50000"/>
                  </a:srgbClr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)</a:t>
            </a:r>
          </a:p>
        </p:txBody>
      </p:sp>
      <p:sp>
        <p:nvSpPr>
          <p:cNvPr id="38" name="Rectangle: Rounded Corners 255">
            <a:extLst>
              <a:ext uri="{FF2B5EF4-FFF2-40B4-BE49-F238E27FC236}">
                <a16:creationId xmlns:a16="http://schemas.microsoft.com/office/drawing/2014/main" id="{37F9E26C-2976-1ADD-8E04-9AD97429D539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3209925" y="1430338"/>
            <a:ext cx="2611438" cy="26511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defRPr/>
            </a:pPr>
            <a:r>
              <a:rPr lang="en-US" sz="1400" b="1">
                <a:solidFill>
                  <a:srgbClr val="5982CB">
                    <a:lumMod val="50000"/>
                  </a:srgbClr>
                </a:solidFill>
              </a:rPr>
              <a:t>Harga ICP ($/</a:t>
            </a:r>
            <a:r>
              <a:rPr lang="en-US" sz="1400" b="1" err="1">
                <a:solidFill>
                  <a:srgbClr val="5982CB">
                    <a:lumMod val="50000"/>
                  </a:srgbClr>
                </a:solidFill>
              </a:rPr>
              <a:t>bbl</a:t>
            </a:r>
            <a:r>
              <a:rPr lang="en-US" sz="1400" b="1">
                <a:solidFill>
                  <a:srgbClr val="5982CB">
                    <a:lumMod val="50000"/>
                  </a:srgbClr>
                </a:solidFill>
              </a:rPr>
              <a:t>)</a:t>
            </a:r>
          </a:p>
        </p:txBody>
      </p:sp>
      <p:sp>
        <p:nvSpPr>
          <p:cNvPr id="39" name="Rectangle: Rounded Corners 262">
            <a:extLst>
              <a:ext uri="{FF2B5EF4-FFF2-40B4-BE49-F238E27FC236}">
                <a16:creationId xmlns:a16="http://schemas.microsoft.com/office/drawing/2014/main" id="{10C6ED69-2C8C-0235-E44B-EECE3394F8C8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3209925" y="3568700"/>
            <a:ext cx="2611438" cy="26511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defRPr/>
            </a:pPr>
            <a:r>
              <a:rPr lang="en-US" sz="1400" b="1">
                <a:solidFill>
                  <a:srgbClr val="5982CB">
                    <a:lumMod val="50000"/>
                  </a:srgbClr>
                </a:solidFill>
              </a:rPr>
              <a:t>Spread Gasoline RON92 ($/</a:t>
            </a:r>
            <a:r>
              <a:rPr lang="en-US" sz="1400" b="1" err="1">
                <a:solidFill>
                  <a:srgbClr val="5982CB">
                    <a:lumMod val="50000"/>
                  </a:srgbClr>
                </a:solidFill>
              </a:rPr>
              <a:t>bbl</a:t>
            </a:r>
            <a:r>
              <a:rPr lang="en-US" sz="1400" b="1">
                <a:solidFill>
                  <a:srgbClr val="5982CB">
                    <a:lumMod val="50000"/>
                  </a:srgbClr>
                </a:solidFill>
              </a:rPr>
              <a:t>)</a:t>
            </a:r>
          </a:p>
        </p:txBody>
      </p:sp>
      <p:sp>
        <p:nvSpPr>
          <p:cNvPr id="40" name="Rectangle: Rounded Corners 255">
            <a:extLst>
              <a:ext uri="{FF2B5EF4-FFF2-40B4-BE49-F238E27FC236}">
                <a16:creationId xmlns:a16="http://schemas.microsoft.com/office/drawing/2014/main" id="{5295F178-EAF4-1E2A-777D-156594450C56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6210300" y="1430338"/>
            <a:ext cx="2611438" cy="26511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defRPr/>
            </a:pPr>
            <a:r>
              <a:rPr lang="en-US" sz="1400" b="1">
                <a:solidFill>
                  <a:srgbClr val="5982CB">
                    <a:lumMod val="50000"/>
                  </a:srgbClr>
                </a:solidFill>
              </a:rPr>
              <a:t>Kurs USD/IDR (IDR)</a:t>
            </a:r>
          </a:p>
        </p:txBody>
      </p:sp>
      <p:sp>
        <p:nvSpPr>
          <p:cNvPr id="41" name="Rectangle: Rounded Corners 262">
            <a:extLst>
              <a:ext uri="{FF2B5EF4-FFF2-40B4-BE49-F238E27FC236}">
                <a16:creationId xmlns:a16="http://schemas.microsoft.com/office/drawing/2014/main" id="{EA2B582D-EE86-8F04-AF3B-8D5E58A45302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6210300" y="3568700"/>
            <a:ext cx="2611438" cy="26511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defRPr/>
            </a:pPr>
            <a:r>
              <a:rPr lang="en-US" sz="1400" b="1">
                <a:solidFill>
                  <a:srgbClr val="5982CB">
                    <a:lumMod val="50000"/>
                  </a:srgbClr>
                </a:solidFill>
              </a:rPr>
              <a:t>Spread </a:t>
            </a:r>
            <a:r>
              <a:rPr lang="en-US" sz="1400" b="1" err="1">
                <a:solidFill>
                  <a:srgbClr val="5982CB">
                    <a:lumMod val="50000"/>
                  </a:srgbClr>
                </a:solidFill>
              </a:rPr>
              <a:t>Avtur</a:t>
            </a:r>
            <a:r>
              <a:rPr lang="en-US" sz="1400" b="1">
                <a:solidFill>
                  <a:srgbClr val="5982CB">
                    <a:lumMod val="50000"/>
                  </a:srgbClr>
                </a:solidFill>
              </a:rPr>
              <a:t> ($/</a:t>
            </a:r>
            <a:r>
              <a:rPr lang="en-US" sz="1400" b="1" err="1">
                <a:solidFill>
                  <a:srgbClr val="5982CB">
                    <a:lumMod val="50000"/>
                  </a:srgbClr>
                </a:solidFill>
              </a:rPr>
              <a:t>bbl</a:t>
            </a:r>
            <a:r>
              <a:rPr lang="en-US" sz="1400" b="1">
                <a:solidFill>
                  <a:srgbClr val="5982CB">
                    <a:lumMod val="50000"/>
                  </a:srgbClr>
                </a:solidFill>
              </a:rPr>
              <a:t>)</a:t>
            </a:r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C516421C-7FA4-BF75-8985-6EB19EF752E4}"/>
              </a:ext>
            </a:extLst>
          </p:cNvPr>
          <p:cNvGrpSpPr/>
          <p:nvPr/>
        </p:nvGrpSpPr>
        <p:grpSpPr>
          <a:xfrm>
            <a:off x="9305324" y="1648824"/>
            <a:ext cx="2696774" cy="46627"/>
            <a:chOff x="9122691" y="1420761"/>
            <a:chExt cx="2696774" cy="46627"/>
          </a:xfrm>
        </p:grpSpPr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CEA0E540-9AB4-857F-FA49-F1D487170A8F}"/>
                </a:ext>
              </a:extLst>
            </p:cNvPr>
            <p:cNvCxnSpPr>
              <a:cxnSpLocks/>
            </p:cNvCxnSpPr>
            <p:nvPr/>
          </p:nvCxnSpPr>
          <p:spPr>
            <a:xfrm>
              <a:off x="9122691" y="1446223"/>
              <a:ext cx="2696774" cy="0"/>
            </a:xfrm>
            <a:prstGeom prst="line">
              <a:avLst/>
            </a:prstGeom>
            <a:ln w="12700" cap="rnd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D8E797F8-1D1E-7A3C-62D9-3DFAAC5F9BDF}"/>
                </a:ext>
              </a:extLst>
            </p:cNvPr>
            <p:cNvSpPr/>
            <p:nvPr/>
          </p:nvSpPr>
          <p:spPr>
            <a:xfrm>
              <a:off x="9220057" y="1420761"/>
              <a:ext cx="956734" cy="46627"/>
            </a:xfrm>
            <a:prstGeom prst="rect">
              <a:avLst/>
            </a:prstGeom>
            <a:solidFill>
              <a:schemeClr val="bg1"/>
            </a:solidFill>
            <a:ln w="9525" cap="rnd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</p:grpSp>
      <p:sp>
        <p:nvSpPr>
          <p:cNvPr id="80" name="TextBox 79">
            <a:extLst>
              <a:ext uri="{FF2B5EF4-FFF2-40B4-BE49-F238E27FC236}">
                <a16:creationId xmlns:a16="http://schemas.microsoft.com/office/drawing/2014/main" id="{B9D7FF26-8AFC-04DF-32C9-86CD34784CCA}"/>
              </a:ext>
            </a:extLst>
          </p:cNvPr>
          <p:cNvSpPr txBox="1"/>
          <p:nvPr/>
        </p:nvSpPr>
        <p:spPr>
          <a:xfrm>
            <a:off x="9305324" y="1295400"/>
            <a:ext cx="2696175" cy="319081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2000" b="1">
                <a:solidFill>
                  <a:schemeClr val="bg1"/>
                </a:solidFill>
              </a:rPr>
              <a:t>Key Insights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0F7EB269-B9B0-1C13-BC83-3854B8D3331B}"/>
              </a:ext>
            </a:extLst>
          </p:cNvPr>
          <p:cNvSpPr txBox="1"/>
          <p:nvPr/>
        </p:nvSpPr>
        <p:spPr>
          <a:xfrm>
            <a:off x="9305324" y="1768482"/>
            <a:ext cx="2696175" cy="4470392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52000" indent="-144000">
              <a:spcAft>
                <a:spcPts val="200"/>
              </a:spcAft>
              <a:buFont typeface="Arial" panose="020B0604020202020204" pitchFamily="34" charset="0"/>
              <a:buChar char="•"/>
              <a:defRPr/>
            </a:pPr>
            <a:r>
              <a:rPr lang="en-ID" sz="1400"/>
              <a:t>Harga ICP </a:t>
            </a:r>
            <a:r>
              <a:rPr lang="en-ID" sz="1400" err="1"/>
              <a:t>diproyeksikan</a:t>
            </a:r>
            <a:r>
              <a:rPr lang="en-ID" sz="1400"/>
              <a:t> naik (CAGR 50% ’26-’30) </a:t>
            </a:r>
            <a:r>
              <a:rPr lang="en-ID" sz="1400" err="1"/>
              <a:t>akibat</a:t>
            </a:r>
            <a:r>
              <a:rPr lang="en-ID" sz="1400"/>
              <a:t> </a:t>
            </a:r>
            <a:r>
              <a:rPr lang="en-ID" sz="1400" i="1"/>
              <a:t>balancing</a:t>
            </a:r>
            <a:r>
              <a:rPr lang="en-ID" sz="1400"/>
              <a:t> </a:t>
            </a:r>
            <a:r>
              <a:rPr lang="en-ID" sz="1400" err="1"/>
              <a:t>antara</a:t>
            </a:r>
            <a:r>
              <a:rPr lang="en-ID" sz="1400"/>
              <a:t> </a:t>
            </a:r>
            <a:r>
              <a:rPr lang="en-ID" sz="1400" err="1"/>
              <a:t>perlambatan</a:t>
            </a:r>
            <a:r>
              <a:rPr lang="en-ID" sz="1400"/>
              <a:t> </a:t>
            </a:r>
            <a:r>
              <a:rPr lang="en-ID" sz="1400" err="1"/>
              <a:t>ekonomi</a:t>
            </a:r>
            <a:r>
              <a:rPr lang="en-ID" sz="1400"/>
              <a:t> global dan </a:t>
            </a:r>
            <a:r>
              <a:rPr lang="en-ID" sz="1400" err="1"/>
              <a:t>terbatasnya</a:t>
            </a:r>
            <a:r>
              <a:rPr lang="en-ID" sz="1400"/>
              <a:t> </a:t>
            </a:r>
            <a:r>
              <a:rPr lang="en-ID" sz="1400" err="1"/>
              <a:t>suplai</a:t>
            </a:r>
            <a:r>
              <a:rPr lang="en-ID" sz="1400"/>
              <a:t> </a:t>
            </a:r>
            <a:r>
              <a:rPr lang="en-ID" sz="1400" err="1"/>
              <a:t>hulu</a:t>
            </a:r>
            <a:r>
              <a:rPr lang="en-ID" sz="1400"/>
              <a:t>. Nilai </a:t>
            </a:r>
            <a:r>
              <a:rPr lang="en-ID" sz="1400" err="1"/>
              <a:t>tukar</a:t>
            </a:r>
            <a:r>
              <a:rPr lang="en-ID" sz="1400"/>
              <a:t> Rupiah </a:t>
            </a:r>
            <a:r>
              <a:rPr lang="en-ID" sz="1400" err="1"/>
              <a:t>terdepresiasi</a:t>
            </a:r>
            <a:r>
              <a:rPr lang="en-ID" sz="1400"/>
              <a:t> </a:t>
            </a:r>
            <a:r>
              <a:rPr lang="en-ID" sz="1400" err="1"/>
              <a:t>moderat</a:t>
            </a:r>
            <a:r>
              <a:rPr lang="en-ID" sz="1400"/>
              <a:t> (CAGR 5% ’26-’30) </a:t>
            </a:r>
            <a:r>
              <a:rPr lang="en-ID" sz="1400" err="1"/>
              <a:t>dengan</a:t>
            </a:r>
            <a:r>
              <a:rPr lang="en-ID" sz="1400"/>
              <a:t> </a:t>
            </a:r>
            <a:r>
              <a:rPr lang="en-ID" sz="1400" err="1"/>
              <a:t>risiko</a:t>
            </a:r>
            <a:r>
              <a:rPr lang="en-ID" sz="1400"/>
              <a:t> </a:t>
            </a:r>
            <a:r>
              <a:rPr lang="en-ID" sz="1400" err="1"/>
              <a:t>tekanan</a:t>
            </a:r>
            <a:r>
              <a:rPr lang="en-ID" sz="1400"/>
              <a:t> </a:t>
            </a:r>
            <a:r>
              <a:rPr lang="en-ID" sz="1400" err="1"/>
              <a:t>rendah</a:t>
            </a:r>
            <a:r>
              <a:rPr lang="en-ID" sz="1400"/>
              <a:t> </a:t>
            </a:r>
            <a:r>
              <a:rPr lang="en-ID" sz="1400" err="1"/>
              <a:t>berkat</a:t>
            </a:r>
            <a:r>
              <a:rPr lang="en-ID" sz="1400"/>
              <a:t> fundamental </a:t>
            </a:r>
            <a:r>
              <a:rPr lang="en-ID" sz="1400" err="1"/>
              <a:t>domestik</a:t>
            </a:r>
            <a:r>
              <a:rPr lang="en-ID" sz="1400"/>
              <a:t> dan </a:t>
            </a:r>
            <a:r>
              <a:rPr lang="en-ID" sz="1400" err="1"/>
              <a:t>cadangan</a:t>
            </a:r>
            <a:r>
              <a:rPr lang="en-ID" sz="1400"/>
              <a:t> </a:t>
            </a:r>
            <a:r>
              <a:rPr lang="en-ID" sz="1400" err="1"/>
              <a:t>devisa</a:t>
            </a:r>
            <a:r>
              <a:rPr lang="en-ID" sz="1400"/>
              <a:t> yang </a:t>
            </a:r>
            <a:r>
              <a:rPr lang="en-ID" sz="1400" err="1"/>
              <a:t>kuat</a:t>
            </a:r>
            <a:r>
              <a:rPr lang="en-ID" sz="1400"/>
              <a:t>. </a:t>
            </a:r>
          </a:p>
          <a:p>
            <a:pPr marL="252000" indent="-144000">
              <a:spcAft>
                <a:spcPts val="200"/>
              </a:spcAft>
              <a:buFont typeface="Arial" panose="020B0604020202020204" pitchFamily="34" charset="0"/>
              <a:buChar char="•"/>
              <a:defRPr/>
            </a:pPr>
            <a:r>
              <a:rPr lang="en-ID" sz="1400" err="1"/>
              <a:t>Sementara</a:t>
            </a:r>
            <a:r>
              <a:rPr lang="en-ID" sz="1400"/>
              <a:t> </a:t>
            </a:r>
            <a:r>
              <a:rPr lang="en-ID" sz="1400" err="1"/>
              <a:t>itu</a:t>
            </a:r>
            <a:r>
              <a:rPr lang="en-ID" sz="1400"/>
              <a:t>, </a:t>
            </a:r>
            <a:r>
              <a:rPr lang="en-ID" sz="1400" i="1"/>
              <a:t>spread</a:t>
            </a:r>
            <a:r>
              <a:rPr lang="en-ID" sz="1400"/>
              <a:t> BBM </a:t>
            </a:r>
            <a:r>
              <a:rPr lang="en-ID" sz="1400" err="1"/>
              <a:t>diperkirakan</a:t>
            </a:r>
            <a:r>
              <a:rPr lang="en-ID" sz="1400"/>
              <a:t> </a:t>
            </a:r>
            <a:r>
              <a:rPr lang="en-ID" sz="1400" err="1"/>
              <a:t>akan</a:t>
            </a:r>
            <a:r>
              <a:rPr lang="en-ID" sz="1400"/>
              <a:t> naik pada 2026–2030 </a:t>
            </a:r>
            <a:r>
              <a:rPr lang="en-ID" sz="1400" err="1"/>
              <a:t>seiring</a:t>
            </a:r>
            <a:r>
              <a:rPr lang="en-ID" sz="1400"/>
              <a:t> </a:t>
            </a:r>
            <a:r>
              <a:rPr lang="en-ID" sz="1400" err="1"/>
              <a:t>normalisasi</a:t>
            </a:r>
            <a:r>
              <a:rPr lang="en-ID" sz="1400"/>
              <a:t> </a:t>
            </a:r>
            <a:r>
              <a:rPr lang="en-ID" sz="1400" err="1"/>
              <a:t>permintaan</a:t>
            </a:r>
            <a:r>
              <a:rPr lang="en-ID" sz="1400"/>
              <a:t> </a:t>
            </a:r>
            <a:r>
              <a:rPr lang="en-ID" sz="1400" err="1"/>
              <a:t>industri</a:t>
            </a:r>
            <a:r>
              <a:rPr lang="en-ID" sz="1400"/>
              <a:t> dan </a:t>
            </a:r>
            <a:r>
              <a:rPr lang="en-ID" sz="1400" err="1"/>
              <a:t>penutupan</a:t>
            </a:r>
            <a:r>
              <a:rPr lang="en-ID" sz="1400"/>
              <a:t> </a:t>
            </a:r>
            <a:r>
              <a:rPr lang="en-ID" sz="1400" err="1"/>
              <a:t>kilang</a:t>
            </a:r>
            <a:r>
              <a:rPr lang="en-ID" sz="1400"/>
              <a:t> </a:t>
            </a:r>
            <a:r>
              <a:rPr lang="en-ID" sz="1400" err="1"/>
              <a:t>kompetitor</a:t>
            </a:r>
            <a:r>
              <a:rPr lang="en-ID" sz="1400"/>
              <a:t>.</a:t>
            </a:r>
            <a:endParaRPr lang="en-US" sz="1400">
              <a:solidFill>
                <a:schemeClr val="bg1"/>
              </a:solidFill>
              <a:latin typeface="Tw Cen MT" panose="020B0602020104020603" pitchFamily="34" charset="0"/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8C8F53DE-9A74-2900-8B6E-26D6C5B6E8F1}"/>
              </a:ext>
            </a:extLst>
          </p:cNvPr>
          <p:cNvSpPr/>
          <p:nvPr/>
        </p:nvSpPr>
        <p:spPr>
          <a:xfrm>
            <a:off x="9115425" y="-6350"/>
            <a:ext cx="3076575" cy="6858000"/>
          </a:xfrm>
          <a:prstGeom prst="rect">
            <a:avLst/>
          </a:prstGeom>
          <a:gradFill flip="none" rotWithShape="1">
            <a:gsLst>
              <a:gs pos="0">
                <a:schemeClr val="tx2">
                  <a:shade val="30000"/>
                  <a:satMod val="115000"/>
                </a:schemeClr>
              </a:gs>
              <a:gs pos="50000">
                <a:schemeClr val="tx2">
                  <a:shade val="67500"/>
                  <a:satMod val="115000"/>
                </a:schemeClr>
              </a:gs>
              <a:gs pos="100000">
                <a:schemeClr val="tx2">
                  <a:shade val="100000"/>
                  <a:satMod val="115000"/>
                </a:schemeClr>
              </a:gs>
            </a:gsLst>
            <a:lin ang="8100000" scaled="1"/>
            <a:tileRect/>
          </a:gra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4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86" name="Rectangle: Rounded Corners 255">
            <a:extLst>
              <a:ext uri="{FF2B5EF4-FFF2-40B4-BE49-F238E27FC236}">
                <a16:creationId xmlns:a16="http://schemas.microsoft.com/office/drawing/2014/main" id="{DBC9C61C-7FF8-3D95-C721-F2F7C76420DE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323850" y="1430338"/>
            <a:ext cx="2611438" cy="26511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982CB">
                    <a:lumMod val="50000"/>
                  </a:srgbClr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Oil Price ($/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5982CB">
                    <a:lumMod val="50000"/>
                  </a:srgbClr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bbl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982CB">
                    <a:lumMod val="50000"/>
                  </a:srgbClr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)</a:t>
            </a:r>
          </a:p>
        </p:txBody>
      </p:sp>
      <p:graphicFrame>
        <p:nvGraphicFramePr>
          <p:cNvPr id="542" name="Chart 541">
            <a:extLst>
              <a:ext uri="{FF2B5EF4-FFF2-40B4-BE49-F238E27FC236}">
                <a16:creationId xmlns:a16="http://schemas.microsoft.com/office/drawing/2014/main" id="{1781DA29-BA39-34E4-7383-1E87520B76C6}"/>
              </a:ext>
            </a:extLst>
          </p:cNvPr>
          <p:cNvGraphicFramePr/>
          <p:nvPr>
            <p:custDataLst>
              <p:tags r:id="rId9"/>
            </p:custDataLst>
            <p:extLst>
              <p:ext uri="{D42A27DB-BD31-4B8C-83A1-F6EECF244321}">
                <p14:modId xmlns:p14="http://schemas.microsoft.com/office/powerpoint/2010/main" val="2752338033"/>
              </p:ext>
            </p:extLst>
          </p:nvPr>
        </p:nvGraphicFramePr>
        <p:xfrm>
          <a:off x="311150" y="1652588"/>
          <a:ext cx="2551113" cy="193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1"/>
          </a:graphicData>
        </a:graphic>
      </p:graphicFrame>
      <p:sp useBgFill="1">
        <p:nvSpPr>
          <p:cNvPr id="89" name="Text Placeholder 3">
            <a:extLst>
              <a:ext uri="{FF2B5EF4-FFF2-40B4-BE49-F238E27FC236}">
                <a16:creationId xmlns:a16="http://schemas.microsoft.com/office/drawing/2014/main" id="{B6D90E1D-2B3A-1139-DF33-7EFC31C42D36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gray">
          <a:xfrm>
            <a:off x="550863" y="2701925"/>
            <a:ext cx="257175" cy="133350"/>
          </a:xfrm>
          <a:prstGeom prst="rect">
            <a:avLst/>
          </a:prstGeom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2F5597"/>
              </a:buClr>
              <a:buSzTx/>
              <a:buFont typeface="Arial" panose="020B0604020202020204" pitchFamily="34" charset="0"/>
              <a:buChar char="​"/>
              <a:tabLst/>
              <a:defRPr/>
            </a:pPr>
            <a:fld id="{CFFC8AE2-28AC-4777-AF77-F2620F49B01E}" type="datetime'''''7''''''''''0'',''''''''''''''''''''''''0''''''''0'''''''''">
              <a:rPr lang="en-US" altLang="en-US" sz="800" smtClean="0">
                <a:solidFill>
                  <a:srgbClr val="7C7C7C"/>
                </a:solidFill>
                <a:effectLst/>
                <a:latin typeface="Calibri" panose="020F0502020204030204" pitchFamily="34" charset="0"/>
              </a:rPr>
              <a:pPr/>
              <a:t>70,00</a:t>
            </a:fld>
            <a:endParaRPr kumimoji="0" lang="en-US" sz="800" b="0" i="0" strike="noStrike" kern="1200" cap="none" spc="0" normalizeH="0" baseline="0" noProof="0">
              <a:ln>
                <a:noFill/>
              </a:ln>
              <a:solidFill>
                <a:srgbClr val="7C7C7C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 useBgFill="1">
        <p:nvSpPr>
          <p:cNvPr id="90" name="Text Placeholder 3">
            <a:extLst>
              <a:ext uri="{FF2B5EF4-FFF2-40B4-BE49-F238E27FC236}">
                <a16:creationId xmlns:a16="http://schemas.microsoft.com/office/drawing/2014/main" id="{4D54CC8D-1E42-69C2-6788-1243278C923A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 bwMode="gray">
          <a:xfrm>
            <a:off x="550863" y="2701925"/>
            <a:ext cx="257175" cy="133350"/>
          </a:xfrm>
          <a:prstGeom prst="rect">
            <a:avLst/>
          </a:prstGeom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2F5597"/>
              </a:buClr>
              <a:buSzTx/>
              <a:buFont typeface="Arial" panose="020B0604020202020204" pitchFamily="34" charset="0"/>
              <a:buChar char="​"/>
              <a:tabLst/>
              <a:defRPr/>
            </a:pPr>
            <a:fld id="{6576EF3B-0938-4B52-AFF3-D2F7C646175A}" type="datetime'''''''70'''''''''''',''0''''''0'''''''''''''''">
              <a:rPr lang="en-US" altLang="en-US" sz="800" smtClean="0">
                <a:solidFill>
                  <a:srgbClr val="2F5597"/>
                </a:solidFill>
                <a:effectLst/>
                <a:latin typeface="Calibri" panose="020F0502020204030204" pitchFamily="34" charset="0"/>
              </a:rPr>
              <a:pPr/>
              <a:t>70,00</a:t>
            </a:fld>
            <a:endParaRPr kumimoji="0" lang="en-US" sz="800" b="0" i="0" strike="noStrike" kern="1200" cap="none" spc="0" normalizeH="0" baseline="0" noProof="0">
              <a:ln>
                <a:noFill/>
              </a:ln>
              <a:solidFill>
                <a:srgbClr val="2F5597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 useBgFill="1">
        <p:nvSpPr>
          <p:cNvPr id="92" name="Rectangle 91">
            <a:extLst>
              <a:ext uri="{FF2B5EF4-FFF2-40B4-BE49-F238E27FC236}">
                <a16:creationId xmlns:a16="http://schemas.microsoft.com/office/drawing/2014/main" id="{239F712C-DB95-7EE5-D6F6-32CDA9611066}"/>
              </a:ext>
            </a:extLst>
          </p:cNvPr>
          <p:cNvSpPr/>
          <p:nvPr>
            <p:custDataLst>
              <p:tags r:id="rId12"/>
            </p:custDataLst>
          </p:nvPr>
        </p:nvSpPr>
        <p:spPr bwMode="gray">
          <a:xfrm>
            <a:off x="900113" y="2543175"/>
            <a:ext cx="257175" cy="133350"/>
          </a:xfrm>
          <a:prstGeom prst="rect">
            <a:avLst/>
          </a:pr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4288" tIns="0" rIns="14288" bIns="0" rtlCol="0" anchor="ctr"/>
          <a:lstStyle/>
          <a:p>
            <a:pPr lvl="0" algn="ctr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fld id="{A3D7F5D4-1C3C-431D-9612-23AAEDB5AE26}" type="datetime'7''''''''''''''''5'',''''''''''0''''''''''''''''''0'">
              <a:rPr lang="en-US" altLang="en-US" sz="800" smtClean="0">
                <a:solidFill>
                  <a:srgbClr val="2F5597"/>
                </a:solidFill>
                <a:latin typeface="Calibri" panose="020F0502020204030204" pitchFamily="34" charset="0"/>
              </a:rPr>
              <a:pPr lvl="0" algn="ctr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t>75,00</a:t>
            </a:fld>
            <a:endParaRPr kumimoji="0" lang="en-US" sz="800" b="0" i="0" strike="noStrike" kern="1200" cap="none" spc="0" normalizeH="0" baseline="0" noProof="0">
              <a:ln>
                <a:noFill/>
              </a:ln>
              <a:solidFill>
                <a:srgbClr val="2F5597"/>
              </a:solidFill>
              <a:effectLst/>
              <a:uLnTx/>
              <a:uFillTx/>
              <a:latin typeface="Calibri" panose="020F0502020204030204" pitchFamily="34" charset="0"/>
            </a:endParaRPr>
          </a:p>
        </p:txBody>
      </p:sp>
      <p:sp useBgFill="1">
        <p:nvSpPr>
          <p:cNvPr id="94" name="Text Placeholder 3">
            <a:extLst>
              <a:ext uri="{FF2B5EF4-FFF2-40B4-BE49-F238E27FC236}">
                <a16:creationId xmlns:a16="http://schemas.microsoft.com/office/drawing/2014/main" id="{BE98E6E7-C105-0CA9-F81C-C2902E8A0AA6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 bwMode="gray">
          <a:xfrm>
            <a:off x="1458913" y="2386013"/>
            <a:ext cx="257175" cy="133350"/>
          </a:xfrm>
          <a:prstGeom prst="rect">
            <a:avLst/>
          </a:prstGeom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2F5597"/>
              </a:buClr>
              <a:buSzTx/>
              <a:buFont typeface="Arial" panose="020B0604020202020204" pitchFamily="34" charset="0"/>
              <a:buChar char="​"/>
              <a:tabLst/>
              <a:defRPr/>
            </a:pPr>
            <a:fld id="{37032E07-0A24-4E4C-A038-708D33079FC4}" type="datetime'''''8''''0'''''''''',''''''00'''''''''''''''''''">
              <a:rPr lang="en-US" altLang="en-US" sz="800" smtClean="0">
                <a:solidFill>
                  <a:srgbClr val="2F5597"/>
                </a:solidFill>
                <a:effectLst/>
                <a:latin typeface="Calibri" panose="020F0502020204030204" pitchFamily="34" charset="0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2F5597"/>
                </a:buClr>
                <a:buSzTx/>
                <a:buFont typeface="Arial" panose="020B0604020202020204" pitchFamily="34" charset="0"/>
                <a:buChar char="​"/>
                <a:tabLst/>
                <a:defRPr/>
              </a:pPr>
              <a:t>80,00</a:t>
            </a:fld>
            <a:endParaRPr kumimoji="0" lang="en-US" sz="800" b="0" i="0" strike="noStrike" kern="1200" cap="none" spc="0" normalizeH="0" baseline="0" noProof="0">
              <a:ln>
                <a:noFill/>
              </a:ln>
              <a:solidFill>
                <a:srgbClr val="2F5597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 useBgFill="1">
        <p:nvSpPr>
          <p:cNvPr id="95" name="Text Placeholder 3">
            <a:extLst>
              <a:ext uri="{FF2B5EF4-FFF2-40B4-BE49-F238E27FC236}">
                <a16:creationId xmlns:a16="http://schemas.microsoft.com/office/drawing/2014/main" id="{0DD94749-831D-45C2-2017-8F4C8F12DC44}"/>
              </a:ext>
            </a:extLst>
          </p:cNvPr>
          <p:cNvSpPr>
            <a:spLocks/>
          </p:cNvSpPr>
          <p:nvPr>
            <p:custDataLst>
              <p:tags r:id="rId14"/>
            </p:custDataLst>
          </p:nvPr>
        </p:nvSpPr>
        <p:spPr bwMode="gray">
          <a:xfrm>
            <a:off x="2016125" y="2228850"/>
            <a:ext cx="257175" cy="133350"/>
          </a:xfrm>
          <a:prstGeom prst="rect">
            <a:avLst/>
          </a:prstGeom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2F5597"/>
              </a:buClr>
              <a:buSzTx/>
              <a:buFont typeface="Arial" panose="020B0604020202020204" pitchFamily="34" charset="0"/>
              <a:buChar char="​"/>
              <a:tabLst/>
              <a:defRPr/>
            </a:pPr>
            <a:fld id="{FB1E3FC8-D848-4D16-8540-8A085CD2282A}" type="datetime'''''''''''8''''''''''''5'''''''''''''',''''''0''''''''0'''''''">
              <a:rPr lang="en-US" altLang="en-US" sz="800" smtClean="0">
                <a:solidFill>
                  <a:srgbClr val="2F5597"/>
                </a:solidFill>
                <a:effectLst/>
                <a:latin typeface="Calibri" panose="020F0502020204030204" pitchFamily="34" charset="0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2F5597"/>
                </a:buClr>
                <a:buSzTx/>
                <a:buFont typeface="Arial" panose="020B0604020202020204" pitchFamily="34" charset="0"/>
                <a:buChar char="​"/>
                <a:tabLst/>
                <a:defRPr/>
              </a:pPr>
              <a:t>85,00</a:t>
            </a:fld>
            <a:endParaRPr kumimoji="0" lang="en-US" sz="800" b="0" i="0" strike="noStrike" kern="1200" cap="none" spc="0" normalizeH="0" baseline="0" noProof="0">
              <a:ln>
                <a:noFill/>
              </a:ln>
              <a:solidFill>
                <a:srgbClr val="2F5597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 useBgFill="1">
        <p:nvSpPr>
          <p:cNvPr id="96" name="Rectangle 95">
            <a:extLst>
              <a:ext uri="{FF2B5EF4-FFF2-40B4-BE49-F238E27FC236}">
                <a16:creationId xmlns:a16="http://schemas.microsoft.com/office/drawing/2014/main" id="{1D3BEB9F-1652-78DA-2975-92BD8966FE4F}"/>
              </a:ext>
            </a:extLst>
          </p:cNvPr>
          <p:cNvSpPr/>
          <p:nvPr>
            <p:custDataLst>
              <p:tags r:id="rId15"/>
            </p:custDataLst>
          </p:nvPr>
        </p:nvSpPr>
        <p:spPr bwMode="gray">
          <a:xfrm>
            <a:off x="2573338" y="2071688"/>
            <a:ext cx="257175" cy="133350"/>
          </a:xfrm>
          <a:prstGeom prst="rect">
            <a:avLst/>
          </a:pr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4288" tIns="0" rIns="14288" bIns="0" rtlCol="0" anchor="ctr"/>
          <a:lstStyle/>
          <a:p>
            <a:pPr lvl="0" algn="ctr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fld id="{574A5D9C-6571-41B4-BC4E-717DD75B34D1}" type="datetime'''9''''''''''''''''''''''''''0'''',''''''''''''''0''''0'''''''">
              <a:rPr lang="en-US" altLang="en-US" sz="800" smtClean="0">
                <a:solidFill>
                  <a:srgbClr val="2F5597"/>
                </a:solidFill>
                <a:latin typeface="Calibri" panose="020F0502020204030204" pitchFamily="34" charset="0"/>
              </a:rPr>
              <a:pPr lvl="0" algn="ctr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t>90,00</a:t>
            </a:fld>
            <a:endParaRPr kumimoji="0" lang="en-US" sz="800" b="0" i="0" strike="noStrike" kern="1200" cap="none" spc="0" normalizeH="0" baseline="0" noProof="0">
              <a:ln>
                <a:noFill/>
              </a:ln>
              <a:solidFill>
                <a:srgbClr val="2F5597"/>
              </a:solidFill>
              <a:effectLst/>
              <a:uLnTx/>
              <a:uFillTx/>
              <a:latin typeface="Calibri" panose="020F0502020204030204" pitchFamily="34" charset="0"/>
            </a:endParaRPr>
          </a:p>
        </p:txBody>
      </p: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96ED98FA-797C-0F86-BC61-38CC0AF7BCF5}"/>
              </a:ext>
            </a:extLst>
          </p:cNvPr>
          <p:cNvCxnSpPr/>
          <p:nvPr>
            <p:custDataLst>
              <p:tags r:id="rId16"/>
            </p:custDataLst>
          </p:nvPr>
        </p:nvCxnSpPr>
        <p:spPr bwMode="gray">
          <a:xfrm>
            <a:off x="6864350" y="1203325"/>
            <a:ext cx="230188" cy="0"/>
          </a:xfrm>
          <a:prstGeom prst="line">
            <a:avLst/>
          </a:prstGeom>
          <a:ln w="9525" cap="rnd" cmpd="sng" algn="ctr">
            <a:solidFill>
              <a:srgbClr val="7C7C7C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4245AC01-9F11-1F72-C758-5E04FD6BE538}"/>
              </a:ext>
            </a:extLst>
          </p:cNvPr>
          <p:cNvCxnSpPr/>
          <p:nvPr>
            <p:custDataLst>
              <p:tags r:id="rId17"/>
            </p:custDataLst>
          </p:nvPr>
        </p:nvCxnSpPr>
        <p:spPr bwMode="gray">
          <a:xfrm>
            <a:off x="7453313" y="1203325"/>
            <a:ext cx="230188" cy="0"/>
          </a:xfrm>
          <a:prstGeom prst="line">
            <a:avLst/>
          </a:prstGeom>
          <a:ln w="9525" cap="rnd" cmpd="sng" algn="ctr">
            <a:solidFill>
              <a:srgbClr val="2F5597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90F55735-B758-AED1-5661-ECC1D9830BDB}"/>
              </a:ext>
            </a:extLst>
          </p:cNvPr>
          <p:cNvCxnSpPr/>
          <p:nvPr>
            <p:custDataLst>
              <p:tags r:id="rId18"/>
            </p:custDataLst>
          </p:nvPr>
        </p:nvCxnSpPr>
        <p:spPr bwMode="gray">
          <a:xfrm>
            <a:off x="8204200" y="1203325"/>
            <a:ext cx="230188" cy="0"/>
          </a:xfrm>
          <a:prstGeom prst="line">
            <a:avLst/>
          </a:prstGeom>
          <a:ln w="9525" cap="rnd" cmpd="sng" algn="ctr">
            <a:solidFill>
              <a:srgbClr val="C3D535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1" name="Oval 100">
            <a:extLst>
              <a:ext uri="{FF2B5EF4-FFF2-40B4-BE49-F238E27FC236}">
                <a16:creationId xmlns:a16="http://schemas.microsoft.com/office/drawing/2014/main" id="{DB00DFCB-B3CB-F8DC-6697-4585D2193813}"/>
              </a:ext>
            </a:extLst>
          </p:cNvPr>
          <p:cNvSpPr/>
          <p:nvPr>
            <p:custDataLst>
              <p:tags r:id="rId19"/>
            </p:custDataLst>
          </p:nvPr>
        </p:nvSpPr>
        <p:spPr bwMode="auto">
          <a:xfrm>
            <a:off x="6953250" y="1177925"/>
            <a:ext cx="50800" cy="50800"/>
          </a:xfrm>
          <a:prstGeom prst="ellipse">
            <a:avLst/>
          </a:prstGeom>
          <a:solidFill>
            <a:srgbClr val="7C7C7C"/>
          </a:solidFill>
          <a:ln w="9525" cap="rnd" cmpd="sng" algn="ctr">
            <a:solidFill>
              <a:srgbClr val="7C7C7C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>
              <a:solidFill>
                <a:srgbClr val="FFFFFF"/>
              </a:solidFill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4E98656B-C97D-8355-0CDB-63E4F5AB38E6}"/>
              </a:ext>
            </a:extLst>
          </p:cNvPr>
          <p:cNvSpPr/>
          <p:nvPr>
            <p:custDataLst>
              <p:tags r:id="rId20"/>
            </p:custDataLst>
          </p:nvPr>
        </p:nvSpPr>
        <p:spPr bwMode="auto">
          <a:xfrm>
            <a:off x="7542213" y="1177925"/>
            <a:ext cx="50800" cy="50800"/>
          </a:xfrm>
          <a:prstGeom prst="rect">
            <a:avLst/>
          </a:prstGeom>
          <a:solidFill>
            <a:srgbClr val="2F5597"/>
          </a:solidFill>
          <a:ln w="9525" cap="rnd" cmpd="sng" algn="ctr">
            <a:solidFill>
              <a:srgbClr val="2F5597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>
              <a:solidFill>
                <a:srgbClr val="FFFFFF"/>
              </a:solidFill>
            </a:endParaRPr>
          </a:p>
        </p:txBody>
      </p:sp>
      <p:sp>
        <p:nvSpPr>
          <p:cNvPr id="103" name="Diamond 102">
            <a:extLst>
              <a:ext uri="{FF2B5EF4-FFF2-40B4-BE49-F238E27FC236}">
                <a16:creationId xmlns:a16="http://schemas.microsoft.com/office/drawing/2014/main" id="{5285213F-68BF-F285-80F7-B7A1335A4760}"/>
              </a:ext>
            </a:extLst>
          </p:cNvPr>
          <p:cNvSpPr/>
          <p:nvPr>
            <p:custDataLst>
              <p:tags r:id="rId21"/>
            </p:custDataLst>
          </p:nvPr>
        </p:nvSpPr>
        <p:spPr bwMode="auto">
          <a:xfrm>
            <a:off x="8293100" y="1177925"/>
            <a:ext cx="50800" cy="50800"/>
          </a:xfrm>
          <a:prstGeom prst="diamond">
            <a:avLst/>
          </a:prstGeom>
          <a:solidFill>
            <a:srgbClr val="C3D535"/>
          </a:solidFill>
          <a:ln w="9525" cap="rnd" cmpd="sng" algn="ctr">
            <a:solidFill>
              <a:srgbClr val="C3D535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>
              <a:solidFill>
                <a:srgbClr val="FFFFFF"/>
              </a:solidFill>
            </a:endParaRPr>
          </a:p>
        </p:txBody>
      </p:sp>
      <p:sp>
        <p:nvSpPr>
          <p:cNvPr id="104" name="Text Placeholder 3">
            <a:extLst>
              <a:ext uri="{FF2B5EF4-FFF2-40B4-BE49-F238E27FC236}">
                <a16:creationId xmlns:a16="http://schemas.microsoft.com/office/drawing/2014/main" id="{1D08B690-C1E9-6582-587F-1D310A3A9CE1}"/>
              </a:ext>
            </a:extLst>
          </p:cNvPr>
          <p:cNvSpPr>
            <a:spLocks/>
          </p:cNvSpPr>
          <p:nvPr>
            <p:custDataLst>
              <p:tags r:id="rId22"/>
            </p:custDataLst>
          </p:nvPr>
        </p:nvSpPr>
        <p:spPr bwMode="auto">
          <a:xfrm>
            <a:off x="7150100" y="1120775"/>
            <a:ext cx="196850" cy="16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5D4F3B89-B92B-40A8-A776-96882EC2167C}" type="datetime'''''L''''''''''''o''''''''w'''''''''''''''''''''''''''''">
              <a:rPr lang="en-US" altLang="en-US" sz="1000" smtClean="0"/>
              <a:pPr lvl="0">
                <a:spcBef>
                  <a:spcPct val="0"/>
                </a:spcBef>
                <a:spcAft>
                  <a:spcPct val="0"/>
                </a:spcAft>
              </a:pPr>
              <a:t>Low</a:t>
            </a:fld>
            <a:endParaRPr lang="en-US" sz="1000"/>
          </a:p>
        </p:txBody>
      </p:sp>
      <p:sp>
        <p:nvSpPr>
          <p:cNvPr id="105" name="Text Placeholder 3">
            <a:extLst>
              <a:ext uri="{FF2B5EF4-FFF2-40B4-BE49-F238E27FC236}">
                <a16:creationId xmlns:a16="http://schemas.microsoft.com/office/drawing/2014/main" id="{79E0472A-B43F-B393-A36E-03412E06E702}"/>
              </a:ext>
            </a:extLst>
          </p:cNvPr>
          <p:cNvSpPr>
            <a:spLocks/>
          </p:cNvSpPr>
          <p:nvPr>
            <p:custDataLst>
              <p:tags r:id="rId23"/>
            </p:custDataLst>
          </p:nvPr>
        </p:nvSpPr>
        <p:spPr bwMode="auto">
          <a:xfrm>
            <a:off x="7739063" y="1120775"/>
            <a:ext cx="358775" cy="16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FB06E56C-14AF-4F7D-B8B2-527FE899C184}" type="datetime'''''''M''''''''''''''''id''''''''''d''l''''''''''e'">
              <a:rPr lang="en-US" altLang="en-US" sz="1000" smtClean="0"/>
              <a:pPr lvl="0">
                <a:spcBef>
                  <a:spcPct val="0"/>
                </a:spcBef>
                <a:spcAft>
                  <a:spcPct val="0"/>
                </a:spcAft>
              </a:pPr>
              <a:t>Middle</a:t>
            </a:fld>
            <a:endParaRPr lang="en-US" sz="1000"/>
          </a:p>
        </p:txBody>
      </p:sp>
      <p:sp>
        <p:nvSpPr>
          <p:cNvPr id="106" name="Text Placeholder 3">
            <a:extLst>
              <a:ext uri="{FF2B5EF4-FFF2-40B4-BE49-F238E27FC236}">
                <a16:creationId xmlns:a16="http://schemas.microsoft.com/office/drawing/2014/main" id="{8B0609A9-5F55-C960-604A-DDBF3EADCF0C}"/>
              </a:ext>
            </a:extLst>
          </p:cNvPr>
          <p:cNvSpPr>
            <a:spLocks/>
          </p:cNvSpPr>
          <p:nvPr>
            <p:custDataLst>
              <p:tags r:id="rId24"/>
            </p:custDataLst>
          </p:nvPr>
        </p:nvSpPr>
        <p:spPr bwMode="auto">
          <a:xfrm>
            <a:off x="8489950" y="1120775"/>
            <a:ext cx="230188" cy="16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F0D42CB9-7142-4F38-BEB1-EAC8C8EA3DD2}" type="datetime'''''''H''''''''''i''''''''''''''''''g''''''h'''''''''''''">
              <a:rPr lang="en-US" altLang="en-US" sz="1000" smtClean="0"/>
              <a:pPr lvl="0">
                <a:spcBef>
                  <a:spcPct val="0"/>
                </a:spcBef>
                <a:spcAft>
                  <a:spcPct val="0"/>
                </a:spcAft>
              </a:pPr>
              <a:t>High</a:t>
            </a:fld>
            <a:endParaRPr lang="en-US" sz="1000"/>
          </a:p>
        </p:txBody>
      </p:sp>
      <p:sp>
        <p:nvSpPr>
          <p:cNvPr id="107" name="Rectangle: Rounded Corners 262">
            <a:extLst>
              <a:ext uri="{FF2B5EF4-FFF2-40B4-BE49-F238E27FC236}">
                <a16:creationId xmlns:a16="http://schemas.microsoft.com/office/drawing/2014/main" id="{AB22D07B-F910-8440-CBF9-1291539D43B6}"/>
              </a:ext>
            </a:extLst>
          </p:cNvPr>
          <p:cNvSpPr/>
          <p:nvPr>
            <p:custDataLst>
              <p:tags r:id="rId25"/>
            </p:custDataLst>
          </p:nvPr>
        </p:nvSpPr>
        <p:spPr>
          <a:xfrm>
            <a:off x="323850" y="3568700"/>
            <a:ext cx="2611438" cy="26511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982CB">
                    <a:lumMod val="50000"/>
                  </a:srgbClr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Gasoil Price ($/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5982CB">
                    <a:lumMod val="50000"/>
                  </a:srgbClr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bbl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982CB">
                    <a:lumMod val="50000"/>
                  </a:srgbClr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)</a:t>
            </a:r>
          </a:p>
        </p:txBody>
      </p:sp>
      <p:graphicFrame>
        <p:nvGraphicFramePr>
          <p:cNvPr id="450" name="Chart 449">
            <a:extLst>
              <a:ext uri="{FF2B5EF4-FFF2-40B4-BE49-F238E27FC236}">
                <a16:creationId xmlns:a16="http://schemas.microsoft.com/office/drawing/2014/main" id="{0DD80BFB-F7B0-6C3B-B94D-4B2F92F3EB95}"/>
              </a:ext>
            </a:extLst>
          </p:cNvPr>
          <p:cNvGraphicFramePr/>
          <p:nvPr>
            <p:custDataLst>
              <p:tags r:id="rId26"/>
            </p:custDataLst>
            <p:extLst>
              <p:ext uri="{D42A27DB-BD31-4B8C-83A1-F6EECF244321}">
                <p14:modId xmlns:p14="http://schemas.microsoft.com/office/powerpoint/2010/main" val="826929206"/>
              </p:ext>
            </p:extLst>
          </p:nvPr>
        </p:nvGraphicFramePr>
        <p:xfrm>
          <a:off x="58738" y="3829050"/>
          <a:ext cx="2919412" cy="25749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2"/>
          </a:graphicData>
        </a:graphic>
      </p:graphicFrame>
      <p:sp useBgFill="1">
        <p:nvSpPr>
          <p:cNvPr id="110" name="Text Placeholder 3">
            <a:extLst>
              <a:ext uri="{FF2B5EF4-FFF2-40B4-BE49-F238E27FC236}">
                <a16:creationId xmlns:a16="http://schemas.microsoft.com/office/drawing/2014/main" id="{1CD84ED4-628B-AF64-4CD5-852E4B63E6AA}"/>
              </a:ext>
            </a:extLst>
          </p:cNvPr>
          <p:cNvSpPr>
            <a:spLocks/>
          </p:cNvSpPr>
          <p:nvPr>
            <p:custDataLst>
              <p:tags r:id="rId27"/>
            </p:custDataLst>
          </p:nvPr>
        </p:nvSpPr>
        <p:spPr bwMode="gray">
          <a:xfrm>
            <a:off x="274638" y="4464050"/>
            <a:ext cx="257175" cy="133350"/>
          </a:xfrm>
          <a:prstGeom prst="rect">
            <a:avLst/>
          </a:prstGeom>
          <a:ln>
            <a:noFill/>
          </a:ln>
          <a:effectLst/>
        </p:spPr>
        <p:txBody>
          <a:bodyPr vert="horz" wrap="none" lIns="14288" tIns="0" rIns="14288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2F5597"/>
              </a:buClr>
              <a:buSzTx/>
              <a:buFont typeface="Arial" panose="020B0604020202020204" pitchFamily="34" charset="0"/>
              <a:buChar char="​"/>
              <a:tabLst/>
              <a:defRPr/>
            </a:pPr>
            <a:fld id="{7640AE5F-9ED6-464F-B1D0-48D1F1511A9D}" type="datetime'85'''''''',''''''''''''''0''''''''''''''0'''''''''''''''''''''">
              <a:rPr lang="en-US" altLang="en-US" sz="800" smtClean="0">
                <a:solidFill>
                  <a:srgbClr val="2F5597"/>
                </a:solidFill>
                <a:effectLst/>
                <a:latin typeface="Calibri" panose="020F0502020204030204" pitchFamily="34" charset="0"/>
              </a:rPr>
              <a:pPr/>
              <a:t>85,00</a:t>
            </a:fld>
            <a:endParaRPr kumimoji="0" lang="en-US" sz="800" b="0" i="0" strike="noStrike" kern="1200" cap="none" spc="0" normalizeH="0" baseline="0" noProof="0">
              <a:ln>
                <a:noFill/>
              </a:ln>
              <a:solidFill>
                <a:srgbClr val="2F5597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 useBgFill="1">
        <p:nvSpPr>
          <p:cNvPr id="112" name="Text Placeholder 3">
            <a:extLst>
              <a:ext uri="{FF2B5EF4-FFF2-40B4-BE49-F238E27FC236}">
                <a16:creationId xmlns:a16="http://schemas.microsoft.com/office/drawing/2014/main" id="{5475B7E7-B721-3BEF-A966-124FF366CBD0}"/>
              </a:ext>
            </a:extLst>
          </p:cNvPr>
          <p:cNvSpPr>
            <a:spLocks/>
          </p:cNvSpPr>
          <p:nvPr>
            <p:custDataLst>
              <p:tags r:id="rId28"/>
            </p:custDataLst>
          </p:nvPr>
        </p:nvSpPr>
        <p:spPr bwMode="gray">
          <a:xfrm>
            <a:off x="793750" y="4387850"/>
            <a:ext cx="257175" cy="133350"/>
          </a:xfrm>
          <a:prstGeom prst="rect">
            <a:avLst/>
          </a:prstGeom>
          <a:ln>
            <a:noFill/>
          </a:ln>
          <a:effectLst/>
        </p:spPr>
        <p:txBody>
          <a:bodyPr vert="horz" wrap="none" lIns="14288" tIns="0" rIns="14288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2F5597"/>
              </a:buClr>
              <a:buSzTx/>
              <a:buFont typeface="Arial" panose="020B0604020202020204" pitchFamily="34" charset="0"/>
              <a:buChar char="​"/>
              <a:tabLst/>
              <a:defRPr/>
            </a:pPr>
            <a:fld id="{268DBFE8-AD5E-4843-AF3F-E930E7D4FA8A}" type="datetime'9''''''''''''''''''''0,''0''''''''0'''''''''''''">
              <a:rPr lang="en-US" altLang="en-US" sz="800" smtClean="0">
                <a:solidFill>
                  <a:srgbClr val="2F5597"/>
                </a:solidFill>
                <a:effectLst/>
                <a:latin typeface="Calibri" panose="020F0502020204030204" pitchFamily="34" charset="0"/>
              </a:rPr>
              <a:pPr/>
              <a:t>90,00</a:t>
            </a:fld>
            <a:endParaRPr kumimoji="0" lang="en-US" sz="800" b="0" i="0" strike="noStrike" kern="1200" cap="none" spc="0" normalizeH="0" baseline="0" noProof="0">
              <a:ln>
                <a:noFill/>
              </a:ln>
              <a:solidFill>
                <a:srgbClr val="2F5597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 useBgFill="1">
        <p:nvSpPr>
          <p:cNvPr id="113" name="Text Placeholder 3">
            <a:extLst>
              <a:ext uri="{FF2B5EF4-FFF2-40B4-BE49-F238E27FC236}">
                <a16:creationId xmlns:a16="http://schemas.microsoft.com/office/drawing/2014/main" id="{56B1678C-2CDB-0F7C-78A7-25841990863F}"/>
              </a:ext>
            </a:extLst>
          </p:cNvPr>
          <p:cNvSpPr>
            <a:spLocks/>
          </p:cNvSpPr>
          <p:nvPr>
            <p:custDataLst>
              <p:tags r:id="rId29"/>
            </p:custDataLst>
          </p:nvPr>
        </p:nvSpPr>
        <p:spPr bwMode="gray">
          <a:xfrm>
            <a:off x="1377950" y="4495800"/>
            <a:ext cx="257175" cy="133350"/>
          </a:xfrm>
          <a:prstGeom prst="rect">
            <a:avLst/>
          </a:prstGeom>
          <a:ln>
            <a:noFill/>
          </a:ln>
          <a:effectLst/>
        </p:spPr>
        <p:txBody>
          <a:bodyPr vert="horz" wrap="none" lIns="14288" tIns="0" rIns="14288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2F5597"/>
              </a:buClr>
              <a:buSzTx/>
              <a:buFont typeface="Arial" panose="020B0604020202020204" pitchFamily="34" charset="0"/>
              <a:buChar char="​"/>
              <a:tabLst/>
              <a:defRPr/>
            </a:pPr>
            <a:fld id="{C364A239-AE1D-4710-8DB1-5F5DDC52AE18}" type="datetime'''''''''''''''9''''''''''''''0'''',''''''''''''''0''''0'''''''">
              <a:rPr lang="en-US" altLang="en-US" sz="800" smtClean="0">
                <a:solidFill>
                  <a:srgbClr val="7C7C7C"/>
                </a:solidFill>
                <a:effectLst/>
                <a:latin typeface="Calibri" panose="020F0502020204030204" pitchFamily="34" charset="0"/>
              </a:rPr>
              <a:pPr/>
              <a:t>90,00</a:t>
            </a:fld>
            <a:endParaRPr kumimoji="0" lang="en-US" sz="800" b="0" i="0" strike="noStrike" kern="1200" cap="none" spc="0" normalizeH="0" baseline="0" noProof="0">
              <a:ln>
                <a:noFill/>
              </a:ln>
              <a:solidFill>
                <a:srgbClr val="7C7C7C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 useBgFill="1">
        <p:nvSpPr>
          <p:cNvPr id="114" name="Text Placeholder 3">
            <a:extLst>
              <a:ext uri="{FF2B5EF4-FFF2-40B4-BE49-F238E27FC236}">
                <a16:creationId xmlns:a16="http://schemas.microsoft.com/office/drawing/2014/main" id="{96FE9239-BFEE-7FD1-3F13-A9DC06518997}"/>
              </a:ext>
            </a:extLst>
          </p:cNvPr>
          <p:cNvSpPr>
            <a:spLocks/>
          </p:cNvSpPr>
          <p:nvPr>
            <p:custDataLst>
              <p:tags r:id="rId30"/>
            </p:custDataLst>
          </p:nvPr>
        </p:nvSpPr>
        <p:spPr bwMode="gray">
          <a:xfrm>
            <a:off x="1390650" y="4324350"/>
            <a:ext cx="257175" cy="133350"/>
          </a:xfrm>
          <a:prstGeom prst="rect">
            <a:avLst/>
          </a:prstGeom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2F5597"/>
              </a:buClr>
              <a:buSzTx/>
              <a:buFont typeface="Arial" panose="020B0604020202020204" pitchFamily="34" charset="0"/>
              <a:buChar char="​"/>
              <a:tabLst/>
              <a:defRPr/>
            </a:pPr>
            <a:fld id="{F14D7767-3FAB-4D15-A5D4-2055F8502AE1}" type="datetime'9''5'''''''''''''''''''',''''''''''''''0''''''''''''0'''''''''">
              <a:rPr lang="en-US" altLang="en-US" sz="800" smtClean="0">
                <a:solidFill>
                  <a:srgbClr val="2F5597"/>
                </a:solidFill>
                <a:effectLst/>
                <a:latin typeface="Calibri" panose="020F0502020204030204" pitchFamily="34" charset="0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2F5597"/>
                </a:buClr>
                <a:buSzTx/>
                <a:buFont typeface="Arial" panose="020B0604020202020204" pitchFamily="34" charset="0"/>
                <a:buChar char="​"/>
                <a:tabLst/>
                <a:defRPr/>
              </a:pPr>
              <a:t>95,00</a:t>
            </a:fld>
            <a:endParaRPr kumimoji="0" lang="en-US" sz="800" b="0" i="0" strike="noStrike" kern="1200" cap="none" spc="0" normalizeH="0" baseline="0" noProof="0">
              <a:ln>
                <a:noFill/>
              </a:ln>
              <a:solidFill>
                <a:srgbClr val="2F5597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 useBgFill="1">
        <p:nvSpPr>
          <p:cNvPr id="115" name="Text Placeholder 3">
            <a:extLst>
              <a:ext uri="{FF2B5EF4-FFF2-40B4-BE49-F238E27FC236}">
                <a16:creationId xmlns:a16="http://schemas.microsoft.com/office/drawing/2014/main" id="{5B828434-58E5-6D71-6445-8A25053284D1}"/>
              </a:ext>
            </a:extLst>
          </p:cNvPr>
          <p:cNvSpPr>
            <a:spLocks/>
          </p:cNvSpPr>
          <p:nvPr>
            <p:custDataLst>
              <p:tags r:id="rId31"/>
            </p:custDataLst>
          </p:nvPr>
        </p:nvSpPr>
        <p:spPr bwMode="gray">
          <a:xfrm>
            <a:off x="1922463" y="4230688"/>
            <a:ext cx="307975" cy="133350"/>
          </a:xfrm>
          <a:prstGeom prst="rect">
            <a:avLst/>
          </a:prstGeom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2F5597"/>
              </a:buClr>
              <a:buSzTx/>
              <a:buFont typeface="Arial" panose="020B0604020202020204" pitchFamily="34" charset="0"/>
              <a:buChar char="​"/>
              <a:tabLst/>
              <a:defRPr/>
            </a:pPr>
            <a:fld id="{73E59CB3-FD66-46A4-9EA6-93E880BFCB67}" type="datetime'''''''''''1''''0''0,''''''''0''''''''''0'''">
              <a:rPr lang="en-US" altLang="en-US" sz="800" smtClean="0">
                <a:solidFill>
                  <a:srgbClr val="2F5597"/>
                </a:solidFill>
                <a:effectLst/>
                <a:latin typeface="Calibri" panose="020F0502020204030204" pitchFamily="34" charset="0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2F5597"/>
                </a:buClr>
                <a:buSzTx/>
                <a:buFont typeface="Arial" panose="020B0604020202020204" pitchFamily="34" charset="0"/>
                <a:buChar char="​"/>
                <a:tabLst/>
                <a:defRPr/>
              </a:pPr>
              <a:t>100,00</a:t>
            </a:fld>
            <a:endParaRPr kumimoji="0" lang="en-US" sz="800" b="0" i="0" strike="noStrike" kern="1200" cap="none" spc="0" normalizeH="0" baseline="0" noProof="0">
              <a:ln>
                <a:noFill/>
              </a:ln>
              <a:solidFill>
                <a:srgbClr val="2F5597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 useBgFill="1">
        <p:nvSpPr>
          <p:cNvPr id="116" name="Text Placeholder 3">
            <a:extLst>
              <a:ext uri="{FF2B5EF4-FFF2-40B4-BE49-F238E27FC236}">
                <a16:creationId xmlns:a16="http://schemas.microsoft.com/office/drawing/2014/main" id="{C24ECF27-F4F3-12FF-968E-D3195F8A51A1}"/>
              </a:ext>
            </a:extLst>
          </p:cNvPr>
          <p:cNvSpPr>
            <a:spLocks/>
          </p:cNvSpPr>
          <p:nvPr>
            <p:custDataLst>
              <p:tags r:id="rId32"/>
            </p:custDataLst>
          </p:nvPr>
        </p:nvSpPr>
        <p:spPr bwMode="gray">
          <a:xfrm>
            <a:off x="2479675" y="4138613"/>
            <a:ext cx="307975" cy="133350"/>
          </a:xfrm>
          <a:prstGeom prst="rect">
            <a:avLst/>
          </a:prstGeom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2F5597"/>
              </a:buClr>
              <a:buSzTx/>
              <a:buFont typeface="Arial" panose="020B0604020202020204" pitchFamily="34" charset="0"/>
              <a:buChar char="​"/>
              <a:tabLst/>
              <a:defRPr/>
            </a:pPr>
            <a:fld id="{0CA6DA88-A0B5-42E3-B21A-142EF44D87A9}" type="datetime'1''''''''''''''''05'',''''''''''0''''''''0'''''''">
              <a:rPr lang="en-US" altLang="en-US" sz="800" smtClean="0">
                <a:solidFill>
                  <a:srgbClr val="2F5597"/>
                </a:solidFill>
                <a:effectLst/>
                <a:latin typeface="Calibri" panose="020F0502020204030204" pitchFamily="34" charset="0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2F5597"/>
                </a:buClr>
                <a:buSzTx/>
                <a:buFont typeface="Arial" panose="020B0604020202020204" pitchFamily="34" charset="0"/>
                <a:buChar char="​"/>
                <a:tabLst/>
                <a:defRPr/>
              </a:pPr>
              <a:t>105,00</a:t>
            </a:fld>
            <a:endParaRPr kumimoji="0" lang="en-US" sz="800" b="0" i="0" strike="noStrike" kern="1200" cap="none" spc="0" normalizeH="0" baseline="0" noProof="0">
              <a:ln>
                <a:noFill/>
              </a:ln>
              <a:solidFill>
                <a:srgbClr val="2F5597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18" name="Rectangle: Rounded Corners 255">
            <a:extLst>
              <a:ext uri="{FF2B5EF4-FFF2-40B4-BE49-F238E27FC236}">
                <a16:creationId xmlns:a16="http://schemas.microsoft.com/office/drawing/2014/main" id="{F3BA1004-5AF4-5BAE-9B65-2CBF373937D5}"/>
              </a:ext>
            </a:extLst>
          </p:cNvPr>
          <p:cNvSpPr/>
          <p:nvPr>
            <p:custDataLst>
              <p:tags r:id="rId33"/>
            </p:custDataLst>
          </p:nvPr>
        </p:nvSpPr>
        <p:spPr>
          <a:xfrm>
            <a:off x="3209925" y="1430338"/>
            <a:ext cx="2611438" cy="26511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defRPr/>
            </a:pPr>
            <a:r>
              <a:rPr lang="en-US" sz="1400" b="1" dirty="0">
                <a:solidFill>
                  <a:srgbClr val="5982CB">
                    <a:lumMod val="50000"/>
                  </a:srgbClr>
                </a:solidFill>
              </a:rPr>
              <a:t>Natural Gas Price ($/MMBtu)</a:t>
            </a:r>
          </a:p>
        </p:txBody>
      </p:sp>
      <p:sp>
        <p:nvSpPr>
          <p:cNvPr id="119" name="Rectangle: Rounded Corners 262">
            <a:extLst>
              <a:ext uri="{FF2B5EF4-FFF2-40B4-BE49-F238E27FC236}">
                <a16:creationId xmlns:a16="http://schemas.microsoft.com/office/drawing/2014/main" id="{8483DBC7-7241-E7A6-AD1C-5FC6E9DDBCDA}"/>
              </a:ext>
            </a:extLst>
          </p:cNvPr>
          <p:cNvSpPr/>
          <p:nvPr>
            <p:custDataLst>
              <p:tags r:id="rId34"/>
            </p:custDataLst>
          </p:nvPr>
        </p:nvSpPr>
        <p:spPr>
          <a:xfrm>
            <a:off x="3209925" y="3568700"/>
            <a:ext cx="2611438" cy="26511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defRPr/>
            </a:pPr>
            <a:r>
              <a:rPr lang="en-US" sz="1400" b="1" dirty="0">
                <a:solidFill>
                  <a:srgbClr val="5982CB">
                    <a:lumMod val="50000"/>
                  </a:srgbClr>
                </a:solidFill>
              </a:rPr>
              <a:t>Gasoline Price ($/</a:t>
            </a:r>
            <a:r>
              <a:rPr lang="en-US" sz="1400" b="1" dirty="0" err="1">
                <a:solidFill>
                  <a:srgbClr val="5982CB">
                    <a:lumMod val="50000"/>
                  </a:srgbClr>
                </a:solidFill>
              </a:rPr>
              <a:t>bbl</a:t>
            </a:r>
            <a:r>
              <a:rPr lang="en-US" sz="1400" b="1" dirty="0">
                <a:solidFill>
                  <a:srgbClr val="5982CB">
                    <a:lumMod val="50000"/>
                  </a:srgbClr>
                </a:solidFill>
              </a:rPr>
              <a:t>)</a:t>
            </a:r>
          </a:p>
        </p:txBody>
      </p:sp>
      <p:sp>
        <p:nvSpPr>
          <p:cNvPr id="120" name="Rectangle: Rounded Corners 255">
            <a:extLst>
              <a:ext uri="{FF2B5EF4-FFF2-40B4-BE49-F238E27FC236}">
                <a16:creationId xmlns:a16="http://schemas.microsoft.com/office/drawing/2014/main" id="{AA744A90-4842-961B-20F9-FB72695AEF3D}"/>
              </a:ext>
            </a:extLst>
          </p:cNvPr>
          <p:cNvSpPr/>
          <p:nvPr>
            <p:custDataLst>
              <p:tags r:id="rId35"/>
            </p:custDataLst>
          </p:nvPr>
        </p:nvSpPr>
        <p:spPr>
          <a:xfrm>
            <a:off x="6210300" y="1430338"/>
            <a:ext cx="2611438" cy="26511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defRPr/>
            </a:pPr>
            <a:r>
              <a:rPr lang="en-US" sz="1400" b="1">
                <a:solidFill>
                  <a:srgbClr val="5982CB">
                    <a:lumMod val="50000"/>
                  </a:srgbClr>
                </a:solidFill>
              </a:rPr>
              <a:t>Kurs USD/IDR (IDR)</a:t>
            </a:r>
          </a:p>
        </p:txBody>
      </p:sp>
      <p:sp>
        <p:nvSpPr>
          <p:cNvPr id="121" name="Rectangle: Rounded Corners 262">
            <a:extLst>
              <a:ext uri="{FF2B5EF4-FFF2-40B4-BE49-F238E27FC236}">
                <a16:creationId xmlns:a16="http://schemas.microsoft.com/office/drawing/2014/main" id="{07DACAF9-75C5-248D-4F08-AEE5BBF33E7D}"/>
              </a:ext>
            </a:extLst>
          </p:cNvPr>
          <p:cNvSpPr/>
          <p:nvPr>
            <p:custDataLst>
              <p:tags r:id="rId36"/>
            </p:custDataLst>
          </p:nvPr>
        </p:nvSpPr>
        <p:spPr>
          <a:xfrm>
            <a:off x="6210300" y="3568700"/>
            <a:ext cx="2611438" cy="26511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defRPr/>
            </a:pPr>
            <a:r>
              <a:rPr lang="en-US" sz="1400" b="1" dirty="0">
                <a:solidFill>
                  <a:srgbClr val="5982CB">
                    <a:lumMod val="50000"/>
                  </a:srgbClr>
                </a:solidFill>
              </a:rPr>
              <a:t>HGBT ($/MMBTU)</a:t>
            </a:r>
          </a:p>
        </p:txBody>
      </p:sp>
      <p:graphicFrame>
        <p:nvGraphicFramePr>
          <p:cNvPr id="419" name="Chart 418">
            <a:extLst>
              <a:ext uri="{FF2B5EF4-FFF2-40B4-BE49-F238E27FC236}">
                <a16:creationId xmlns:a16="http://schemas.microsoft.com/office/drawing/2014/main" id="{C2E8DB50-C1C7-B769-FC95-4D567D0FBC93}"/>
              </a:ext>
            </a:extLst>
          </p:cNvPr>
          <p:cNvGraphicFramePr/>
          <p:nvPr>
            <p:custDataLst>
              <p:tags r:id="rId37"/>
            </p:custDataLst>
            <p:extLst>
              <p:ext uri="{D42A27DB-BD31-4B8C-83A1-F6EECF244321}">
                <p14:modId xmlns:p14="http://schemas.microsoft.com/office/powerpoint/2010/main" val="1980028032"/>
              </p:ext>
            </p:extLst>
          </p:nvPr>
        </p:nvGraphicFramePr>
        <p:xfrm>
          <a:off x="6178550" y="1579563"/>
          <a:ext cx="2674938" cy="20351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3"/>
          </a:graphicData>
        </a:graphic>
      </p:graphicFrame>
      <p:cxnSp>
        <p:nvCxnSpPr>
          <p:cNvPr id="402" name="Straight Connector 401">
            <a:extLst>
              <a:ext uri="{FF2B5EF4-FFF2-40B4-BE49-F238E27FC236}">
                <a16:creationId xmlns:a16="http://schemas.microsoft.com/office/drawing/2014/main" id="{F7A92AA5-4432-9669-7FD1-100585707A27}"/>
              </a:ext>
            </a:extLst>
          </p:cNvPr>
          <p:cNvCxnSpPr/>
          <p:nvPr>
            <p:custDataLst>
              <p:tags r:id="rId38"/>
            </p:custDataLst>
          </p:nvPr>
        </p:nvCxnSpPr>
        <p:spPr bwMode="gray">
          <a:xfrm>
            <a:off x="6921500" y="2620963"/>
            <a:ext cx="0" cy="23813"/>
          </a:xfrm>
          <a:prstGeom prst="line">
            <a:avLst/>
          </a:prstGeom>
          <a:ln w="63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8" name="Straight Connector 407">
            <a:extLst>
              <a:ext uri="{FF2B5EF4-FFF2-40B4-BE49-F238E27FC236}">
                <a16:creationId xmlns:a16="http://schemas.microsoft.com/office/drawing/2014/main" id="{70875C83-71B8-F9CC-2A5E-F7A6BFB24F37}"/>
              </a:ext>
            </a:extLst>
          </p:cNvPr>
          <p:cNvCxnSpPr/>
          <p:nvPr>
            <p:custDataLst>
              <p:tags r:id="rId39"/>
            </p:custDataLst>
          </p:nvPr>
        </p:nvCxnSpPr>
        <p:spPr bwMode="gray">
          <a:xfrm>
            <a:off x="7480300" y="2547938"/>
            <a:ext cx="0" cy="23812"/>
          </a:xfrm>
          <a:prstGeom prst="line">
            <a:avLst/>
          </a:prstGeom>
          <a:ln w="63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9" name="Straight Connector 408">
            <a:extLst>
              <a:ext uri="{FF2B5EF4-FFF2-40B4-BE49-F238E27FC236}">
                <a16:creationId xmlns:a16="http://schemas.microsoft.com/office/drawing/2014/main" id="{5A8BFDF2-4B16-9CDD-0798-4D738EF52A2D}"/>
              </a:ext>
            </a:extLst>
          </p:cNvPr>
          <p:cNvCxnSpPr/>
          <p:nvPr>
            <p:custDataLst>
              <p:tags r:id="rId40"/>
            </p:custDataLst>
          </p:nvPr>
        </p:nvCxnSpPr>
        <p:spPr bwMode="gray">
          <a:xfrm>
            <a:off x="8037513" y="2365375"/>
            <a:ext cx="0" cy="23813"/>
          </a:xfrm>
          <a:prstGeom prst="line">
            <a:avLst/>
          </a:prstGeom>
          <a:ln w="63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0" name="Straight Connector 409">
            <a:extLst>
              <a:ext uri="{FF2B5EF4-FFF2-40B4-BE49-F238E27FC236}">
                <a16:creationId xmlns:a16="http://schemas.microsoft.com/office/drawing/2014/main" id="{0262244F-1A36-086E-59AD-974C69A30EA7}"/>
              </a:ext>
            </a:extLst>
          </p:cNvPr>
          <p:cNvCxnSpPr/>
          <p:nvPr>
            <p:custDataLst>
              <p:tags r:id="rId41"/>
            </p:custDataLst>
          </p:nvPr>
        </p:nvCxnSpPr>
        <p:spPr bwMode="gray">
          <a:xfrm>
            <a:off x="8594725" y="2184400"/>
            <a:ext cx="0" cy="23813"/>
          </a:xfrm>
          <a:prstGeom prst="line">
            <a:avLst/>
          </a:prstGeom>
          <a:ln w="63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 useBgFill="1">
        <p:nvSpPr>
          <p:cNvPr id="137" name="Text Placeholder 3">
            <a:extLst>
              <a:ext uri="{FF2B5EF4-FFF2-40B4-BE49-F238E27FC236}">
                <a16:creationId xmlns:a16="http://schemas.microsoft.com/office/drawing/2014/main" id="{5E6BBFB1-CF00-0811-5958-0604BFE641F8}"/>
              </a:ext>
            </a:extLst>
          </p:cNvPr>
          <p:cNvSpPr>
            <a:spLocks/>
          </p:cNvSpPr>
          <p:nvPr>
            <p:custDataLst>
              <p:tags r:id="rId42"/>
            </p:custDataLst>
          </p:nvPr>
        </p:nvSpPr>
        <p:spPr bwMode="gray">
          <a:xfrm>
            <a:off x="6210300" y="2743200"/>
            <a:ext cx="307975" cy="133350"/>
          </a:xfrm>
          <a:prstGeom prst="rect">
            <a:avLst/>
          </a:prstGeom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408ACC33-699E-42E0-ACDB-C10D02B9AB0C}" type="datetime'1''6''.''''5''''''''0''''''''''''''''''''''''0'''''">
              <a:rPr lang="en-US" altLang="en-US" sz="800" smtClean="0">
                <a:solidFill>
                  <a:srgbClr val="2F5597"/>
                </a:solidFill>
                <a:effectLst/>
                <a:latin typeface="Calibri" panose="020F0502020204030204" pitchFamily="34" charset="0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16.500</a:t>
            </a:fld>
            <a:endParaRPr lang="en-US" sz="800">
              <a:solidFill>
                <a:srgbClr val="2F5597"/>
              </a:solidFill>
              <a:latin typeface="Calibri" panose="020F0502020204030204" pitchFamily="34" charset="0"/>
            </a:endParaRPr>
          </a:p>
        </p:txBody>
      </p:sp>
      <p:sp useBgFill="1">
        <p:nvSpPr>
          <p:cNvPr id="391" name="Text Placeholder 3">
            <a:extLst>
              <a:ext uri="{FF2B5EF4-FFF2-40B4-BE49-F238E27FC236}">
                <a16:creationId xmlns:a16="http://schemas.microsoft.com/office/drawing/2014/main" id="{0040982D-270A-7FA5-70EA-B871DBD4B6C9}"/>
              </a:ext>
            </a:extLst>
          </p:cNvPr>
          <p:cNvSpPr>
            <a:spLocks/>
          </p:cNvSpPr>
          <p:nvPr>
            <p:custDataLst>
              <p:tags r:id="rId43"/>
            </p:custDataLst>
          </p:nvPr>
        </p:nvSpPr>
        <p:spPr bwMode="gray">
          <a:xfrm>
            <a:off x="6767513" y="2487613"/>
            <a:ext cx="307975" cy="133350"/>
          </a:xfrm>
          <a:prstGeom prst="rect">
            <a:avLst/>
          </a:prstGeom>
          <a:ln>
            <a:noFill/>
          </a:ln>
          <a:effectLst/>
        </p:spPr>
        <p:txBody>
          <a:bodyPr vert="horz" wrap="none" lIns="14288" tIns="0" rIns="1428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E110242B-24A0-43E6-B35A-C79A03681F24}" type="datetime'''''''''1''''''''''''6.''8''''''''''''''00'''''''''''''">
              <a:rPr lang="en-US" altLang="en-US" sz="800" smtClean="0">
                <a:solidFill>
                  <a:srgbClr val="7C7C7C"/>
                </a:solidFill>
                <a:effectLst/>
                <a:latin typeface="Calibri" panose="020F0502020204030204" pitchFamily="34" charset="0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16.800</a:t>
            </a:fld>
            <a:endParaRPr lang="en-US" sz="800" dirty="0">
              <a:solidFill>
                <a:srgbClr val="7C7C7C"/>
              </a:solidFill>
              <a:latin typeface="Calibri" panose="020F0502020204030204" pitchFamily="34" charset="0"/>
            </a:endParaRPr>
          </a:p>
        </p:txBody>
      </p:sp>
      <p:sp useBgFill="1">
        <p:nvSpPr>
          <p:cNvPr id="139" name="Text Placeholder 3">
            <a:extLst>
              <a:ext uri="{FF2B5EF4-FFF2-40B4-BE49-F238E27FC236}">
                <a16:creationId xmlns:a16="http://schemas.microsoft.com/office/drawing/2014/main" id="{7C09E9D4-889F-D203-05BA-7EC67A3E8228}"/>
              </a:ext>
            </a:extLst>
          </p:cNvPr>
          <p:cNvSpPr>
            <a:spLocks/>
          </p:cNvSpPr>
          <p:nvPr>
            <p:custDataLst>
              <p:tags r:id="rId44"/>
            </p:custDataLst>
          </p:nvPr>
        </p:nvSpPr>
        <p:spPr bwMode="gray">
          <a:xfrm>
            <a:off x="6767513" y="2560638"/>
            <a:ext cx="307975" cy="133350"/>
          </a:xfrm>
          <a:prstGeom prst="rect">
            <a:avLst/>
          </a:prstGeom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2F5597"/>
              </a:buClr>
              <a:buSzTx/>
              <a:buFont typeface="Arial" panose="020B0604020202020204" pitchFamily="34" charset="0"/>
              <a:buChar char="​"/>
              <a:tabLst/>
              <a:defRPr/>
            </a:pPr>
            <a:fld id="{3AEE85A0-5C68-440E-B340-268DB76DF6E8}" type="datetime'''''''''''''''''1''''''''''''''''7.0''''''''0''''0'">
              <a:rPr lang="en-US" altLang="en-US" sz="800" smtClean="0">
                <a:solidFill>
                  <a:srgbClr val="2F5597"/>
                </a:solidFill>
                <a:effectLst/>
                <a:latin typeface="Calibri" panose="020F0502020204030204" pitchFamily="34" charset="0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2F5597"/>
                </a:buClr>
                <a:buSzTx/>
                <a:buFont typeface="Arial" panose="020B0604020202020204" pitchFamily="34" charset="0"/>
                <a:buChar char="​"/>
                <a:tabLst/>
                <a:defRPr/>
              </a:pPr>
              <a:t>17.000</a:t>
            </a:fld>
            <a:endParaRPr kumimoji="0" lang="en-US" sz="800" b="0" i="0" strike="noStrike" kern="1200" cap="none" spc="0" normalizeH="0" baseline="0" noProof="0">
              <a:ln>
                <a:noFill/>
              </a:ln>
              <a:solidFill>
                <a:srgbClr val="2F5597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 useBgFill="1">
        <p:nvSpPr>
          <p:cNvPr id="401" name="Text Placeholder 3">
            <a:extLst>
              <a:ext uri="{FF2B5EF4-FFF2-40B4-BE49-F238E27FC236}">
                <a16:creationId xmlns:a16="http://schemas.microsoft.com/office/drawing/2014/main" id="{79DCEC55-2D34-FD30-FC1A-E45DFFE4E00B}"/>
              </a:ext>
            </a:extLst>
          </p:cNvPr>
          <p:cNvSpPr>
            <a:spLocks/>
          </p:cNvSpPr>
          <p:nvPr>
            <p:custDataLst>
              <p:tags r:id="rId45"/>
            </p:custDataLst>
          </p:nvPr>
        </p:nvSpPr>
        <p:spPr bwMode="gray">
          <a:xfrm>
            <a:off x="7326313" y="2414588"/>
            <a:ext cx="307975" cy="133350"/>
          </a:xfrm>
          <a:prstGeom prst="rect">
            <a:avLst/>
          </a:prstGeom>
          <a:ln>
            <a:noFill/>
          </a:ln>
          <a:effectLst/>
        </p:spPr>
        <p:txBody>
          <a:bodyPr vert="horz" wrap="none" lIns="14288" tIns="0" rIns="1428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02AB01CA-D418-4515-B1E4-AC76507AAB2F}" type="datetime'''''1''7''''''''''''.0''''''''''0''''''''''''''''''0'''''''">
              <a:rPr lang="en-US" altLang="en-US" sz="800" smtClean="0">
                <a:solidFill>
                  <a:srgbClr val="7C7C7C"/>
                </a:solidFill>
                <a:effectLst/>
                <a:latin typeface="Calibri" panose="020F0502020204030204" pitchFamily="34" charset="0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17.000</a:t>
            </a:fld>
            <a:endParaRPr lang="en-US" sz="800" dirty="0">
              <a:solidFill>
                <a:srgbClr val="7C7C7C"/>
              </a:solidFill>
              <a:latin typeface="Calibri" panose="020F0502020204030204" pitchFamily="34" charset="0"/>
            </a:endParaRPr>
          </a:p>
        </p:txBody>
      </p:sp>
      <p:sp useBgFill="1">
        <p:nvSpPr>
          <p:cNvPr id="140" name="Text Placeholder 3">
            <a:extLst>
              <a:ext uri="{FF2B5EF4-FFF2-40B4-BE49-F238E27FC236}">
                <a16:creationId xmlns:a16="http://schemas.microsoft.com/office/drawing/2014/main" id="{A2C4B2F2-9341-F395-9290-A2EF808E7A8F}"/>
              </a:ext>
            </a:extLst>
          </p:cNvPr>
          <p:cNvSpPr>
            <a:spLocks/>
          </p:cNvSpPr>
          <p:nvPr>
            <p:custDataLst>
              <p:tags r:id="rId46"/>
            </p:custDataLst>
          </p:nvPr>
        </p:nvSpPr>
        <p:spPr bwMode="gray">
          <a:xfrm>
            <a:off x="7326313" y="2378075"/>
            <a:ext cx="307975" cy="133350"/>
          </a:xfrm>
          <a:prstGeom prst="rect">
            <a:avLst/>
          </a:prstGeom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2F5597"/>
              </a:buClr>
              <a:buSzTx/>
              <a:buFont typeface="Arial" panose="020B0604020202020204" pitchFamily="34" charset="0"/>
              <a:buChar char="​"/>
              <a:tabLst/>
              <a:defRPr/>
            </a:pPr>
            <a:fld id="{444047DB-C1F3-41CF-9662-81BB29D6A726}" type="datetime'''''''''''''1''''''''''''''''7.''''''5''''''''''''00'''''">
              <a:rPr lang="en-US" altLang="en-US" sz="800" smtClean="0">
                <a:solidFill>
                  <a:srgbClr val="2F5597"/>
                </a:solidFill>
                <a:effectLst/>
                <a:latin typeface="Calibri" panose="020F0502020204030204" pitchFamily="34" charset="0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2F5597"/>
                </a:buClr>
                <a:buSzTx/>
                <a:buFont typeface="Arial" panose="020B0604020202020204" pitchFamily="34" charset="0"/>
                <a:buChar char="​"/>
                <a:tabLst/>
                <a:defRPr/>
              </a:pPr>
              <a:t>17.500</a:t>
            </a:fld>
            <a:endParaRPr kumimoji="0" lang="en-US" sz="800" b="0" i="0" strike="noStrike" kern="1200" cap="none" spc="0" normalizeH="0" baseline="0" noProof="0">
              <a:ln>
                <a:noFill/>
              </a:ln>
              <a:solidFill>
                <a:srgbClr val="2F5597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 useBgFill="1">
        <p:nvSpPr>
          <p:cNvPr id="406" name="Text Placeholder 3">
            <a:extLst>
              <a:ext uri="{FF2B5EF4-FFF2-40B4-BE49-F238E27FC236}">
                <a16:creationId xmlns:a16="http://schemas.microsoft.com/office/drawing/2014/main" id="{B862D58D-84A8-F4F7-F630-4D1E252D1FB0}"/>
              </a:ext>
            </a:extLst>
          </p:cNvPr>
          <p:cNvSpPr>
            <a:spLocks/>
          </p:cNvSpPr>
          <p:nvPr>
            <p:custDataLst>
              <p:tags r:id="rId47"/>
            </p:custDataLst>
          </p:nvPr>
        </p:nvSpPr>
        <p:spPr bwMode="gray">
          <a:xfrm>
            <a:off x="7883525" y="2232025"/>
            <a:ext cx="307975" cy="133350"/>
          </a:xfrm>
          <a:prstGeom prst="rect">
            <a:avLst/>
          </a:prstGeom>
          <a:ln>
            <a:noFill/>
          </a:ln>
          <a:effectLst/>
        </p:spPr>
        <p:txBody>
          <a:bodyPr vert="horz" wrap="none" lIns="14288" tIns="0" rIns="1428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AE403167-9B11-4391-A23D-B1737C3D1D1F}" type="datetime'''1''''7''.''''5''''''''00'''">
              <a:rPr lang="en-US" altLang="en-US" sz="800" smtClean="0">
                <a:solidFill>
                  <a:srgbClr val="7C7C7C"/>
                </a:solidFill>
                <a:effectLst/>
                <a:latin typeface="Calibri" panose="020F0502020204030204" pitchFamily="34" charset="0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17.500</a:t>
            </a:fld>
            <a:endParaRPr lang="en-US" sz="800" dirty="0">
              <a:solidFill>
                <a:srgbClr val="7C7C7C"/>
              </a:solidFill>
              <a:latin typeface="Calibri" panose="020F0502020204030204" pitchFamily="34" charset="0"/>
            </a:endParaRPr>
          </a:p>
        </p:txBody>
      </p:sp>
      <p:sp useBgFill="1">
        <p:nvSpPr>
          <p:cNvPr id="142" name="Text Placeholder 3">
            <a:extLst>
              <a:ext uri="{FF2B5EF4-FFF2-40B4-BE49-F238E27FC236}">
                <a16:creationId xmlns:a16="http://schemas.microsoft.com/office/drawing/2014/main" id="{1C4982F8-5081-1D03-B091-E7F1EA60EFC6}"/>
              </a:ext>
            </a:extLst>
          </p:cNvPr>
          <p:cNvSpPr>
            <a:spLocks/>
          </p:cNvSpPr>
          <p:nvPr>
            <p:custDataLst>
              <p:tags r:id="rId48"/>
            </p:custDataLst>
          </p:nvPr>
        </p:nvSpPr>
        <p:spPr bwMode="gray">
          <a:xfrm>
            <a:off x="7883525" y="2197100"/>
            <a:ext cx="307975" cy="133350"/>
          </a:xfrm>
          <a:prstGeom prst="rect">
            <a:avLst/>
          </a:prstGeom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2F5597"/>
              </a:buClr>
              <a:buSzTx/>
              <a:buFont typeface="Arial" panose="020B0604020202020204" pitchFamily="34" charset="0"/>
              <a:buChar char="​"/>
              <a:tabLst/>
              <a:defRPr/>
            </a:pPr>
            <a:fld id="{9C9C656E-1231-4D85-922B-968A8C3F4E89}" type="datetime'''1''''8''''''.''''''''0''''''''''''''''''''''00'''''''''''">
              <a:rPr lang="en-US" altLang="en-US" sz="800" smtClean="0">
                <a:solidFill>
                  <a:srgbClr val="2F5597"/>
                </a:solidFill>
                <a:effectLst/>
                <a:latin typeface="Calibri" panose="020F0502020204030204" pitchFamily="34" charset="0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2F5597"/>
                </a:buClr>
                <a:buSzTx/>
                <a:buFont typeface="Arial" panose="020B0604020202020204" pitchFamily="34" charset="0"/>
                <a:buChar char="​"/>
                <a:tabLst/>
                <a:defRPr/>
              </a:pPr>
              <a:t>18.000</a:t>
            </a:fld>
            <a:endParaRPr kumimoji="0" lang="en-US" sz="800" b="0" i="0" strike="noStrike" kern="1200" cap="none" spc="0" normalizeH="0" baseline="0" noProof="0">
              <a:ln>
                <a:noFill/>
              </a:ln>
              <a:solidFill>
                <a:srgbClr val="2F5597"/>
              </a:solidFill>
              <a:effectLst/>
              <a:uLnTx/>
              <a:uFillTx/>
              <a:latin typeface="Calibri" panose="020F0502020204030204" pitchFamily="34" charset="0"/>
              <a:sym typeface="Trebuchet MS" panose="020B0603020202020204" pitchFamily="34" charset="0"/>
            </a:endParaRPr>
          </a:p>
        </p:txBody>
      </p:sp>
      <p:sp useBgFill="1">
        <p:nvSpPr>
          <p:cNvPr id="407" name="Text Placeholder 3">
            <a:extLst>
              <a:ext uri="{FF2B5EF4-FFF2-40B4-BE49-F238E27FC236}">
                <a16:creationId xmlns:a16="http://schemas.microsoft.com/office/drawing/2014/main" id="{B83C64D9-1D18-9006-1459-007F2ADF3E9D}"/>
              </a:ext>
            </a:extLst>
          </p:cNvPr>
          <p:cNvSpPr>
            <a:spLocks/>
          </p:cNvSpPr>
          <p:nvPr>
            <p:custDataLst>
              <p:tags r:id="rId49"/>
            </p:custDataLst>
          </p:nvPr>
        </p:nvSpPr>
        <p:spPr bwMode="gray">
          <a:xfrm>
            <a:off x="8440738" y="2051050"/>
            <a:ext cx="307975" cy="133350"/>
          </a:xfrm>
          <a:prstGeom prst="rect">
            <a:avLst/>
          </a:prstGeom>
          <a:ln>
            <a:noFill/>
          </a:ln>
          <a:effectLst/>
        </p:spPr>
        <p:txBody>
          <a:bodyPr vert="horz" wrap="none" lIns="14288" tIns="0" rIns="1428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73C0F61C-413C-46C8-80AD-A1B96504B4D4}" type="datetime'''''''''''''''''''18''''''.''0''''''''''''''''''0''''0'">
              <a:rPr lang="en-US" altLang="en-US" sz="800" smtClean="0">
                <a:solidFill>
                  <a:srgbClr val="7C7C7C"/>
                </a:solidFill>
                <a:effectLst/>
                <a:latin typeface="Calibri" panose="020F0502020204030204" pitchFamily="34" charset="0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18.000</a:t>
            </a:fld>
            <a:endParaRPr lang="en-US" sz="800" dirty="0">
              <a:solidFill>
                <a:srgbClr val="7C7C7C"/>
              </a:solidFill>
              <a:latin typeface="Calibri" panose="020F0502020204030204" pitchFamily="34" charset="0"/>
            </a:endParaRPr>
          </a:p>
        </p:txBody>
      </p:sp>
      <p:sp useBgFill="1">
        <p:nvSpPr>
          <p:cNvPr id="143" name="Text Placeholder 3">
            <a:extLst>
              <a:ext uri="{FF2B5EF4-FFF2-40B4-BE49-F238E27FC236}">
                <a16:creationId xmlns:a16="http://schemas.microsoft.com/office/drawing/2014/main" id="{773FCCCF-F688-3377-3F82-A8DF7497F940}"/>
              </a:ext>
            </a:extLst>
          </p:cNvPr>
          <p:cNvSpPr>
            <a:spLocks/>
          </p:cNvSpPr>
          <p:nvPr>
            <p:custDataLst>
              <p:tags r:id="rId50"/>
            </p:custDataLst>
          </p:nvPr>
        </p:nvSpPr>
        <p:spPr bwMode="gray">
          <a:xfrm>
            <a:off x="8440738" y="2014538"/>
            <a:ext cx="307975" cy="133350"/>
          </a:xfrm>
          <a:prstGeom prst="rect">
            <a:avLst/>
          </a:prstGeom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2F5597"/>
              </a:buClr>
              <a:buSzTx/>
              <a:buFont typeface="Arial" panose="020B0604020202020204" pitchFamily="34" charset="0"/>
              <a:buChar char="​"/>
              <a:tabLst/>
              <a:defRPr/>
            </a:pPr>
            <a:fld id="{0081F2E8-6A09-4346-A5DE-EF07AA9CD096}" type="datetime'''1''''''''''''''''''''''8.''''''''''5''''''''''''''''00'">
              <a:rPr lang="en-US" altLang="en-US" sz="800" smtClean="0">
                <a:solidFill>
                  <a:srgbClr val="2F5597"/>
                </a:solidFill>
                <a:effectLst/>
                <a:latin typeface="Calibri" panose="020F0502020204030204" pitchFamily="34" charset="0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2F5597"/>
                </a:buClr>
                <a:buSzTx/>
                <a:buFont typeface="Arial" panose="020B0604020202020204" pitchFamily="34" charset="0"/>
                <a:buChar char="​"/>
                <a:tabLst/>
                <a:defRPr/>
              </a:pPr>
              <a:t>18.500</a:t>
            </a:fld>
            <a:endParaRPr kumimoji="0" lang="en-US" sz="800" b="0" i="0" strike="noStrike" kern="1200" cap="none" spc="0" normalizeH="0" baseline="0" noProof="0">
              <a:ln>
                <a:noFill/>
              </a:ln>
              <a:solidFill>
                <a:srgbClr val="2F5597"/>
              </a:solidFill>
              <a:effectLst/>
              <a:uLnTx/>
              <a:uFillTx/>
              <a:latin typeface="Calibri" panose="020F0502020204030204" pitchFamily="34" charset="0"/>
              <a:sym typeface="Trebuchet MS" panose="020B0603020202020204" pitchFamily="34" charset="0"/>
            </a:endParaRPr>
          </a:p>
        </p:txBody>
      </p:sp>
      <p:graphicFrame>
        <p:nvGraphicFramePr>
          <p:cNvPr id="534" name="Chart 533">
            <a:extLst>
              <a:ext uri="{FF2B5EF4-FFF2-40B4-BE49-F238E27FC236}">
                <a16:creationId xmlns:a16="http://schemas.microsoft.com/office/drawing/2014/main" id="{19C00C8F-499A-1CFC-7E98-2408B7FDA88B}"/>
              </a:ext>
            </a:extLst>
          </p:cNvPr>
          <p:cNvGraphicFramePr/>
          <p:nvPr>
            <p:custDataLst>
              <p:tags r:id="rId51"/>
            </p:custDataLst>
            <p:extLst>
              <p:ext uri="{D42A27DB-BD31-4B8C-83A1-F6EECF244321}">
                <p14:modId xmlns:p14="http://schemas.microsoft.com/office/powerpoint/2010/main" val="3002587084"/>
              </p:ext>
            </p:extLst>
          </p:nvPr>
        </p:nvGraphicFramePr>
        <p:xfrm>
          <a:off x="6119813" y="3787775"/>
          <a:ext cx="2919412" cy="2667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4"/>
          </a:graphicData>
        </a:graphic>
      </p:graphicFrame>
      <p:sp useBgFill="1">
        <p:nvSpPr>
          <p:cNvPr id="147" name="Text Placeholder 3">
            <a:extLst>
              <a:ext uri="{FF2B5EF4-FFF2-40B4-BE49-F238E27FC236}">
                <a16:creationId xmlns:a16="http://schemas.microsoft.com/office/drawing/2014/main" id="{F2EEA4F0-DD91-F8A9-9468-2CC72FFF5611}"/>
              </a:ext>
            </a:extLst>
          </p:cNvPr>
          <p:cNvSpPr>
            <a:spLocks/>
          </p:cNvSpPr>
          <p:nvPr>
            <p:custDataLst>
              <p:tags r:id="rId52"/>
            </p:custDataLst>
          </p:nvPr>
        </p:nvSpPr>
        <p:spPr bwMode="gray">
          <a:xfrm>
            <a:off x="6918325" y="5565775"/>
            <a:ext cx="206375" cy="133350"/>
          </a:xfrm>
          <a:prstGeom prst="rect">
            <a:avLst/>
          </a:prstGeom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2F5597"/>
              </a:buClr>
              <a:buSzTx/>
              <a:buFont typeface="Arial" panose="020B0604020202020204" pitchFamily="34" charset="0"/>
              <a:buChar char="​"/>
              <a:tabLst/>
              <a:defRPr/>
            </a:pPr>
            <a:fld id="{420CBF60-B7D6-445A-B321-45C455D614ED}" type="datetime'''''6'''''''',''''''''''''''''''''''8''''''''0'''''">
              <a:rPr lang="en-US" altLang="en-US" sz="800" smtClean="0">
                <a:solidFill>
                  <a:srgbClr val="2F5597"/>
                </a:solidFill>
                <a:effectLst/>
                <a:latin typeface="Calibri" panose="020F0502020204030204" pitchFamily="34" charset="0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2F5597"/>
                </a:buClr>
                <a:buSzTx/>
                <a:buFont typeface="Arial" panose="020B0604020202020204" pitchFamily="34" charset="0"/>
                <a:buChar char="​"/>
                <a:tabLst/>
                <a:defRPr/>
              </a:pPr>
              <a:t>6,80</a:t>
            </a:fld>
            <a:endParaRPr kumimoji="0" lang="en-US" sz="800" b="0" i="0" strike="noStrike" kern="1200" cap="none" spc="0" normalizeH="0" baseline="0" noProof="0">
              <a:ln>
                <a:noFill/>
              </a:ln>
              <a:solidFill>
                <a:srgbClr val="2F5597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 useBgFill="1">
        <p:nvSpPr>
          <p:cNvPr id="148" name="Text Placeholder 3">
            <a:extLst>
              <a:ext uri="{FF2B5EF4-FFF2-40B4-BE49-F238E27FC236}">
                <a16:creationId xmlns:a16="http://schemas.microsoft.com/office/drawing/2014/main" id="{92B364D0-6556-BFB1-BDDF-96F65C536CA6}"/>
              </a:ext>
            </a:extLst>
          </p:cNvPr>
          <p:cNvSpPr>
            <a:spLocks/>
          </p:cNvSpPr>
          <p:nvPr>
            <p:custDataLst>
              <p:tags r:id="rId53"/>
            </p:custDataLst>
          </p:nvPr>
        </p:nvSpPr>
        <p:spPr bwMode="gray">
          <a:xfrm>
            <a:off x="7477125" y="5186363"/>
            <a:ext cx="206375" cy="133350"/>
          </a:xfrm>
          <a:prstGeom prst="rect">
            <a:avLst/>
          </a:prstGeom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2F5597"/>
              </a:buClr>
              <a:buSzTx/>
              <a:buFont typeface="Arial" panose="020B0604020202020204" pitchFamily="34" charset="0"/>
              <a:buChar char="​"/>
              <a:tabLst/>
              <a:defRPr/>
            </a:pPr>
            <a:fld id="{E51B87E3-DE82-4FFF-8682-D8DA955DAE3E}" type="datetime'''7'''''''''''''''''''''''''''',1''''0'''''''''''''''''''''''">
              <a:rPr lang="en-US" altLang="en-US" sz="800" smtClean="0">
                <a:solidFill>
                  <a:srgbClr val="2F5597"/>
                </a:solidFill>
                <a:effectLst/>
                <a:latin typeface="Calibri" panose="020F0502020204030204" pitchFamily="34" charset="0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2F5597"/>
                </a:buClr>
                <a:buSzTx/>
                <a:buFont typeface="Arial" panose="020B0604020202020204" pitchFamily="34" charset="0"/>
                <a:buChar char="​"/>
                <a:tabLst/>
                <a:defRPr/>
              </a:pPr>
              <a:t>7,10</a:t>
            </a:fld>
            <a:endParaRPr kumimoji="0" lang="en-US" sz="800" b="0" i="0" strike="noStrike" kern="1200" cap="none" spc="0" normalizeH="0" baseline="0" noProof="0">
              <a:ln>
                <a:noFill/>
              </a:ln>
              <a:solidFill>
                <a:srgbClr val="2F5597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 useBgFill="1">
        <p:nvSpPr>
          <p:cNvPr id="149" name="Text Placeholder 3">
            <a:extLst>
              <a:ext uri="{FF2B5EF4-FFF2-40B4-BE49-F238E27FC236}">
                <a16:creationId xmlns:a16="http://schemas.microsoft.com/office/drawing/2014/main" id="{F6D9E51B-3FCD-3286-58DB-4F92621AE8CB}"/>
              </a:ext>
            </a:extLst>
          </p:cNvPr>
          <p:cNvSpPr>
            <a:spLocks/>
          </p:cNvSpPr>
          <p:nvPr>
            <p:custDataLst>
              <p:tags r:id="rId54"/>
            </p:custDataLst>
          </p:nvPr>
        </p:nvSpPr>
        <p:spPr bwMode="gray">
          <a:xfrm>
            <a:off x="8034338" y="4808538"/>
            <a:ext cx="206375" cy="133350"/>
          </a:xfrm>
          <a:prstGeom prst="rect">
            <a:avLst/>
          </a:prstGeom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2F5597"/>
              </a:buClr>
              <a:buSzTx/>
              <a:buFont typeface="Arial" panose="020B0604020202020204" pitchFamily="34" charset="0"/>
              <a:buChar char="​"/>
              <a:tabLst/>
              <a:defRPr/>
            </a:pPr>
            <a:fld id="{DAE75F12-41DE-4854-97AD-49D2FA9BFE54}" type="datetime'7'''',''''''''''''''40'''''''''''''''''''''''">
              <a:rPr lang="en-US" altLang="en-US" sz="800" smtClean="0">
                <a:solidFill>
                  <a:srgbClr val="2F5597"/>
                </a:solidFill>
                <a:effectLst/>
                <a:latin typeface="Calibri" panose="020F0502020204030204" pitchFamily="34" charset="0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2F5597"/>
                </a:buClr>
                <a:buSzTx/>
                <a:buFont typeface="Arial" panose="020B0604020202020204" pitchFamily="34" charset="0"/>
                <a:buChar char="​"/>
                <a:tabLst/>
                <a:defRPr/>
              </a:pPr>
              <a:t>7,40</a:t>
            </a:fld>
            <a:endParaRPr kumimoji="0" lang="en-US" sz="800" b="0" i="0" strike="noStrike" kern="1200" cap="none" spc="0" normalizeH="0" baseline="0" noProof="0">
              <a:ln>
                <a:noFill/>
              </a:ln>
              <a:solidFill>
                <a:srgbClr val="2F5597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 useBgFill="1">
        <p:nvSpPr>
          <p:cNvPr id="150" name="Text Placeholder 3">
            <a:extLst>
              <a:ext uri="{FF2B5EF4-FFF2-40B4-BE49-F238E27FC236}">
                <a16:creationId xmlns:a16="http://schemas.microsoft.com/office/drawing/2014/main" id="{8E3BDD41-36C7-4182-2ED3-232A53A95F2A}"/>
              </a:ext>
            </a:extLst>
          </p:cNvPr>
          <p:cNvSpPr>
            <a:spLocks/>
          </p:cNvSpPr>
          <p:nvPr>
            <p:custDataLst>
              <p:tags r:id="rId55"/>
            </p:custDataLst>
          </p:nvPr>
        </p:nvSpPr>
        <p:spPr bwMode="gray">
          <a:xfrm>
            <a:off x="8591550" y="4429125"/>
            <a:ext cx="206375" cy="133350"/>
          </a:xfrm>
          <a:prstGeom prst="rect">
            <a:avLst/>
          </a:prstGeom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2F5597"/>
              </a:buClr>
              <a:buSzTx/>
              <a:buFont typeface="Arial" panose="020B0604020202020204" pitchFamily="34" charset="0"/>
              <a:buChar char="​"/>
              <a:tabLst/>
              <a:defRPr/>
            </a:pPr>
            <a:fld id="{8190C3AC-8F59-4154-BE06-20D2B1A2B816}" type="datetime'''7'''''''''''''',''''''''''''''70'''''''''''''">
              <a:rPr lang="en-US" altLang="en-US" sz="800" smtClean="0">
                <a:solidFill>
                  <a:srgbClr val="2F5597"/>
                </a:solidFill>
                <a:effectLst/>
                <a:latin typeface="Calibri" panose="020F0502020204030204" pitchFamily="34" charset="0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2F5597"/>
                </a:buClr>
                <a:buSzTx/>
                <a:buFont typeface="Arial" panose="020B0604020202020204" pitchFamily="34" charset="0"/>
                <a:buChar char="​"/>
                <a:tabLst/>
                <a:defRPr/>
              </a:pPr>
              <a:t>7,70</a:t>
            </a:fld>
            <a:endParaRPr kumimoji="0" lang="en-US" sz="800" b="0" i="0" strike="noStrike" kern="1200" cap="none" spc="0" normalizeH="0" baseline="0" noProof="0">
              <a:ln>
                <a:noFill/>
              </a:ln>
              <a:solidFill>
                <a:srgbClr val="2F5597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 useBgFill="1">
        <p:nvSpPr>
          <p:cNvPr id="523" name="Text Placeholder 3">
            <a:extLst>
              <a:ext uri="{FF2B5EF4-FFF2-40B4-BE49-F238E27FC236}">
                <a16:creationId xmlns:a16="http://schemas.microsoft.com/office/drawing/2014/main" id="{2A4AD947-2B98-8303-48E1-D29BB182DBDD}"/>
              </a:ext>
            </a:extLst>
          </p:cNvPr>
          <p:cNvSpPr>
            <a:spLocks/>
          </p:cNvSpPr>
          <p:nvPr>
            <p:custDataLst>
              <p:tags r:id="rId56"/>
            </p:custDataLst>
          </p:nvPr>
        </p:nvSpPr>
        <p:spPr bwMode="gray">
          <a:xfrm>
            <a:off x="6361113" y="5799138"/>
            <a:ext cx="206375" cy="133350"/>
          </a:xfrm>
          <a:prstGeom prst="rect">
            <a:avLst/>
          </a:prstGeom>
          <a:ln>
            <a:noFill/>
          </a:ln>
          <a:effectLst/>
        </p:spPr>
        <p:txBody>
          <a:bodyPr vert="horz" wrap="none" lIns="14288" tIns="0" rIns="1428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6AE9AA1F-F190-444E-9F13-A00225FBA184}" type="datetime'''''6'',''''''50'''''''''''''''''''''''''''''''''''''''">
              <a:rPr lang="en-US" altLang="en-US" sz="800" smtClean="0">
                <a:solidFill>
                  <a:srgbClr val="C3D535"/>
                </a:solidFill>
                <a:effectLst/>
                <a:latin typeface="Calibri" panose="020F0502020204030204" pitchFamily="34" charset="0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6,50</a:t>
            </a:fld>
            <a:endParaRPr lang="en-US" sz="800" dirty="0">
              <a:solidFill>
                <a:srgbClr val="C3D535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507" name="Chart 506">
            <a:extLst>
              <a:ext uri="{FF2B5EF4-FFF2-40B4-BE49-F238E27FC236}">
                <a16:creationId xmlns:a16="http://schemas.microsoft.com/office/drawing/2014/main" id="{62171877-F427-37DD-1E43-553CAA7D7482}"/>
              </a:ext>
            </a:extLst>
          </p:cNvPr>
          <p:cNvGraphicFramePr/>
          <p:nvPr>
            <p:custDataLst>
              <p:tags r:id="rId57"/>
            </p:custDataLst>
            <p:extLst>
              <p:ext uri="{D42A27DB-BD31-4B8C-83A1-F6EECF244321}">
                <p14:modId xmlns:p14="http://schemas.microsoft.com/office/powerpoint/2010/main" val="2945303249"/>
              </p:ext>
            </p:extLst>
          </p:nvPr>
        </p:nvGraphicFramePr>
        <p:xfrm>
          <a:off x="3048000" y="3776663"/>
          <a:ext cx="2919413" cy="2667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5"/>
          </a:graphicData>
        </a:graphic>
      </p:graphicFrame>
      <p:sp useBgFill="1">
        <p:nvSpPr>
          <p:cNvPr id="152" name="Text Placeholder 3">
            <a:extLst>
              <a:ext uri="{FF2B5EF4-FFF2-40B4-BE49-F238E27FC236}">
                <a16:creationId xmlns:a16="http://schemas.microsoft.com/office/drawing/2014/main" id="{7B0AD4B9-387B-7158-D61B-282D0C1FC004}"/>
              </a:ext>
            </a:extLst>
          </p:cNvPr>
          <p:cNvSpPr>
            <a:spLocks/>
          </p:cNvSpPr>
          <p:nvPr>
            <p:custDataLst>
              <p:tags r:id="rId58"/>
            </p:custDataLst>
          </p:nvPr>
        </p:nvSpPr>
        <p:spPr bwMode="gray">
          <a:xfrm>
            <a:off x="3263900" y="4503738"/>
            <a:ext cx="257175" cy="133350"/>
          </a:xfrm>
          <a:prstGeom prst="rect">
            <a:avLst/>
          </a:prstGeom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2F5597"/>
              </a:buClr>
              <a:buSzTx/>
              <a:buFont typeface="Arial" panose="020B0604020202020204" pitchFamily="34" charset="0"/>
              <a:buChar char="​"/>
              <a:tabLst/>
              <a:defRPr/>
            </a:pPr>
            <a:fld id="{9992F8A2-C1B8-4E01-964A-855996EFEF73}" type="datetime'''''''''''''''''''8''''''''''''''''0,''''''''''''''''00'">
              <a:rPr lang="en-US" altLang="en-US" sz="800" smtClean="0">
                <a:solidFill>
                  <a:srgbClr val="2F5597"/>
                </a:solidFill>
                <a:effectLst/>
                <a:latin typeface="Calibri" panose="020F0502020204030204" pitchFamily="34" charset="0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2F5597"/>
                </a:buClr>
                <a:buSzTx/>
                <a:buFont typeface="Arial" panose="020B0604020202020204" pitchFamily="34" charset="0"/>
                <a:buChar char="​"/>
                <a:tabLst/>
                <a:defRPr/>
              </a:pPr>
              <a:t>80,00</a:t>
            </a:fld>
            <a:endParaRPr kumimoji="0" lang="en-US" sz="800" b="0" i="0" strike="noStrike" kern="1200" cap="none" spc="0" normalizeH="0" baseline="0" noProof="0">
              <a:ln>
                <a:noFill/>
              </a:ln>
              <a:solidFill>
                <a:srgbClr val="2F5597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 useBgFill="1">
        <p:nvSpPr>
          <p:cNvPr id="153" name="Text Placeholder 3">
            <a:extLst>
              <a:ext uri="{FF2B5EF4-FFF2-40B4-BE49-F238E27FC236}">
                <a16:creationId xmlns:a16="http://schemas.microsoft.com/office/drawing/2014/main" id="{326E422E-2B60-303F-91CB-41C17026A2CF}"/>
              </a:ext>
            </a:extLst>
          </p:cNvPr>
          <p:cNvSpPr>
            <a:spLocks/>
          </p:cNvSpPr>
          <p:nvPr>
            <p:custDataLst>
              <p:tags r:id="rId59"/>
            </p:custDataLst>
          </p:nvPr>
        </p:nvSpPr>
        <p:spPr bwMode="gray">
          <a:xfrm>
            <a:off x="3821113" y="4410075"/>
            <a:ext cx="257175" cy="133350"/>
          </a:xfrm>
          <a:prstGeom prst="rect">
            <a:avLst/>
          </a:prstGeom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62439AE6-9B36-4820-ABB5-0F5611FA02A5}" type="datetime'''''''''''8''''''5'''''''''',''''''''''''''0''''''''''''''''0'">
              <a:rPr lang="en-US" altLang="en-US" sz="800" smtClean="0">
                <a:solidFill>
                  <a:srgbClr val="2F5597"/>
                </a:solidFill>
                <a:effectLst/>
                <a:latin typeface="Calibri" panose="020F0502020204030204" pitchFamily="34" charset="0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85,00</a:t>
            </a:fld>
            <a:endParaRPr lang="en-US" sz="800" dirty="0">
              <a:solidFill>
                <a:srgbClr val="2F5597"/>
              </a:solidFill>
              <a:latin typeface="Calibri" panose="020F0502020204030204" pitchFamily="34" charset="0"/>
            </a:endParaRPr>
          </a:p>
        </p:txBody>
      </p:sp>
      <p:sp useBgFill="1">
        <p:nvSpPr>
          <p:cNvPr id="154" name="Text Placeholder 3">
            <a:extLst>
              <a:ext uri="{FF2B5EF4-FFF2-40B4-BE49-F238E27FC236}">
                <a16:creationId xmlns:a16="http://schemas.microsoft.com/office/drawing/2014/main" id="{A8F6D936-3239-0CD3-F3CC-E87DEE5F13D8}"/>
              </a:ext>
            </a:extLst>
          </p:cNvPr>
          <p:cNvSpPr>
            <a:spLocks/>
          </p:cNvSpPr>
          <p:nvPr>
            <p:custDataLst>
              <p:tags r:id="rId60"/>
            </p:custDataLst>
          </p:nvPr>
        </p:nvSpPr>
        <p:spPr bwMode="gray">
          <a:xfrm>
            <a:off x="4379913" y="4318000"/>
            <a:ext cx="257175" cy="133350"/>
          </a:xfrm>
          <a:prstGeom prst="rect">
            <a:avLst/>
          </a:prstGeom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BAAA3FDF-5FC0-452E-A951-54DB0F9CF6A7}" type="datetime'''''9''''''''''''''''''''''0'''',''''''0''''''''''0'">
              <a:rPr lang="en-US" altLang="en-US" sz="800" smtClean="0">
                <a:solidFill>
                  <a:srgbClr val="2F5597"/>
                </a:solidFill>
                <a:effectLst/>
                <a:latin typeface="Calibri" panose="020F0502020204030204" pitchFamily="34" charset="0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90,00</a:t>
            </a:fld>
            <a:endParaRPr lang="en-US" sz="800">
              <a:solidFill>
                <a:srgbClr val="2F5597"/>
              </a:solidFill>
              <a:latin typeface="Calibri" panose="020F0502020204030204" pitchFamily="34" charset="0"/>
            </a:endParaRPr>
          </a:p>
        </p:txBody>
      </p:sp>
      <p:sp useBgFill="1">
        <p:nvSpPr>
          <p:cNvPr id="155" name="Text Placeholder 3">
            <a:extLst>
              <a:ext uri="{FF2B5EF4-FFF2-40B4-BE49-F238E27FC236}">
                <a16:creationId xmlns:a16="http://schemas.microsoft.com/office/drawing/2014/main" id="{9A00C89F-310B-09B1-83ED-94CF4A368CCB}"/>
              </a:ext>
            </a:extLst>
          </p:cNvPr>
          <p:cNvSpPr>
            <a:spLocks/>
          </p:cNvSpPr>
          <p:nvPr>
            <p:custDataLst>
              <p:tags r:id="rId61"/>
            </p:custDataLst>
          </p:nvPr>
        </p:nvSpPr>
        <p:spPr bwMode="gray">
          <a:xfrm>
            <a:off x="4937125" y="4224338"/>
            <a:ext cx="257175" cy="133350"/>
          </a:xfrm>
          <a:prstGeom prst="rect">
            <a:avLst/>
          </a:prstGeom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47563990-F8B3-4EC3-830B-A5251F6F59F5}" type="datetime'9''''5,''''''''''''''''''''''''''''''''''''''''''0''0'''">
              <a:rPr lang="en-US" altLang="en-US" sz="800" smtClean="0">
                <a:solidFill>
                  <a:srgbClr val="2F5597"/>
                </a:solidFill>
                <a:effectLst/>
                <a:latin typeface="Calibri" panose="020F0502020204030204" pitchFamily="34" charset="0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95,00</a:t>
            </a:fld>
            <a:endParaRPr lang="en-US" sz="800">
              <a:solidFill>
                <a:srgbClr val="2F5597"/>
              </a:solidFill>
              <a:latin typeface="Calibri" panose="020F0502020204030204" pitchFamily="34" charset="0"/>
            </a:endParaRPr>
          </a:p>
        </p:txBody>
      </p:sp>
      <p:sp useBgFill="1">
        <p:nvSpPr>
          <p:cNvPr id="156" name="Text Placeholder 3">
            <a:extLst>
              <a:ext uri="{FF2B5EF4-FFF2-40B4-BE49-F238E27FC236}">
                <a16:creationId xmlns:a16="http://schemas.microsoft.com/office/drawing/2014/main" id="{950877EC-2C32-692B-A315-118E2CD8716B}"/>
              </a:ext>
            </a:extLst>
          </p:cNvPr>
          <p:cNvSpPr>
            <a:spLocks/>
          </p:cNvSpPr>
          <p:nvPr>
            <p:custDataLst>
              <p:tags r:id="rId62"/>
            </p:custDataLst>
          </p:nvPr>
        </p:nvSpPr>
        <p:spPr bwMode="gray">
          <a:xfrm>
            <a:off x="5468938" y="4132263"/>
            <a:ext cx="307975" cy="133350"/>
          </a:xfrm>
          <a:prstGeom prst="rect">
            <a:avLst/>
          </a:prstGeom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CEA20D10-7FDE-4286-90E3-8E9AF4AC8F98}" type="datetime'''''''''''''''1''''''''''0''''''0'''''''',''''''''''''00'''''">
              <a:rPr lang="en-US" altLang="en-US" sz="800" smtClean="0">
                <a:solidFill>
                  <a:srgbClr val="2F5597"/>
                </a:solidFill>
                <a:effectLst/>
                <a:latin typeface="Calibri" panose="020F0502020204030204" pitchFamily="34" charset="0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100,00</a:t>
            </a:fld>
            <a:endParaRPr lang="en-US" sz="800">
              <a:solidFill>
                <a:srgbClr val="2F5597"/>
              </a:solidFill>
              <a:latin typeface="Calibri" panose="020F0502020204030204" pitchFamily="34" charset="0"/>
            </a:endParaRPr>
          </a:p>
        </p:txBody>
      </p: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46FA38C6-1453-A982-5FC8-F672261D6804}"/>
              </a:ext>
            </a:extLst>
          </p:cNvPr>
          <p:cNvGrpSpPr/>
          <p:nvPr/>
        </p:nvGrpSpPr>
        <p:grpSpPr>
          <a:xfrm>
            <a:off x="9305925" y="1649413"/>
            <a:ext cx="2696774" cy="46627"/>
            <a:chOff x="9122691" y="1420761"/>
            <a:chExt cx="2696774" cy="46627"/>
          </a:xfrm>
        </p:grpSpPr>
        <p:cxnSp>
          <p:nvCxnSpPr>
            <p:cNvPr id="158" name="Straight Connector 157">
              <a:extLst>
                <a:ext uri="{FF2B5EF4-FFF2-40B4-BE49-F238E27FC236}">
                  <a16:creationId xmlns:a16="http://schemas.microsoft.com/office/drawing/2014/main" id="{39DD6994-3D5F-F316-35E2-249DE9608C07}"/>
                </a:ext>
              </a:extLst>
            </p:cNvPr>
            <p:cNvCxnSpPr>
              <a:cxnSpLocks/>
            </p:cNvCxnSpPr>
            <p:nvPr/>
          </p:nvCxnSpPr>
          <p:spPr>
            <a:xfrm>
              <a:off x="9122691" y="1446223"/>
              <a:ext cx="2696774" cy="0"/>
            </a:xfrm>
            <a:prstGeom prst="line">
              <a:avLst/>
            </a:prstGeom>
            <a:ln w="12700" cap="rnd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3D3F3799-969B-D3B7-C619-1A1D8F731376}"/>
                </a:ext>
              </a:extLst>
            </p:cNvPr>
            <p:cNvSpPr/>
            <p:nvPr/>
          </p:nvSpPr>
          <p:spPr>
            <a:xfrm>
              <a:off x="9220057" y="1420761"/>
              <a:ext cx="956734" cy="46627"/>
            </a:xfrm>
            <a:prstGeom prst="rect">
              <a:avLst/>
            </a:prstGeom>
            <a:solidFill>
              <a:schemeClr val="bg1"/>
            </a:solidFill>
            <a:ln w="9525" cap="rnd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</p:grpSp>
      <p:sp>
        <p:nvSpPr>
          <p:cNvPr id="160" name="TextBox 159">
            <a:extLst>
              <a:ext uri="{FF2B5EF4-FFF2-40B4-BE49-F238E27FC236}">
                <a16:creationId xmlns:a16="http://schemas.microsoft.com/office/drawing/2014/main" id="{762612E4-1ECB-F9CB-B420-C5CCFBF43F2E}"/>
              </a:ext>
            </a:extLst>
          </p:cNvPr>
          <p:cNvSpPr txBox="1"/>
          <p:nvPr/>
        </p:nvSpPr>
        <p:spPr>
          <a:xfrm>
            <a:off x="9305925" y="1295400"/>
            <a:ext cx="2696175" cy="319081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2000" b="1">
                <a:solidFill>
                  <a:schemeClr val="bg1"/>
                </a:solidFill>
              </a:rPr>
              <a:t>Key Insights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B8F9006B-68A6-A75B-B481-C88C7BDA3B53}"/>
              </a:ext>
            </a:extLst>
          </p:cNvPr>
          <p:cNvSpPr txBox="1"/>
          <p:nvPr/>
        </p:nvSpPr>
        <p:spPr>
          <a:xfrm>
            <a:off x="9305925" y="1768475"/>
            <a:ext cx="2696175" cy="4470392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52000" indent="-144000">
              <a:spcAft>
                <a:spcPts val="200"/>
              </a:spcAft>
              <a:buFont typeface="Arial" panose="020B0604020202020204" pitchFamily="34" charset="0"/>
              <a:buChar char="•"/>
              <a:defRPr/>
            </a:pPr>
            <a:r>
              <a:rPr lang="en-ID" sz="1400" dirty="0"/>
              <a:t>Harga </a:t>
            </a:r>
            <a:r>
              <a:rPr lang="en-ID" sz="1400" dirty="0" err="1"/>
              <a:t>Minyak</a:t>
            </a:r>
            <a:r>
              <a:rPr lang="en-ID" sz="1400" dirty="0"/>
              <a:t> </a:t>
            </a:r>
            <a:r>
              <a:rPr lang="en-ID" sz="1400" dirty="0" err="1"/>
              <a:t>diproyeksikan</a:t>
            </a:r>
            <a:r>
              <a:rPr lang="en-ID" sz="1400" dirty="0"/>
              <a:t> naik (CAGR 5% ’26-’30) </a:t>
            </a:r>
            <a:r>
              <a:rPr lang="en-ID" sz="1400" dirty="0" err="1"/>
              <a:t>akibat</a:t>
            </a:r>
            <a:r>
              <a:rPr lang="en-ID" sz="1400" dirty="0"/>
              <a:t> </a:t>
            </a:r>
            <a:r>
              <a:rPr lang="en-ID" sz="1400" i="1" dirty="0"/>
              <a:t>balancing</a:t>
            </a:r>
            <a:r>
              <a:rPr lang="en-ID" sz="1400" dirty="0"/>
              <a:t> </a:t>
            </a:r>
            <a:r>
              <a:rPr lang="en-ID" sz="1400" dirty="0" err="1"/>
              <a:t>antara</a:t>
            </a:r>
            <a:r>
              <a:rPr lang="en-ID" sz="1400" dirty="0"/>
              <a:t> </a:t>
            </a:r>
            <a:r>
              <a:rPr lang="en-ID" sz="1400" dirty="0" err="1"/>
              <a:t>perlambatan</a:t>
            </a:r>
            <a:r>
              <a:rPr lang="en-ID" sz="1400" dirty="0"/>
              <a:t> </a:t>
            </a:r>
            <a:r>
              <a:rPr lang="en-ID" sz="1400" dirty="0" err="1"/>
              <a:t>ekonomi</a:t>
            </a:r>
            <a:r>
              <a:rPr lang="en-ID" sz="1400" dirty="0"/>
              <a:t> global dan </a:t>
            </a:r>
            <a:r>
              <a:rPr lang="en-ID" sz="1400" dirty="0" err="1"/>
              <a:t>terbatasnya</a:t>
            </a:r>
            <a:r>
              <a:rPr lang="en-ID" sz="1400" dirty="0"/>
              <a:t> </a:t>
            </a:r>
            <a:r>
              <a:rPr lang="en-ID" sz="1400" dirty="0" err="1"/>
              <a:t>suplai</a:t>
            </a:r>
            <a:r>
              <a:rPr lang="en-ID" sz="1400" dirty="0"/>
              <a:t> </a:t>
            </a:r>
            <a:r>
              <a:rPr lang="en-ID" sz="1400" dirty="0" err="1"/>
              <a:t>hulu</a:t>
            </a:r>
            <a:r>
              <a:rPr lang="en-ID" sz="1400" dirty="0"/>
              <a:t>. Nilai </a:t>
            </a:r>
            <a:r>
              <a:rPr lang="en-ID" sz="1400" dirty="0" err="1"/>
              <a:t>tukar</a:t>
            </a:r>
            <a:r>
              <a:rPr lang="en-ID" sz="1400" dirty="0"/>
              <a:t> Rupiah </a:t>
            </a:r>
            <a:r>
              <a:rPr lang="en-ID" sz="1400" dirty="0" err="1"/>
              <a:t>terdepresiasi</a:t>
            </a:r>
            <a:r>
              <a:rPr lang="en-ID" sz="1400" dirty="0"/>
              <a:t> </a:t>
            </a:r>
            <a:r>
              <a:rPr lang="en-ID" sz="1400" dirty="0" err="1"/>
              <a:t>moderat</a:t>
            </a:r>
            <a:r>
              <a:rPr lang="en-ID" sz="1400" dirty="0"/>
              <a:t> (CAGR </a:t>
            </a:r>
            <a:r>
              <a:rPr lang="en-ID" sz="1400" dirty="0" err="1"/>
              <a:t>kurs</a:t>
            </a:r>
            <a:r>
              <a:rPr lang="en-ID" sz="1400" dirty="0"/>
              <a:t> USD/IDR 2% ’26-’30) </a:t>
            </a:r>
            <a:r>
              <a:rPr lang="en-ID" sz="1400" dirty="0" err="1"/>
              <a:t>dengan</a:t>
            </a:r>
            <a:r>
              <a:rPr lang="en-ID" sz="1400" dirty="0"/>
              <a:t> </a:t>
            </a:r>
            <a:r>
              <a:rPr lang="en-ID" sz="1400" dirty="0" err="1"/>
              <a:t>risiko</a:t>
            </a:r>
            <a:r>
              <a:rPr lang="en-ID" sz="1400" dirty="0"/>
              <a:t> </a:t>
            </a:r>
            <a:r>
              <a:rPr lang="en-ID" sz="1400" dirty="0" err="1"/>
              <a:t>tekanan</a:t>
            </a:r>
            <a:r>
              <a:rPr lang="en-ID" sz="1400" dirty="0"/>
              <a:t> </a:t>
            </a:r>
            <a:r>
              <a:rPr lang="en-ID" sz="1400" dirty="0" err="1"/>
              <a:t>rendah</a:t>
            </a:r>
            <a:r>
              <a:rPr lang="en-ID" sz="1400" dirty="0"/>
              <a:t> </a:t>
            </a:r>
            <a:r>
              <a:rPr lang="en-ID" sz="1400" dirty="0" err="1"/>
              <a:t>berkat</a:t>
            </a:r>
            <a:r>
              <a:rPr lang="en-ID" sz="1400" dirty="0"/>
              <a:t> fundamental </a:t>
            </a:r>
            <a:r>
              <a:rPr lang="en-ID" sz="1400" dirty="0" err="1"/>
              <a:t>domestik</a:t>
            </a:r>
            <a:r>
              <a:rPr lang="en-ID" sz="1400" dirty="0"/>
              <a:t> dan </a:t>
            </a:r>
            <a:r>
              <a:rPr lang="en-ID" sz="1400" dirty="0" err="1"/>
              <a:t>cadangan</a:t>
            </a:r>
            <a:r>
              <a:rPr lang="en-ID" sz="1400" dirty="0"/>
              <a:t> </a:t>
            </a:r>
            <a:r>
              <a:rPr lang="en-ID" sz="1400" dirty="0" err="1"/>
              <a:t>devisa</a:t>
            </a:r>
            <a:r>
              <a:rPr lang="en-ID" sz="1400" dirty="0"/>
              <a:t> yang </a:t>
            </a:r>
            <a:r>
              <a:rPr lang="en-ID" sz="1400" dirty="0" err="1"/>
              <a:t>kuat</a:t>
            </a:r>
            <a:r>
              <a:rPr lang="en-ID" sz="1400" dirty="0"/>
              <a:t>. </a:t>
            </a:r>
          </a:p>
          <a:p>
            <a:pPr marL="252000" indent="-144000">
              <a:spcAft>
                <a:spcPts val="200"/>
              </a:spcAft>
              <a:buFont typeface="Arial" panose="020B0604020202020204" pitchFamily="34" charset="0"/>
              <a:buChar char="•"/>
              <a:defRPr/>
            </a:pPr>
            <a:r>
              <a:rPr lang="en-ID" sz="1400" dirty="0" err="1"/>
              <a:t>Sementara</a:t>
            </a:r>
            <a:r>
              <a:rPr lang="en-ID" sz="1400" dirty="0"/>
              <a:t> </a:t>
            </a:r>
            <a:r>
              <a:rPr lang="en-ID" sz="1400" dirty="0" err="1"/>
              <a:t>itu</a:t>
            </a:r>
            <a:r>
              <a:rPr lang="en-ID" sz="1400" dirty="0"/>
              <a:t>, </a:t>
            </a:r>
            <a:r>
              <a:rPr lang="en-ID" sz="1400" dirty="0" err="1"/>
              <a:t>harga</a:t>
            </a:r>
            <a:r>
              <a:rPr lang="en-ID" sz="1400" dirty="0"/>
              <a:t> BBM </a:t>
            </a:r>
            <a:r>
              <a:rPr lang="en-ID" sz="1400" dirty="0" err="1"/>
              <a:t>diperkirakan</a:t>
            </a:r>
            <a:r>
              <a:rPr lang="en-ID" sz="1400" dirty="0"/>
              <a:t> </a:t>
            </a:r>
            <a:r>
              <a:rPr lang="en-ID" sz="1400" dirty="0" err="1"/>
              <a:t>akan</a:t>
            </a:r>
            <a:r>
              <a:rPr lang="en-ID" sz="1400" dirty="0"/>
              <a:t> naik pada 2026–2030 </a:t>
            </a:r>
            <a:r>
              <a:rPr lang="en-ID" sz="1400" dirty="0" err="1"/>
              <a:t>seiring</a:t>
            </a:r>
            <a:r>
              <a:rPr lang="en-ID" sz="1400" dirty="0"/>
              <a:t> </a:t>
            </a:r>
            <a:r>
              <a:rPr lang="en-ID" sz="1400" dirty="0" err="1"/>
              <a:t>normalisasi</a:t>
            </a:r>
            <a:r>
              <a:rPr lang="en-ID" sz="1400" dirty="0"/>
              <a:t> </a:t>
            </a:r>
            <a:r>
              <a:rPr lang="en-ID" sz="1400" dirty="0" err="1"/>
              <a:t>permintaan</a:t>
            </a:r>
            <a:r>
              <a:rPr lang="en-ID" sz="1400" dirty="0"/>
              <a:t> </a:t>
            </a:r>
            <a:r>
              <a:rPr lang="en-ID" sz="1400" dirty="0" err="1"/>
              <a:t>industri</a:t>
            </a:r>
            <a:r>
              <a:rPr lang="en-ID" sz="1400" dirty="0"/>
              <a:t> dan </a:t>
            </a:r>
            <a:r>
              <a:rPr lang="en-ID" sz="1400" dirty="0" err="1"/>
              <a:t>penutupan</a:t>
            </a:r>
            <a:r>
              <a:rPr lang="en-ID" sz="1400" dirty="0"/>
              <a:t> </a:t>
            </a:r>
            <a:r>
              <a:rPr lang="en-ID" sz="1400" dirty="0" err="1"/>
              <a:t>kilang</a:t>
            </a:r>
            <a:r>
              <a:rPr lang="en-ID" sz="1400" dirty="0"/>
              <a:t> </a:t>
            </a:r>
            <a:r>
              <a:rPr lang="en-ID" sz="1400" dirty="0" err="1"/>
              <a:t>kompetitor</a:t>
            </a:r>
            <a:r>
              <a:rPr lang="en-ID" sz="1400" dirty="0"/>
              <a:t>.</a:t>
            </a:r>
            <a:endParaRPr lang="en-US" sz="1400" dirty="0">
              <a:solidFill>
                <a:schemeClr val="bg1"/>
              </a:solidFill>
              <a:latin typeface="Tw Cen MT" panose="020B0602020104020603" pitchFamily="34" charset="0"/>
            </a:endParaRPr>
          </a:p>
        </p:txBody>
      </p:sp>
      <p:graphicFrame>
        <p:nvGraphicFramePr>
          <p:cNvPr id="371" name="Chart 370">
            <a:extLst>
              <a:ext uri="{FF2B5EF4-FFF2-40B4-BE49-F238E27FC236}">
                <a16:creationId xmlns:a16="http://schemas.microsoft.com/office/drawing/2014/main" id="{8C383F89-66A3-9E78-6F24-FE12BCC44B27}"/>
              </a:ext>
            </a:extLst>
          </p:cNvPr>
          <p:cNvGraphicFramePr/>
          <p:nvPr>
            <p:custDataLst>
              <p:tags r:id="rId63"/>
            </p:custDataLst>
            <p:extLst>
              <p:ext uri="{D42A27DB-BD31-4B8C-83A1-F6EECF244321}">
                <p14:modId xmlns:p14="http://schemas.microsoft.com/office/powerpoint/2010/main" val="551121102"/>
              </p:ext>
            </p:extLst>
          </p:nvPr>
        </p:nvGraphicFramePr>
        <p:xfrm>
          <a:off x="3316288" y="1582738"/>
          <a:ext cx="2500312" cy="1968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6"/>
          </a:graphicData>
        </a:graphic>
      </p:graphicFrame>
      <p:cxnSp>
        <p:nvCxnSpPr>
          <p:cNvPr id="364" name="Straight Connector 363">
            <a:extLst>
              <a:ext uri="{FF2B5EF4-FFF2-40B4-BE49-F238E27FC236}">
                <a16:creationId xmlns:a16="http://schemas.microsoft.com/office/drawing/2014/main" id="{E64ED154-D0F0-5418-06BB-B5347B0D8A1B}"/>
              </a:ext>
            </a:extLst>
          </p:cNvPr>
          <p:cNvCxnSpPr/>
          <p:nvPr>
            <p:custDataLst>
              <p:tags r:id="rId64"/>
            </p:custDataLst>
          </p:nvPr>
        </p:nvCxnSpPr>
        <p:spPr bwMode="gray">
          <a:xfrm flipV="1">
            <a:off x="4008438" y="3268663"/>
            <a:ext cx="0" cy="23813"/>
          </a:xfrm>
          <a:prstGeom prst="line">
            <a:avLst/>
          </a:prstGeom>
          <a:ln w="63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5" name="Straight Connector 364">
            <a:extLst>
              <a:ext uri="{FF2B5EF4-FFF2-40B4-BE49-F238E27FC236}">
                <a16:creationId xmlns:a16="http://schemas.microsoft.com/office/drawing/2014/main" id="{BF59463D-725F-5715-F213-2D5EEC267809}"/>
              </a:ext>
            </a:extLst>
          </p:cNvPr>
          <p:cNvCxnSpPr/>
          <p:nvPr>
            <p:custDataLst>
              <p:tags r:id="rId65"/>
            </p:custDataLst>
          </p:nvPr>
        </p:nvCxnSpPr>
        <p:spPr bwMode="gray">
          <a:xfrm>
            <a:off x="4008438" y="3132138"/>
            <a:ext cx="0" cy="23813"/>
          </a:xfrm>
          <a:prstGeom prst="line">
            <a:avLst/>
          </a:prstGeom>
          <a:ln w="63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7" name="Straight Connector 366">
            <a:extLst>
              <a:ext uri="{FF2B5EF4-FFF2-40B4-BE49-F238E27FC236}">
                <a16:creationId xmlns:a16="http://schemas.microsoft.com/office/drawing/2014/main" id="{2E3189BC-6CEA-3310-62E9-1C246BBE60ED}"/>
              </a:ext>
            </a:extLst>
          </p:cNvPr>
          <p:cNvCxnSpPr/>
          <p:nvPr>
            <p:custDataLst>
              <p:tags r:id="rId66"/>
            </p:custDataLst>
          </p:nvPr>
        </p:nvCxnSpPr>
        <p:spPr bwMode="gray">
          <a:xfrm flipV="1">
            <a:off x="4567238" y="3268663"/>
            <a:ext cx="0" cy="23812"/>
          </a:xfrm>
          <a:prstGeom prst="line">
            <a:avLst/>
          </a:prstGeom>
          <a:ln w="63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8" name="Straight Connector 357">
            <a:extLst>
              <a:ext uri="{FF2B5EF4-FFF2-40B4-BE49-F238E27FC236}">
                <a16:creationId xmlns:a16="http://schemas.microsoft.com/office/drawing/2014/main" id="{C955AEE1-9261-8342-93BB-5DEE8520B95F}"/>
              </a:ext>
            </a:extLst>
          </p:cNvPr>
          <p:cNvCxnSpPr/>
          <p:nvPr>
            <p:custDataLst>
              <p:tags r:id="rId67"/>
            </p:custDataLst>
          </p:nvPr>
        </p:nvCxnSpPr>
        <p:spPr bwMode="gray">
          <a:xfrm>
            <a:off x="4567238" y="3130550"/>
            <a:ext cx="0" cy="23812"/>
          </a:xfrm>
          <a:prstGeom prst="line">
            <a:avLst/>
          </a:prstGeom>
          <a:ln w="63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8" name="Straight Connector 367">
            <a:extLst>
              <a:ext uri="{FF2B5EF4-FFF2-40B4-BE49-F238E27FC236}">
                <a16:creationId xmlns:a16="http://schemas.microsoft.com/office/drawing/2014/main" id="{519FEDFD-8147-F91F-80CB-65EC394DBBB9}"/>
              </a:ext>
            </a:extLst>
          </p:cNvPr>
          <p:cNvCxnSpPr/>
          <p:nvPr>
            <p:custDataLst>
              <p:tags r:id="rId68"/>
            </p:custDataLst>
          </p:nvPr>
        </p:nvCxnSpPr>
        <p:spPr bwMode="gray">
          <a:xfrm flipV="1">
            <a:off x="5124450" y="3267075"/>
            <a:ext cx="0" cy="23813"/>
          </a:xfrm>
          <a:prstGeom prst="line">
            <a:avLst/>
          </a:prstGeom>
          <a:ln w="63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9" name="Straight Connector 368">
            <a:extLst>
              <a:ext uri="{FF2B5EF4-FFF2-40B4-BE49-F238E27FC236}">
                <a16:creationId xmlns:a16="http://schemas.microsoft.com/office/drawing/2014/main" id="{18A80EEB-BF65-796A-C300-797275F99547}"/>
              </a:ext>
            </a:extLst>
          </p:cNvPr>
          <p:cNvCxnSpPr/>
          <p:nvPr>
            <p:custDataLst>
              <p:tags r:id="rId69"/>
            </p:custDataLst>
          </p:nvPr>
        </p:nvCxnSpPr>
        <p:spPr bwMode="gray">
          <a:xfrm>
            <a:off x="5124450" y="3130550"/>
            <a:ext cx="0" cy="23813"/>
          </a:xfrm>
          <a:prstGeom prst="line">
            <a:avLst/>
          </a:prstGeom>
          <a:ln w="63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0" name="Straight Connector 369">
            <a:extLst>
              <a:ext uri="{FF2B5EF4-FFF2-40B4-BE49-F238E27FC236}">
                <a16:creationId xmlns:a16="http://schemas.microsoft.com/office/drawing/2014/main" id="{F1D2545F-60E4-5415-C0C6-9FAF4AF53A48}"/>
              </a:ext>
            </a:extLst>
          </p:cNvPr>
          <p:cNvCxnSpPr/>
          <p:nvPr>
            <p:custDataLst>
              <p:tags r:id="rId70"/>
            </p:custDataLst>
          </p:nvPr>
        </p:nvCxnSpPr>
        <p:spPr bwMode="gray">
          <a:xfrm flipV="1">
            <a:off x="5607050" y="3252788"/>
            <a:ext cx="38100" cy="44450"/>
          </a:xfrm>
          <a:prstGeom prst="line">
            <a:avLst/>
          </a:prstGeom>
          <a:ln w="63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9" name="Straight Connector 358">
            <a:extLst>
              <a:ext uri="{FF2B5EF4-FFF2-40B4-BE49-F238E27FC236}">
                <a16:creationId xmlns:a16="http://schemas.microsoft.com/office/drawing/2014/main" id="{67A13932-A7C0-9F57-7F67-FC59A488A5B7}"/>
              </a:ext>
            </a:extLst>
          </p:cNvPr>
          <p:cNvCxnSpPr/>
          <p:nvPr>
            <p:custDataLst>
              <p:tags r:id="rId71"/>
            </p:custDataLst>
          </p:nvPr>
        </p:nvCxnSpPr>
        <p:spPr bwMode="gray">
          <a:xfrm>
            <a:off x="5681663" y="3122613"/>
            <a:ext cx="0" cy="23812"/>
          </a:xfrm>
          <a:prstGeom prst="line">
            <a:avLst/>
          </a:prstGeom>
          <a:ln w="63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 useBgFill="1">
        <p:nvSpPr>
          <p:cNvPr id="321" name="Text Placeholder 3">
            <a:extLst>
              <a:ext uri="{FF2B5EF4-FFF2-40B4-BE49-F238E27FC236}">
                <a16:creationId xmlns:a16="http://schemas.microsoft.com/office/drawing/2014/main" id="{16842B6C-E4A4-2907-6DD9-EB1B18072060}"/>
              </a:ext>
            </a:extLst>
          </p:cNvPr>
          <p:cNvSpPr>
            <a:spLocks/>
          </p:cNvSpPr>
          <p:nvPr>
            <p:custDataLst>
              <p:tags r:id="rId72"/>
            </p:custDataLst>
          </p:nvPr>
        </p:nvSpPr>
        <p:spPr bwMode="gray">
          <a:xfrm>
            <a:off x="3530600" y="3146425"/>
            <a:ext cx="206375" cy="133350"/>
          </a:xfrm>
          <a:prstGeom prst="rect">
            <a:avLst/>
          </a:prstGeom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2F5597"/>
              </a:buClr>
              <a:buSzTx/>
              <a:buFont typeface="Arial" panose="020B0604020202020204" pitchFamily="34" charset="0"/>
              <a:buChar char="​"/>
              <a:tabLst/>
              <a:defRPr/>
            </a:pPr>
            <a:fld id="{28624137-5C12-4DCE-A529-C9B16E7B956E}" type="datetime'''''''2'''''''''''''''',''8''''''''''''''''''0'">
              <a:rPr lang="en-US" altLang="en-US" sz="800" smtClean="0">
                <a:solidFill>
                  <a:srgbClr val="7C7C7C"/>
                </a:solidFill>
                <a:effectLst/>
                <a:latin typeface="Calibri" panose="020F0502020204030204" pitchFamily="34" charset="0"/>
              </a:rPr>
              <a:pPr/>
              <a:t>2,80</a:t>
            </a:fld>
            <a:endParaRPr kumimoji="0" lang="en-US" sz="800" b="0" i="0" strike="noStrike" kern="1200" cap="none" spc="0" normalizeH="0" baseline="0" noProof="0">
              <a:ln>
                <a:noFill/>
              </a:ln>
              <a:solidFill>
                <a:srgbClr val="7C7C7C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 useBgFill="1">
        <p:nvSpPr>
          <p:cNvPr id="322" name="Text Placeholder 3">
            <a:extLst>
              <a:ext uri="{FF2B5EF4-FFF2-40B4-BE49-F238E27FC236}">
                <a16:creationId xmlns:a16="http://schemas.microsoft.com/office/drawing/2014/main" id="{CC273288-32CE-DACB-2654-8E112BC294B9}"/>
              </a:ext>
            </a:extLst>
          </p:cNvPr>
          <p:cNvSpPr>
            <a:spLocks/>
          </p:cNvSpPr>
          <p:nvPr>
            <p:custDataLst>
              <p:tags r:id="rId73"/>
            </p:custDataLst>
          </p:nvPr>
        </p:nvSpPr>
        <p:spPr bwMode="gray">
          <a:xfrm>
            <a:off x="3530600" y="3146425"/>
            <a:ext cx="206375" cy="133350"/>
          </a:xfrm>
          <a:prstGeom prst="rect">
            <a:avLst/>
          </a:prstGeom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2F5597"/>
              </a:buClr>
              <a:buSzTx/>
              <a:buFont typeface="Arial" panose="020B0604020202020204" pitchFamily="34" charset="0"/>
              <a:buChar char="​"/>
              <a:tabLst/>
              <a:defRPr/>
            </a:pPr>
            <a:fld id="{060F5964-5889-4610-9720-C00FEB49EF6D}" type="datetime'''2'''''''''''''''''''''',''''''''''''8''''''''0'''''''">
              <a:rPr lang="en-US" altLang="en-US" sz="800" smtClean="0">
                <a:solidFill>
                  <a:srgbClr val="2F5597"/>
                </a:solidFill>
                <a:effectLst/>
                <a:latin typeface="Calibri" panose="020F0502020204030204" pitchFamily="34" charset="0"/>
              </a:rPr>
              <a:pPr/>
              <a:t>2,80</a:t>
            </a:fld>
            <a:endParaRPr kumimoji="0" lang="en-US" sz="800" b="0" i="0" strike="noStrike" kern="1200" cap="none" spc="0" normalizeH="0" baseline="0" noProof="0">
              <a:ln>
                <a:noFill/>
              </a:ln>
              <a:solidFill>
                <a:srgbClr val="2F5597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 useBgFill="1">
        <p:nvSpPr>
          <p:cNvPr id="323" name="Rectangle 322">
            <a:extLst>
              <a:ext uri="{FF2B5EF4-FFF2-40B4-BE49-F238E27FC236}">
                <a16:creationId xmlns:a16="http://schemas.microsoft.com/office/drawing/2014/main" id="{ADB6C6E2-74FA-6D46-4C7D-C100C26EFC7E}"/>
              </a:ext>
            </a:extLst>
          </p:cNvPr>
          <p:cNvSpPr/>
          <p:nvPr>
            <p:custDataLst>
              <p:tags r:id="rId74"/>
            </p:custDataLst>
          </p:nvPr>
        </p:nvSpPr>
        <p:spPr bwMode="gray">
          <a:xfrm>
            <a:off x="3905250" y="3146425"/>
            <a:ext cx="206375" cy="133350"/>
          </a:xfrm>
          <a:prstGeom prst="rect">
            <a:avLst/>
          </a:pr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4288" tIns="0" rIns="14288" bIns="0" rtlCol="0" anchor="ctr"/>
          <a:lstStyle/>
          <a:p>
            <a:pPr lvl="0" algn="ctr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fld id="{A3D8F73A-0007-49DB-A36B-93E1412FEDD3}" type="datetime'''''''''''''''''''''''''2'''',''''85'''''''">
              <a:rPr lang="en-US" altLang="en-US" sz="800" smtClean="0">
                <a:solidFill>
                  <a:srgbClr val="2F5597"/>
                </a:solidFill>
                <a:latin typeface="Calibri" panose="020F0502020204030204" pitchFamily="34" charset="0"/>
              </a:rPr>
              <a:pPr lvl="0" algn="ctr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t>2,85</a:t>
            </a:fld>
            <a:endParaRPr kumimoji="0" lang="en-US" sz="800" b="0" i="0" strike="noStrike" kern="1200" cap="none" spc="0" normalizeH="0" baseline="0" noProof="0">
              <a:ln>
                <a:noFill/>
              </a:ln>
              <a:solidFill>
                <a:srgbClr val="2F5597"/>
              </a:solidFill>
              <a:effectLst/>
              <a:uLnTx/>
              <a:uFillTx/>
              <a:latin typeface="Calibri" panose="020F0502020204030204" pitchFamily="34" charset="0"/>
            </a:endParaRPr>
          </a:p>
        </p:txBody>
      </p:sp>
      <p:sp useBgFill="1">
        <p:nvSpPr>
          <p:cNvPr id="324" name="Text Placeholder 3">
            <a:extLst>
              <a:ext uri="{FF2B5EF4-FFF2-40B4-BE49-F238E27FC236}">
                <a16:creationId xmlns:a16="http://schemas.microsoft.com/office/drawing/2014/main" id="{A902F658-F7F3-9610-D647-B2687DE64BB4}"/>
              </a:ext>
            </a:extLst>
          </p:cNvPr>
          <p:cNvSpPr>
            <a:spLocks/>
          </p:cNvSpPr>
          <p:nvPr>
            <p:custDataLst>
              <p:tags r:id="rId75"/>
            </p:custDataLst>
          </p:nvPr>
        </p:nvSpPr>
        <p:spPr bwMode="gray">
          <a:xfrm>
            <a:off x="4464050" y="3144838"/>
            <a:ext cx="206375" cy="133350"/>
          </a:xfrm>
          <a:prstGeom prst="rect">
            <a:avLst/>
          </a:prstGeom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2F5597"/>
              </a:buClr>
              <a:buSzTx/>
              <a:buFont typeface="Arial" panose="020B0604020202020204" pitchFamily="34" charset="0"/>
              <a:buChar char="​"/>
              <a:tabLst/>
              <a:defRPr/>
            </a:pPr>
            <a:fld id="{42322AE5-6537-45E5-A02A-477E4A9D3F9F}" type="datetime'''''''''''2'''''''''''',''''90'''''">
              <a:rPr lang="en-US" altLang="en-US" sz="800" smtClean="0">
                <a:solidFill>
                  <a:srgbClr val="2F5597"/>
                </a:solidFill>
                <a:effectLst/>
                <a:latin typeface="Calibri" panose="020F0502020204030204" pitchFamily="34" charset="0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2F5597"/>
                </a:buClr>
                <a:buSzTx/>
                <a:buFont typeface="Arial" panose="020B0604020202020204" pitchFamily="34" charset="0"/>
                <a:buChar char="​"/>
                <a:tabLst/>
                <a:defRPr/>
              </a:pPr>
              <a:t>2,90</a:t>
            </a:fld>
            <a:endParaRPr kumimoji="0" lang="en-US" sz="800" b="0" i="0" strike="noStrike" kern="1200" cap="none" spc="0" normalizeH="0" baseline="0" noProof="0">
              <a:ln>
                <a:noFill/>
              </a:ln>
              <a:solidFill>
                <a:srgbClr val="2F5597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 useBgFill="1">
        <p:nvSpPr>
          <p:cNvPr id="325" name="Text Placeholder 3">
            <a:extLst>
              <a:ext uri="{FF2B5EF4-FFF2-40B4-BE49-F238E27FC236}">
                <a16:creationId xmlns:a16="http://schemas.microsoft.com/office/drawing/2014/main" id="{7E7CED58-49E7-E797-F421-1E668DD1B319}"/>
              </a:ext>
            </a:extLst>
          </p:cNvPr>
          <p:cNvSpPr>
            <a:spLocks/>
          </p:cNvSpPr>
          <p:nvPr>
            <p:custDataLst>
              <p:tags r:id="rId76"/>
            </p:custDataLst>
          </p:nvPr>
        </p:nvSpPr>
        <p:spPr bwMode="gray">
          <a:xfrm>
            <a:off x="5021263" y="3143250"/>
            <a:ext cx="206375" cy="133350"/>
          </a:xfrm>
          <a:prstGeom prst="rect">
            <a:avLst/>
          </a:prstGeom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2F5597"/>
              </a:buClr>
              <a:buSzTx/>
              <a:buFont typeface="Arial" panose="020B0604020202020204" pitchFamily="34" charset="0"/>
              <a:buChar char="​"/>
              <a:tabLst/>
              <a:defRPr/>
            </a:pPr>
            <a:fld id="{7E634271-C77F-446E-A35F-8A3D115966D3}" type="datetime'''''2,''''9''''5'''''''''''''''''''''''''''''''''">
              <a:rPr lang="en-US" altLang="en-US" sz="800" smtClean="0">
                <a:solidFill>
                  <a:srgbClr val="2F5597"/>
                </a:solidFill>
                <a:effectLst/>
                <a:latin typeface="Calibri" panose="020F0502020204030204" pitchFamily="34" charset="0"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2F5597"/>
                </a:buClr>
                <a:buSzTx/>
                <a:buFont typeface="Arial" panose="020B0604020202020204" pitchFamily="34" charset="0"/>
                <a:buChar char="​"/>
                <a:tabLst/>
                <a:defRPr/>
              </a:pPr>
              <a:t>2,95</a:t>
            </a:fld>
            <a:endParaRPr kumimoji="0" lang="en-US" sz="800" b="0" i="0" strike="noStrike" kern="1200" cap="none" spc="0" normalizeH="0" baseline="0" noProof="0">
              <a:ln>
                <a:noFill/>
              </a:ln>
              <a:solidFill>
                <a:srgbClr val="2F5597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 useBgFill="1">
        <p:nvSpPr>
          <p:cNvPr id="326" name="Rectangle 325">
            <a:extLst>
              <a:ext uri="{FF2B5EF4-FFF2-40B4-BE49-F238E27FC236}">
                <a16:creationId xmlns:a16="http://schemas.microsoft.com/office/drawing/2014/main" id="{79454E2E-7042-AA73-9387-814FC2E8033D}"/>
              </a:ext>
            </a:extLst>
          </p:cNvPr>
          <p:cNvSpPr/>
          <p:nvPr>
            <p:custDataLst>
              <p:tags r:id="rId77"/>
            </p:custDataLst>
          </p:nvPr>
        </p:nvSpPr>
        <p:spPr bwMode="gray">
          <a:xfrm>
            <a:off x="5578475" y="3143250"/>
            <a:ext cx="206375" cy="133350"/>
          </a:xfrm>
          <a:prstGeom prst="rect">
            <a:avLst/>
          </a:pr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4288" tIns="0" rIns="14288" bIns="0" rtlCol="0" anchor="ctr"/>
          <a:lstStyle/>
          <a:p>
            <a:pPr lvl="0" algn="ctr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fld id="{F3D598AF-5B19-4980-A01D-97F2A4DE7F63}" type="datetime'''''''''''''3'''''''''''''''',00'''''''''''''''''''''''''''">
              <a:rPr lang="en-US" altLang="en-US" sz="800" smtClean="0">
                <a:solidFill>
                  <a:srgbClr val="2F5597"/>
                </a:solidFill>
                <a:latin typeface="Calibri" panose="020F0502020204030204" pitchFamily="34" charset="0"/>
              </a:rPr>
              <a:pPr lvl="0" algn="ctr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t>3,00</a:t>
            </a:fld>
            <a:endParaRPr kumimoji="0" lang="en-US" sz="800" b="0" i="0" strike="noStrike" kern="1200" cap="none" spc="0" normalizeH="0" baseline="0" noProof="0">
              <a:ln>
                <a:noFill/>
              </a:ln>
              <a:solidFill>
                <a:srgbClr val="2F5597"/>
              </a:solidFill>
              <a:effectLst/>
              <a:uLnTx/>
              <a:uFillTx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5496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" name="thinkcell data - do not delete" hidden="1">
            <a:extLst>
              <a:ext uri="{FF2B5EF4-FFF2-40B4-BE49-F238E27FC236}">
                <a16:creationId xmlns:a16="http://schemas.microsoft.com/office/drawing/2014/main" id="{D2887C8E-DAE5-F98C-399B-C6418B54250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25358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13" imgW="498" imgH="499" progId="TCLayout.ActiveDocument.1">
                  <p:embed/>
                </p:oleObj>
              </mc:Choice>
              <mc:Fallback>
                <p:oleObj name="thinkcell Slide" r:id="rId13" imgW="498" imgH="499" progId="TCLayout.ActiveDocument.1">
                  <p:embed/>
                  <p:pic>
                    <p:nvPicPr>
                      <p:cNvPr id="54" name="thinkcell data - do not delete" hidden="1">
                        <a:extLst>
                          <a:ext uri="{FF2B5EF4-FFF2-40B4-BE49-F238E27FC236}">
                            <a16:creationId xmlns:a16="http://schemas.microsoft.com/office/drawing/2014/main" id="{D2887C8E-DAE5-F98C-399B-C6418B5425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DEFDE34-AB93-D306-47A7-B6F05A3869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E393D46E-FDF5-0CF5-281C-F82C4ACBDA38}"/>
              </a:ext>
            </a:extLst>
          </p:cNvPr>
          <p:cNvSpPr/>
          <p:nvPr/>
        </p:nvSpPr>
        <p:spPr>
          <a:xfrm rot="16200000">
            <a:off x="6972331" y="684684"/>
            <a:ext cx="3747208" cy="5499870"/>
          </a:xfrm>
          <a:prstGeom prst="roundRect">
            <a:avLst>
              <a:gd name="adj" fmla="val 3345"/>
            </a:avLst>
          </a:prstGeom>
          <a:solidFill>
            <a:srgbClr val="FFFFFF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B396275B-66D7-BCD0-9833-4C39C533C8F6}"/>
              </a:ext>
            </a:extLst>
          </p:cNvPr>
          <p:cNvSpPr/>
          <p:nvPr/>
        </p:nvSpPr>
        <p:spPr>
          <a:xfrm rot="16200000">
            <a:off x="1364462" y="684684"/>
            <a:ext cx="3747208" cy="5499870"/>
          </a:xfrm>
          <a:prstGeom prst="roundRect">
            <a:avLst>
              <a:gd name="adj" fmla="val 3345"/>
            </a:avLst>
          </a:prstGeom>
          <a:solidFill>
            <a:srgbClr val="FFFFFF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DC126375-B9DE-D830-64E5-7AC62450CE42}"/>
              </a:ext>
            </a:extLst>
          </p:cNvPr>
          <p:cNvSpPr/>
          <p:nvPr/>
        </p:nvSpPr>
        <p:spPr>
          <a:xfrm rot="16200000">
            <a:off x="1365279" y="696886"/>
            <a:ext cx="3747206" cy="5499869"/>
          </a:xfrm>
          <a:prstGeom prst="roundRect">
            <a:avLst>
              <a:gd name="adj" fmla="val 3345"/>
            </a:avLst>
          </a:prstGeom>
          <a:solidFill>
            <a:srgbClr val="FFFFFF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38100" dist="25400" dir="18900000">
              <a:prstClr val="black">
                <a:alpha val="12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D5AA873A-DDC3-C7CF-1FF4-208BA41A61A2}"/>
              </a:ext>
            </a:extLst>
          </p:cNvPr>
          <p:cNvSpPr/>
          <p:nvPr/>
        </p:nvSpPr>
        <p:spPr>
          <a:xfrm rot="16200000">
            <a:off x="6972334" y="684679"/>
            <a:ext cx="3747206" cy="5499869"/>
          </a:xfrm>
          <a:prstGeom prst="roundRect">
            <a:avLst>
              <a:gd name="adj" fmla="val 3345"/>
            </a:avLst>
          </a:prstGeom>
          <a:solidFill>
            <a:srgbClr val="FFFFFF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38100" dist="25400" dir="18900000">
              <a:prstClr val="black">
                <a:alpha val="12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6285A03-AA34-57F8-F614-60295E8BA6BD}"/>
              </a:ext>
            </a:extLst>
          </p:cNvPr>
          <p:cNvSpPr txBox="1"/>
          <p:nvPr/>
        </p:nvSpPr>
        <p:spPr>
          <a:xfrm>
            <a:off x="1231732" y="2373188"/>
            <a:ext cx="4695536" cy="581698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0" rIns="36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Trebuchet MS" panose="020B0603020202020204" pitchFamily="34" charset="0"/>
              <a:buChar char="​"/>
              <a:tabLst/>
              <a:defRPr/>
            </a:pPr>
            <a:r>
              <a:rPr kumimoji="0" lang="en-US" sz="1300" b="0" i="1" u="none" strike="noStrike" kern="1200" cap="none" spc="0" normalizeH="0" baseline="0" noProof="0" err="1">
                <a:ln>
                  <a:noFill/>
                </a:ln>
                <a:solidFill>
                  <a:srgbClr val="0062AC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  <a:sym typeface="Tw Cen MT" panose="020B0602020104020603" pitchFamily="34" charset="0"/>
              </a:rPr>
              <a:t>Meningkatkan</a:t>
            </a:r>
            <a:r>
              <a:rPr kumimoji="0" lang="en-US" sz="1300" b="0" i="1" u="none" strike="noStrike" kern="1200" cap="none" spc="0" normalizeH="0" baseline="0" noProof="0">
                <a:ln>
                  <a:noFill/>
                </a:ln>
                <a:solidFill>
                  <a:srgbClr val="0062AC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  <a:sym typeface="Tw Cen MT" panose="020B0602020104020603" pitchFamily="34" charset="0"/>
              </a:rPr>
              <a:t> </a:t>
            </a:r>
            <a:r>
              <a:rPr kumimoji="0" lang="en-US" sz="1300" b="0" i="1" u="none" strike="noStrike" kern="1200" cap="none" spc="0" normalizeH="0" baseline="0" noProof="0" err="1">
                <a:ln>
                  <a:noFill/>
                </a:ln>
                <a:solidFill>
                  <a:srgbClr val="0062AC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  <a:sym typeface="Tw Cen MT" panose="020B0602020104020603" pitchFamily="34" charset="0"/>
              </a:rPr>
              <a:t>Produksi</a:t>
            </a:r>
            <a:r>
              <a:rPr kumimoji="0" lang="en-US" sz="1300" b="0" i="1" u="none" strike="noStrike" kern="1200" cap="none" spc="0" normalizeH="0" baseline="0" noProof="0">
                <a:ln>
                  <a:noFill/>
                </a:ln>
                <a:solidFill>
                  <a:srgbClr val="0062AC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  <a:sym typeface="Tw Cen MT" panose="020B0602020104020603" pitchFamily="34" charset="0"/>
              </a:rPr>
              <a:t> Hulu Migas</a:t>
            </a:r>
            <a:endParaRPr kumimoji="0" lang="en-US" sz="13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w Cen MT" panose="020B0602020104020603" pitchFamily="34" charset="0"/>
              <a:ea typeface="+mn-ea"/>
              <a:cs typeface="+mn-cs"/>
              <a:sym typeface="Tw Cen MT" panose="020B0602020104020603" pitchFamily="34" charset="0"/>
            </a:endParaRPr>
          </a:p>
        </p:txBody>
      </p:sp>
      <p:sp>
        <p:nvSpPr>
          <p:cNvPr id="60" name="Rectangle: Top Corners Rounded 59">
            <a:extLst>
              <a:ext uri="{FF2B5EF4-FFF2-40B4-BE49-F238E27FC236}">
                <a16:creationId xmlns:a16="http://schemas.microsoft.com/office/drawing/2014/main" id="{00FE841E-84C6-A798-761C-5D4819E7ADED}"/>
              </a:ext>
            </a:extLst>
          </p:cNvPr>
          <p:cNvSpPr/>
          <p:nvPr/>
        </p:nvSpPr>
        <p:spPr>
          <a:xfrm>
            <a:off x="488131" y="1561011"/>
            <a:ext cx="5499870" cy="743183"/>
          </a:xfrm>
          <a:prstGeom prst="round2SameRect">
            <a:avLst>
              <a:gd name="adj1" fmla="val 14048"/>
              <a:gd name="adj2" fmla="val 0"/>
            </a:avLst>
          </a:prstGeom>
          <a:solidFill>
            <a:schemeClr val="tx2">
              <a:alpha val="10000"/>
            </a:schemeClr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5C82011-0EB3-2157-B9F5-EC8B7397B6F4}"/>
              </a:ext>
            </a:extLst>
          </p:cNvPr>
          <p:cNvSpPr txBox="1"/>
          <p:nvPr/>
        </p:nvSpPr>
        <p:spPr>
          <a:xfrm>
            <a:off x="1196987" y="1663094"/>
            <a:ext cx="4491827" cy="566057"/>
          </a:xfrm>
          <a:prstGeom prst="round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F5597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400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Optimizing Core Business</a:t>
            </a: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5C24997D-321F-633F-1B89-EFF02B6B38D3}"/>
              </a:ext>
            </a:extLst>
          </p:cNvPr>
          <p:cNvCxnSpPr>
            <a:cxnSpLocks/>
          </p:cNvCxnSpPr>
          <p:nvPr/>
        </p:nvCxnSpPr>
        <p:spPr>
          <a:xfrm>
            <a:off x="1374205" y="2198338"/>
            <a:ext cx="252000" cy="0"/>
          </a:xfrm>
          <a:prstGeom prst="line">
            <a:avLst/>
          </a:prstGeom>
          <a:ln w="19050" cap="rnd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8EDCA15A-9189-60AE-C9B8-B34123C70A04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633023" y="1693907"/>
            <a:ext cx="503964" cy="504431"/>
          </a:xfrm>
          <a:prstGeom prst="roundRect">
            <a:avLst>
              <a:gd name="adj" fmla="val 7143"/>
            </a:avLst>
          </a:prstGeom>
          <a:solidFill>
            <a:srgbClr val="004F8A"/>
          </a:solidFill>
          <a:ln w="19050" cap="flat" cmpd="sng" algn="ctr">
            <a:noFill/>
            <a:prstDash val="solid"/>
          </a:ln>
          <a:effectLst>
            <a:innerShdw blurRad="12700" dist="25400" dir="13800000">
              <a:srgbClr val="001854">
                <a:alpha val="2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pic>
        <p:nvPicPr>
          <p:cNvPr id="64" name="Graphic 63">
            <a:extLst>
              <a:ext uri="{FF2B5EF4-FFF2-40B4-BE49-F238E27FC236}">
                <a16:creationId xmlns:a16="http://schemas.microsoft.com/office/drawing/2014/main" id="{F0669EB6-1086-DA19-DC2C-E84C9A452D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06662" y="1767780"/>
            <a:ext cx="356686" cy="356686"/>
          </a:xfrm>
          <a:prstGeom prst="rect">
            <a:avLst/>
          </a:prstGeom>
        </p:spPr>
      </p:pic>
      <p:sp>
        <p:nvSpPr>
          <p:cNvPr id="65" name="Rectangle: Top Corners Rounded 64">
            <a:extLst>
              <a:ext uri="{FF2B5EF4-FFF2-40B4-BE49-F238E27FC236}">
                <a16:creationId xmlns:a16="http://schemas.microsoft.com/office/drawing/2014/main" id="{00718A36-147F-9E61-4DAF-89FFB4200C5A}"/>
              </a:ext>
            </a:extLst>
          </p:cNvPr>
          <p:cNvSpPr/>
          <p:nvPr/>
        </p:nvSpPr>
        <p:spPr>
          <a:xfrm>
            <a:off x="6096000" y="1561011"/>
            <a:ext cx="5499870" cy="743183"/>
          </a:xfrm>
          <a:prstGeom prst="round2SameRect">
            <a:avLst>
              <a:gd name="adj1" fmla="val 14048"/>
              <a:gd name="adj2" fmla="val 0"/>
            </a:avLst>
          </a:prstGeom>
          <a:solidFill>
            <a:schemeClr val="tx2">
              <a:alpha val="10000"/>
            </a:schemeClr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FF957F9-8DA4-D059-458F-D07D4C5BCF80}"/>
              </a:ext>
            </a:extLst>
          </p:cNvPr>
          <p:cNvSpPr txBox="1"/>
          <p:nvPr/>
        </p:nvSpPr>
        <p:spPr>
          <a:xfrm>
            <a:off x="6797089" y="1691064"/>
            <a:ext cx="4238346" cy="566057"/>
          </a:xfrm>
          <a:prstGeom prst="round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F5597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400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Developing New Energy Businesses</a:t>
            </a: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1BE0FF3C-46BB-1EB0-B4BA-1A2C70D92486}"/>
              </a:ext>
            </a:extLst>
          </p:cNvPr>
          <p:cNvCxnSpPr>
            <a:cxnSpLocks/>
          </p:cNvCxnSpPr>
          <p:nvPr/>
        </p:nvCxnSpPr>
        <p:spPr>
          <a:xfrm>
            <a:off x="6990008" y="2198338"/>
            <a:ext cx="252000" cy="0"/>
          </a:xfrm>
          <a:prstGeom prst="line">
            <a:avLst/>
          </a:prstGeom>
          <a:ln w="19050" cap="rnd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D457CEAF-2870-1D12-7E9B-70C23CFCA6B4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6273209" y="1693907"/>
            <a:ext cx="503964" cy="504431"/>
          </a:xfrm>
          <a:prstGeom prst="roundRect">
            <a:avLst>
              <a:gd name="adj" fmla="val 7143"/>
            </a:avLst>
          </a:prstGeom>
          <a:solidFill>
            <a:srgbClr val="004F8A"/>
          </a:solidFill>
          <a:ln w="19050" cap="flat" cmpd="sng" algn="ctr">
            <a:noFill/>
            <a:prstDash val="solid"/>
          </a:ln>
          <a:effectLst>
            <a:innerShdw blurRad="12700" dist="25400" dir="13800000">
              <a:srgbClr val="001854">
                <a:alpha val="2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pic>
        <p:nvPicPr>
          <p:cNvPr id="69" name="Graphic 68">
            <a:extLst>
              <a:ext uri="{FF2B5EF4-FFF2-40B4-BE49-F238E27FC236}">
                <a16:creationId xmlns:a16="http://schemas.microsoft.com/office/drawing/2014/main" id="{9F54A238-B904-BF03-9F78-1E0289B871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346848" y="1767779"/>
            <a:ext cx="356686" cy="356686"/>
          </a:xfrm>
          <a:prstGeom prst="rect">
            <a:avLst/>
          </a:prstGeom>
        </p:spPr>
      </p:pic>
      <p:sp>
        <p:nvSpPr>
          <p:cNvPr id="70" name="TextBox 69">
            <a:extLst>
              <a:ext uri="{FF2B5EF4-FFF2-40B4-BE49-F238E27FC236}">
                <a16:creationId xmlns:a16="http://schemas.microsoft.com/office/drawing/2014/main" id="{46DB40FD-9304-8590-CB64-3AF88CC6EE6C}"/>
              </a:ext>
            </a:extLst>
          </p:cNvPr>
          <p:cNvSpPr txBox="1"/>
          <p:nvPr/>
        </p:nvSpPr>
        <p:spPr>
          <a:xfrm>
            <a:off x="1231731" y="3115199"/>
            <a:ext cx="4457083" cy="634360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0" rIns="36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Trebuchet MS" panose="020B0603020202020204" pitchFamily="34" charset="0"/>
              <a:buChar char="​"/>
              <a:tabLst/>
              <a:defRPr/>
            </a:pPr>
            <a:r>
              <a:rPr kumimoji="0" lang="en-US" sz="1300" b="0" i="1" u="none" strike="noStrike" kern="1200" cap="none" spc="0" normalizeH="0" baseline="0" noProof="0" err="1">
                <a:ln>
                  <a:noFill/>
                </a:ln>
                <a:solidFill>
                  <a:srgbClr val="0062AC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  <a:sym typeface="Tw Cen MT" panose="020B0602020104020603" pitchFamily="34" charset="0"/>
              </a:rPr>
              <a:t>Membangun</a:t>
            </a:r>
            <a:r>
              <a:rPr kumimoji="0" lang="en-US" sz="1300" b="0" i="1" u="none" strike="noStrike" kern="1200" cap="none" spc="0" normalizeH="0" baseline="0" noProof="0">
                <a:ln>
                  <a:noFill/>
                </a:ln>
                <a:solidFill>
                  <a:srgbClr val="0062AC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  <a:sym typeface="Tw Cen MT" panose="020B0602020104020603" pitchFamily="34" charset="0"/>
              </a:rPr>
              <a:t> </a:t>
            </a:r>
            <a:r>
              <a:rPr kumimoji="0" lang="en-US" sz="1300" b="0" i="1" u="none" strike="noStrike" kern="1200" cap="none" spc="0" normalizeH="0" baseline="0" noProof="0" err="1">
                <a:ln>
                  <a:noFill/>
                </a:ln>
                <a:solidFill>
                  <a:srgbClr val="0062AC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  <a:sym typeface="Tw Cen MT" panose="020B0602020104020603" pitchFamily="34" charset="0"/>
              </a:rPr>
              <a:t>Bisnis</a:t>
            </a:r>
            <a:r>
              <a:rPr kumimoji="0" lang="en-US" sz="1300" b="0" i="1" u="none" strike="noStrike" kern="1200" cap="none" spc="0" normalizeH="0" baseline="0" noProof="0">
                <a:ln>
                  <a:noFill/>
                </a:ln>
                <a:solidFill>
                  <a:srgbClr val="0062AC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  <a:sym typeface="Tw Cen MT" panose="020B0602020104020603" pitchFamily="34" charset="0"/>
              </a:rPr>
              <a:t> Hilir yang Tangguh dan </a:t>
            </a:r>
            <a:r>
              <a:rPr kumimoji="0" lang="en-US" sz="1300" b="0" i="1" u="none" strike="noStrike" kern="1200" cap="none" spc="0" normalizeH="0" baseline="0" noProof="0" err="1">
                <a:ln>
                  <a:noFill/>
                </a:ln>
                <a:solidFill>
                  <a:srgbClr val="0062AC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  <a:sym typeface="Tw Cen MT" panose="020B0602020104020603" pitchFamily="34" charset="0"/>
              </a:rPr>
              <a:t>Berkelanjutan</a:t>
            </a:r>
            <a:endParaRPr kumimoji="0" lang="en-US" sz="1300" b="0" i="1" u="none" strike="noStrike" kern="1200" cap="none" spc="0" normalizeH="0" baseline="0" noProof="0">
              <a:ln>
                <a:noFill/>
              </a:ln>
              <a:solidFill>
                <a:srgbClr val="0062AC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  <a:sym typeface="Tw Cen MT" panose="020B0602020104020603" pitchFamily="34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4798AF5-7B55-8633-FFBA-C32D267F1D8D}"/>
              </a:ext>
            </a:extLst>
          </p:cNvPr>
          <p:cNvSpPr txBox="1"/>
          <p:nvPr/>
        </p:nvSpPr>
        <p:spPr>
          <a:xfrm>
            <a:off x="1239365" y="3854347"/>
            <a:ext cx="4457083" cy="581698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0" rIns="36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Trebuchet MS" panose="020B0603020202020204" pitchFamily="34" charset="0"/>
              <a:buChar char="​"/>
              <a:tabLst/>
              <a:defRPr/>
            </a:pPr>
            <a:r>
              <a:rPr kumimoji="0" lang="en-US" sz="1300" b="0" i="1" u="none" strike="noStrike" kern="1200" cap="none" spc="0" normalizeH="0" baseline="0" noProof="0" dirty="0" err="1">
                <a:ln>
                  <a:noFill/>
                </a:ln>
                <a:solidFill>
                  <a:srgbClr val="0062AC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  <a:sym typeface="Tw Cen MT" panose="020B0602020104020603" pitchFamily="34" charset="0"/>
              </a:rPr>
              <a:t>Memperkuat</a:t>
            </a: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0062AC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  <a:sym typeface="Tw Cen MT" panose="020B0602020104020603" pitchFamily="34" charset="0"/>
              </a:rPr>
              <a:t> operational excellence terminal dan SPBU </a:t>
            </a:r>
            <a:r>
              <a:rPr kumimoji="0" lang="en-US" sz="1300" b="0" i="1" u="none" strike="noStrike" kern="1200" cap="none" spc="0" normalizeH="0" baseline="0" noProof="0" dirty="0" err="1">
                <a:ln>
                  <a:noFill/>
                </a:ln>
                <a:solidFill>
                  <a:srgbClr val="0062AC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  <a:sym typeface="Tw Cen MT" panose="020B0602020104020603" pitchFamily="34" charset="0"/>
              </a:rPr>
              <a:t>untuk</a:t>
            </a: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0062AC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  <a:sym typeface="Tw Cen MT" panose="020B0602020104020603" pitchFamily="34" charset="0"/>
              </a:rPr>
              <a:t> </a:t>
            </a:r>
            <a:r>
              <a:rPr kumimoji="0" lang="en-US" sz="1300" b="0" i="1" u="none" strike="noStrike" kern="1200" cap="none" spc="0" normalizeH="0" baseline="0" noProof="0" dirty="0" err="1">
                <a:ln>
                  <a:noFill/>
                </a:ln>
                <a:solidFill>
                  <a:srgbClr val="0062AC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  <a:sym typeface="Tw Cen MT" panose="020B0602020104020603" pitchFamily="34" charset="0"/>
              </a:rPr>
              <a:t>memudahkan</a:t>
            </a: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0062AC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  <a:sym typeface="Tw Cen MT" panose="020B0602020104020603" pitchFamily="34" charset="0"/>
              </a:rPr>
              <a:t> </a:t>
            </a:r>
            <a:r>
              <a:rPr kumimoji="0" lang="en-US" sz="1300" b="0" i="1" u="none" strike="noStrike" kern="1200" cap="none" spc="0" normalizeH="0" baseline="0" noProof="0" dirty="0" err="1">
                <a:ln>
                  <a:noFill/>
                </a:ln>
                <a:solidFill>
                  <a:srgbClr val="0062AC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  <a:sym typeface="Tw Cen MT" panose="020B0602020104020603" pitchFamily="34" charset="0"/>
              </a:rPr>
              <a:t>masyarakat</a:t>
            </a: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0062AC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  <a:sym typeface="Tw Cen MT" panose="020B0602020104020603" pitchFamily="34" charset="0"/>
              </a:rPr>
              <a:t> </a:t>
            </a:r>
            <a:r>
              <a:rPr kumimoji="0" lang="en-US" sz="1300" b="0" i="1" u="none" strike="noStrike" kern="1200" cap="none" spc="0" normalizeH="0" baseline="0" noProof="0" dirty="0" err="1">
                <a:ln>
                  <a:noFill/>
                </a:ln>
                <a:solidFill>
                  <a:srgbClr val="0062AC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  <a:sym typeface="Tw Cen MT" panose="020B0602020104020603" pitchFamily="34" charset="0"/>
              </a:rPr>
              <a:t>dalam</a:t>
            </a: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0062AC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  <a:sym typeface="Tw Cen MT" panose="020B0602020104020603" pitchFamily="34" charset="0"/>
              </a:rPr>
              <a:t> </a:t>
            </a:r>
            <a:r>
              <a:rPr kumimoji="0" lang="en-US" sz="1300" b="0" i="1" u="none" strike="noStrike" kern="1200" cap="none" spc="0" normalizeH="0" baseline="0" noProof="0" dirty="0" err="1">
                <a:ln>
                  <a:noFill/>
                </a:ln>
                <a:solidFill>
                  <a:srgbClr val="0062AC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  <a:sym typeface="Tw Cen MT" panose="020B0602020104020603" pitchFamily="34" charset="0"/>
              </a:rPr>
              <a:t>mengakses</a:t>
            </a: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0062AC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  <a:sym typeface="Tw Cen MT" panose="020B0602020104020603" pitchFamily="34" charset="0"/>
              </a:rPr>
              <a:t> dan </a:t>
            </a:r>
            <a:r>
              <a:rPr kumimoji="0" lang="en-US" sz="1300" b="0" i="1" u="none" strike="noStrike" kern="1200" cap="none" spc="0" normalizeH="0" baseline="0" noProof="0" dirty="0" err="1">
                <a:ln>
                  <a:noFill/>
                </a:ln>
                <a:solidFill>
                  <a:srgbClr val="0062AC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  <a:sym typeface="Tw Cen MT" panose="020B0602020104020603" pitchFamily="34" charset="0"/>
              </a:rPr>
              <a:t>mendapatkan</a:t>
            </a: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0062AC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  <a:sym typeface="Tw Cen MT" panose="020B0602020104020603" pitchFamily="34" charset="0"/>
              </a:rPr>
              <a:t> </a:t>
            </a:r>
            <a:r>
              <a:rPr kumimoji="0" lang="en-US" sz="1300" b="0" i="1" u="none" strike="noStrike" kern="1200" cap="none" spc="0" normalizeH="0" baseline="0" noProof="0" dirty="0" err="1">
                <a:ln>
                  <a:noFill/>
                </a:ln>
                <a:solidFill>
                  <a:srgbClr val="0062AC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  <a:sym typeface="Tw Cen MT" panose="020B0602020104020603" pitchFamily="34" charset="0"/>
              </a:rPr>
              <a:t>produk</a:t>
            </a: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0062AC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  <a:sym typeface="Tw Cen MT" panose="020B0602020104020603" pitchFamily="34" charset="0"/>
              </a:rPr>
              <a:t> 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w Cen MT" panose="020B0602020104020603" pitchFamily="34" charset="0"/>
              <a:ea typeface="+mn-ea"/>
              <a:cs typeface="+mn-cs"/>
              <a:sym typeface="Tw Cen MT" panose="020B0602020104020603" pitchFamily="34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CD3E83B-1335-EF4B-D95E-4E8D4345F03B}"/>
              </a:ext>
            </a:extLst>
          </p:cNvPr>
          <p:cNvSpPr txBox="1"/>
          <p:nvPr/>
        </p:nvSpPr>
        <p:spPr>
          <a:xfrm>
            <a:off x="1231732" y="4585752"/>
            <a:ext cx="4695536" cy="581698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0" rIns="36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Trebuchet MS" panose="020B0603020202020204" pitchFamily="34" charset="0"/>
              <a:buChar char="​"/>
              <a:tabLst/>
              <a:defRPr/>
            </a:pPr>
            <a:r>
              <a:rPr kumimoji="0" lang="en-US" sz="1300" b="0" i="1" u="none" strike="noStrike" kern="1200" cap="none" spc="0" normalizeH="0" baseline="0" noProof="0" err="1">
                <a:ln>
                  <a:noFill/>
                </a:ln>
                <a:solidFill>
                  <a:srgbClr val="0062AC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  <a:sym typeface="Tw Cen MT" panose="020B0602020104020603" pitchFamily="34" charset="0"/>
              </a:rPr>
              <a:t>Meningkatkan</a:t>
            </a:r>
            <a:r>
              <a:rPr kumimoji="0" lang="en-US" sz="1300" b="0" i="1" u="none" strike="noStrike" kern="1200" cap="none" spc="0" normalizeH="0" baseline="0" noProof="0">
                <a:ln>
                  <a:noFill/>
                </a:ln>
                <a:solidFill>
                  <a:srgbClr val="0062AC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  <a:sym typeface="Tw Cen MT" panose="020B0602020104020603" pitchFamily="34" charset="0"/>
              </a:rPr>
              <a:t> </a:t>
            </a:r>
            <a:r>
              <a:rPr kumimoji="0" lang="en-US" sz="1300" b="0" i="1" u="none" strike="noStrike" kern="1200" cap="none" spc="0" normalizeH="0" baseline="0" noProof="0" err="1">
                <a:ln>
                  <a:noFill/>
                </a:ln>
                <a:solidFill>
                  <a:srgbClr val="0062AC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  <a:sym typeface="Tw Cen MT" panose="020B0602020104020603" pitchFamily="34" charset="0"/>
              </a:rPr>
              <a:t>Kapabilitas</a:t>
            </a:r>
            <a:r>
              <a:rPr kumimoji="0" lang="en-US" sz="1300" b="0" i="1" u="none" strike="noStrike" kern="1200" cap="none" spc="0" normalizeH="0" baseline="0" noProof="0">
                <a:ln>
                  <a:noFill/>
                </a:ln>
                <a:solidFill>
                  <a:srgbClr val="0062AC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  <a:sym typeface="Tw Cen MT" panose="020B0602020104020603" pitchFamily="34" charset="0"/>
              </a:rPr>
              <a:t> dan </a:t>
            </a:r>
            <a:r>
              <a:rPr kumimoji="0" lang="en-US" sz="1300" b="0" i="1" u="none" strike="noStrike" kern="1200" cap="none" spc="0" normalizeH="0" baseline="0" noProof="0" err="1">
                <a:ln>
                  <a:noFill/>
                </a:ln>
                <a:solidFill>
                  <a:srgbClr val="0062AC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  <a:sym typeface="Tw Cen MT" panose="020B0602020104020603" pitchFamily="34" charset="0"/>
              </a:rPr>
              <a:t>Jangkauan</a:t>
            </a:r>
            <a:r>
              <a:rPr kumimoji="0" lang="en-US" sz="1300" b="0" i="1" u="none" strike="noStrike" kern="1200" cap="none" spc="0" normalizeH="0" baseline="0" noProof="0">
                <a:ln>
                  <a:noFill/>
                </a:ln>
                <a:solidFill>
                  <a:srgbClr val="0062AC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  <a:sym typeface="Tw Cen MT" panose="020B0602020104020603" pitchFamily="34" charset="0"/>
              </a:rPr>
              <a:t> </a:t>
            </a:r>
            <a:r>
              <a:rPr kumimoji="0" lang="en-US" sz="1300" b="0" i="1" u="none" strike="noStrike" kern="1200" cap="none" spc="0" normalizeH="0" baseline="0" noProof="0" err="1">
                <a:ln>
                  <a:noFill/>
                </a:ln>
                <a:solidFill>
                  <a:srgbClr val="0062AC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  <a:sym typeface="Tw Cen MT" panose="020B0602020104020603" pitchFamily="34" charset="0"/>
              </a:rPr>
              <a:t>Infrastruktur</a:t>
            </a:r>
            <a:r>
              <a:rPr kumimoji="0" lang="en-US" sz="1300" b="0" i="1" u="none" strike="noStrike" kern="1200" cap="none" spc="0" normalizeH="0" baseline="0" noProof="0">
                <a:ln>
                  <a:noFill/>
                </a:ln>
                <a:solidFill>
                  <a:srgbClr val="0062AC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  <a:sym typeface="Tw Cen MT" panose="020B0602020104020603" pitchFamily="34" charset="0"/>
              </a:rPr>
              <a:t> Gas &amp; LNG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w Cen MT"/>
              <a:ea typeface="+mn-ea"/>
              <a:cs typeface="+mn-cs"/>
              <a:sym typeface="Tw Cen MT" panose="020B0602020104020603" pitchFamily="34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47076CD-7A99-2614-B836-95412EF9C3F7}"/>
              </a:ext>
            </a:extLst>
          </p:cNvPr>
          <p:cNvSpPr txBox="1"/>
          <p:nvPr/>
        </p:nvSpPr>
        <p:spPr>
          <a:xfrm>
            <a:off x="6941223" y="2373188"/>
            <a:ext cx="4626229" cy="581698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0" rIns="36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Trebuchet MS" panose="020B0603020202020204" pitchFamily="34" charset="0"/>
              <a:buChar char="​"/>
              <a:tabLst/>
              <a:defRPr/>
            </a:pPr>
            <a:r>
              <a:rPr kumimoji="0" lang="en-US" sz="1300" b="0" i="1" u="none" strike="noStrike" kern="1200" cap="none" spc="0" normalizeH="0" baseline="0" noProof="0" err="1">
                <a:ln>
                  <a:noFill/>
                </a:ln>
                <a:solidFill>
                  <a:srgbClr val="0062AC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  <a:sym typeface="Tw Cen MT" panose="020B0602020104020603" pitchFamily="34" charset="0"/>
              </a:rPr>
              <a:t>Akselerasi</a:t>
            </a:r>
            <a:r>
              <a:rPr kumimoji="0" lang="en-US" sz="1300" b="0" i="1" u="none" strike="noStrike" kern="1200" cap="none" spc="0" normalizeH="0" baseline="0" noProof="0">
                <a:ln>
                  <a:noFill/>
                </a:ln>
                <a:solidFill>
                  <a:srgbClr val="0062AC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  <a:sym typeface="Tw Cen MT" panose="020B0602020104020603" pitchFamily="34" charset="0"/>
              </a:rPr>
              <a:t> Pengembangan </a:t>
            </a:r>
            <a:r>
              <a:rPr kumimoji="0" lang="en-US" sz="1300" b="0" i="1" u="none" strike="noStrike" kern="1200" cap="none" spc="0" normalizeH="0" baseline="0" noProof="0" err="1">
                <a:ln>
                  <a:noFill/>
                </a:ln>
                <a:solidFill>
                  <a:srgbClr val="0062AC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  <a:sym typeface="Tw Cen MT" panose="020B0602020104020603" pitchFamily="34" charset="0"/>
              </a:rPr>
              <a:t>Ekosistem</a:t>
            </a:r>
            <a:r>
              <a:rPr kumimoji="0" lang="en-US" sz="1300" b="0" i="1" u="none" strike="noStrike" kern="1200" cap="none" spc="0" normalizeH="0" baseline="0" noProof="0">
                <a:ln>
                  <a:noFill/>
                </a:ln>
                <a:solidFill>
                  <a:srgbClr val="0062AC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  <a:sym typeface="Tw Cen MT" panose="020B0602020104020603" pitchFamily="34" charset="0"/>
              </a:rPr>
              <a:t> Biofuel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w Cen MT" panose="020B0602020104020603" pitchFamily="34" charset="0"/>
              <a:ea typeface="+mn-ea"/>
              <a:cs typeface="+mn-cs"/>
              <a:sym typeface="Tw Cen MT" panose="020B0602020104020603" pitchFamily="34" charset="0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9E64425-EA4D-82DA-1DF4-2608C290371D}"/>
              </a:ext>
            </a:extLst>
          </p:cNvPr>
          <p:cNvSpPr txBox="1"/>
          <p:nvPr/>
        </p:nvSpPr>
        <p:spPr>
          <a:xfrm>
            <a:off x="6941223" y="3110710"/>
            <a:ext cx="4626229" cy="581698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0" rIns="36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Trebuchet MS" panose="020B0603020202020204" pitchFamily="34" charset="0"/>
              <a:buChar char="​"/>
              <a:tabLst/>
              <a:defRPr/>
            </a:pPr>
            <a:r>
              <a:rPr kumimoji="0" lang="en-US" sz="1300" b="0" i="1" u="none" strike="noStrike" kern="1200" cap="none" spc="0" normalizeH="0" baseline="0" noProof="0" err="1">
                <a:ln>
                  <a:noFill/>
                </a:ln>
                <a:solidFill>
                  <a:srgbClr val="0062AC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  <a:sym typeface="Tw Cen MT" panose="020B0602020104020603" pitchFamily="34" charset="0"/>
              </a:rPr>
              <a:t>Mendorong</a:t>
            </a:r>
            <a:r>
              <a:rPr kumimoji="0" lang="en-US" sz="1300" b="0" i="1" u="none" strike="noStrike" kern="1200" cap="none" spc="0" normalizeH="0" baseline="0" noProof="0">
                <a:ln>
                  <a:noFill/>
                </a:ln>
                <a:solidFill>
                  <a:srgbClr val="0062AC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  <a:sym typeface="Tw Cen MT" panose="020B0602020104020603" pitchFamily="34" charset="0"/>
              </a:rPr>
              <a:t> </a:t>
            </a:r>
            <a:r>
              <a:rPr kumimoji="0" lang="en-US" sz="1300" b="0" i="1" u="none" strike="noStrike" kern="1200" cap="none" spc="0" normalizeH="0" baseline="0" noProof="0" err="1">
                <a:ln>
                  <a:noFill/>
                </a:ln>
                <a:solidFill>
                  <a:srgbClr val="0062AC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  <a:sym typeface="Tw Cen MT" panose="020B0602020104020603" pitchFamily="34" charset="0"/>
              </a:rPr>
              <a:t>Pertumbuhan</a:t>
            </a:r>
            <a:r>
              <a:rPr kumimoji="0" lang="en-US" sz="1300" b="0" i="1" u="none" strike="noStrike" kern="1200" cap="none" spc="0" normalizeH="0" baseline="0" noProof="0">
                <a:ln>
                  <a:noFill/>
                </a:ln>
                <a:solidFill>
                  <a:srgbClr val="0062AC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  <a:sym typeface="Tw Cen MT" panose="020B0602020104020603" pitchFamily="34" charset="0"/>
              </a:rPr>
              <a:t> Energi </a:t>
            </a:r>
            <a:r>
              <a:rPr kumimoji="0" lang="en-US" sz="1300" b="0" i="1" u="none" strike="noStrike" kern="1200" cap="none" spc="0" normalizeH="0" baseline="0" noProof="0" err="1">
                <a:ln>
                  <a:noFill/>
                </a:ln>
                <a:solidFill>
                  <a:srgbClr val="0062AC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  <a:sym typeface="Tw Cen MT" panose="020B0602020104020603" pitchFamily="34" charset="0"/>
              </a:rPr>
              <a:t>dari</a:t>
            </a:r>
            <a:r>
              <a:rPr kumimoji="0" lang="en-US" sz="1300" b="0" i="1" u="none" strike="noStrike" kern="1200" cap="none" spc="0" normalizeH="0" baseline="0" noProof="0">
                <a:ln>
                  <a:noFill/>
                </a:ln>
                <a:solidFill>
                  <a:srgbClr val="0062AC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  <a:sym typeface="Tw Cen MT" panose="020B0602020104020603" pitchFamily="34" charset="0"/>
              </a:rPr>
              <a:t> </a:t>
            </a:r>
            <a:r>
              <a:rPr kumimoji="0" lang="en-US" sz="1300" b="0" i="1" u="none" strike="noStrike" kern="1200" cap="none" spc="0" normalizeH="0" baseline="0" noProof="0" err="1">
                <a:ln>
                  <a:noFill/>
                </a:ln>
                <a:solidFill>
                  <a:srgbClr val="0062AC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  <a:sym typeface="Tw Cen MT" panose="020B0602020104020603" pitchFamily="34" charset="0"/>
              </a:rPr>
              <a:t>Sumber</a:t>
            </a:r>
            <a:r>
              <a:rPr kumimoji="0" lang="en-US" sz="1300" b="0" i="1" u="none" strike="noStrike" kern="1200" cap="none" spc="0" normalizeH="0" baseline="0" noProof="0">
                <a:ln>
                  <a:noFill/>
                </a:ln>
                <a:solidFill>
                  <a:srgbClr val="0062AC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  <a:sym typeface="Tw Cen MT" panose="020B0602020104020603" pitchFamily="34" charset="0"/>
              </a:rPr>
              <a:t> </a:t>
            </a:r>
            <a:r>
              <a:rPr kumimoji="0" lang="en-US" sz="1300" b="0" i="1" u="none" strike="noStrike" kern="1200" cap="none" spc="0" normalizeH="0" baseline="0" noProof="0" err="1">
                <a:ln>
                  <a:noFill/>
                </a:ln>
                <a:solidFill>
                  <a:srgbClr val="0062AC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  <a:sym typeface="Tw Cen MT" panose="020B0602020104020603" pitchFamily="34" charset="0"/>
              </a:rPr>
              <a:t>Terbarukan</a:t>
            </a:r>
            <a:r>
              <a:rPr kumimoji="0" lang="en-US" sz="1300" b="0" i="1" u="none" strike="noStrike" kern="1200" cap="none" spc="0" normalizeH="0" baseline="0" noProof="0">
                <a:ln>
                  <a:noFill/>
                </a:ln>
                <a:solidFill>
                  <a:srgbClr val="0062AC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  <a:sym typeface="Tw Cen MT" panose="020B0602020104020603" pitchFamily="34" charset="0"/>
              </a:rPr>
              <a:t> 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w Cen MT" panose="020B0602020104020603" pitchFamily="34" charset="0"/>
              <a:ea typeface="+mn-ea"/>
              <a:cs typeface="+mn-cs"/>
              <a:sym typeface="Tw Cen MT" panose="020B0602020104020603" pitchFamily="34" charset="0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4F48E86-BCD2-26DB-1312-35B8B2B51F43}"/>
              </a:ext>
            </a:extLst>
          </p:cNvPr>
          <p:cNvSpPr txBox="1"/>
          <p:nvPr/>
        </p:nvSpPr>
        <p:spPr>
          <a:xfrm>
            <a:off x="6941223" y="3848232"/>
            <a:ext cx="4626229" cy="581698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0" rIns="36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Trebuchet MS" panose="020B0603020202020204" pitchFamily="34" charset="0"/>
              <a:buChar char="​"/>
              <a:tabLst/>
              <a:defRPr/>
            </a:pPr>
            <a:r>
              <a:rPr kumimoji="0" lang="sv-SE" sz="1300" b="0" i="1" u="none" strike="noStrike" kern="1200" cap="none" spc="0" normalizeH="0" baseline="0" noProof="0">
                <a:ln>
                  <a:noFill/>
                </a:ln>
                <a:solidFill>
                  <a:srgbClr val="0062AC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  <a:sym typeface="Tw Cen MT" panose="020B0602020104020603" pitchFamily="34" charset="0"/>
              </a:rPr>
              <a:t>Peningkatan Kapasitas Energi Panas Bumi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w Cen MT"/>
              <a:ea typeface="+mn-ea"/>
              <a:cs typeface="+mn-cs"/>
              <a:sym typeface="Tw Cen MT" panose="020B0602020104020603" pitchFamily="34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0DA2ACA-A2F5-2D22-FD0E-7848F8601BEB}"/>
              </a:ext>
            </a:extLst>
          </p:cNvPr>
          <p:cNvSpPr txBox="1"/>
          <p:nvPr/>
        </p:nvSpPr>
        <p:spPr>
          <a:xfrm>
            <a:off x="6941223" y="4585752"/>
            <a:ext cx="4626229" cy="581698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0" rIns="36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Trebuchet MS" panose="020B0603020202020204" pitchFamily="34" charset="0"/>
              <a:buChar char="​"/>
              <a:tabLst/>
              <a:defRPr/>
            </a:pPr>
            <a:r>
              <a:rPr kumimoji="0" lang="en-US" sz="1300" b="0" i="1" u="none" strike="noStrike" kern="1200" cap="none" spc="0" normalizeH="0" baseline="0" noProof="0" err="1">
                <a:ln>
                  <a:noFill/>
                </a:ln>
                <a:solidFill>
                  <a:srgbClr val="0062AC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  <a:sym typeface="Tw Cen MT" panose="020B0602020104020603" pitchFamily="34" charset="0"/>
              </a:rPr>
              <a:t>Mengembangkan</a:t>
            </a:r>
            <a:r>
              <a:rPr kumimoji="0" lang="en-US" sz="1300" b="0" i="1" u="none" strike="noStrike" kern="1200" cap="none" spc="0" normalizeH="0" baseline="0" noProof="0">
                <a:ln>
                  <a:noFill/>
                </a:ln>
                <a:solidFill>
                  <a:srgbClr val="0062AC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  <a:sym typeface="Tw Cen MT" panose="020B0602020104020603" pitchFamily="34" charset="0"/>
              </a:rPr>
              <a:t> Solusi </a:t>
            </a:r>
            <a:r>
              <a:rPr kumimoji="0" lang="en-US" sz="1300" b="0" i="1" u="none" strike="noStrike" kern="1200" cap="none" spc="0" normalizeH="0" baseline="0" noProof="0" err="1">
                <a:ln>
                  <a:noFill/>
                </a:ln>
                <a:solidFill>
                  <a:srgbClr val="0062AC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  <a:sym typeface="Tw Cen MT" panose="020B0602020104020603" pitchFamily="34" charset="0"/>
              </a:rPr>
              <a:t>Teknologi</a:t>
            </a:r>
            <a:r>
              <a:rPr kumimoji="0" lang="en-US" sz="1300" b="0" i="1" u="none" strike="noStrike" kern="1200" cap="none" spc="0" normalizeH="0" baseline="0" noProof="0">
                <a:ln>
                  <a:noFill/>
                </a:ln>
                <a:solidFill>
                  <a:srgbClr val="0062AC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  <a:sym typeface="Tw Cen MT" panose="020B0602020104020603" pitchFamily="34" charset="0"/>
              </a:rPr>
              <a:t> </a:t>
            </a:r>
            <a:r>
              <a:rPr kumimoji="0" lang="en-US" sz="1300" b="0" i="1" u="none" strike="noStrike" kern="1200" cap="none" spc="0" normalizeH="0" baseline="0" noProof="0" err="1">
                <a:ln>
                  <a:noFill/>
                </a:ln>
                <a:solidFill>
                  <a:srgbClr val="0062AC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  <a:sym typeface="Tw Cen MT" panose="020B0602020104020603" pitchFamily="34" charset="0"/>
              </a:rPr>
              <a:t>Rendah</a:t>
            </a:r>
            <a:r>
              <a:rPr kumimoji="0" lang="en-US" sz="1300" b="0" i="1" u="none" strike="noStrike" kern="1200" cap="none" spc="0" normalizeH="0" baseline="0" noProof="0">
                <a:ln>
                  <a:noFill/>
                </a:ln>
                <a:solidFill>
                  <a:srgbClr val="0062AC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  <a:sym typeface="Tw Cen MT" panose="020B0602020104020603" pitchFamily="34" charset="0"/>
              </a:rPr>
              <a:t> Karbon </a:t>
            </a:r>
            <a:r>
              <a:rPr kumimoji="0" lang="en-US" sz="1300" b="0" i="1" u="none" strike="noStrike" kern="1200" cap="none" spc="0" normalizeH="0" baseline="0" noProof="0" err="1">
                <a:ln>
                  <a:noFill/>
                </a:ln>
                <a:solidFill>
                  <a:srgbClr val="0062AC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  <a:sym typeface="Tw Cen MT" panose="020B0602020104020603" pitchFamily="34" charset="0"/>
              </a:rPr>
              <a:t>Berkelanjutan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w Cen MT" panose="020B0602020104020603" pitchFamily="34" charset="0"/>
              <a:ea typeface="+mn-ea"/>
              <a:cs typeface="+mn-cs"/>
              <a:sym typeface="Tw Cen MT" panose="020B0602020104020603" pitchFamily="34" charset="0"/>
            </a:endParaRPr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3A305001-0B47-B31B-840E-F4E3A728633D}"/>
              </a:ext>
            </a:extLst>
          </p:cNvPr>
          <p:cNvCxnSpPr>
            <a:cxnSpLocks/>
          </p:cNvCxnSpPr>
          <p:nvPr/>
        </p:nvCxnSpPr>
        <p:spPr>
          <a:xfrm>
            <a:off x="6288978" y="3032798"/>
            <a:ext cx="5223074" cy="0"/>
          </a:xfrm>
          <a:prstGeom prst="line">
            <a:avLst/>
          </a:prstGeom>
          <a:ln w="3175" cap="rnd" cmpd="sng" algn="ctr">
            <a:solidFill>
              <a:srgbClr val="00185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C47F99B4-BE9C-A136-E49A-B8C9ADE4F037}"/>
              </a:ext>
            </a:extLst>
          </p:cNvPr>
          <p:cNvCxnSpPr>
            <a:cxnSpLocks/>
          </p:cNvCxnSpPr>
          <p:nvPr/>
        </p:nvCxnSpPr>
        <p:spPr>
          <a:xfrm>
            <a:off x="6288978" y="3770320"/>
            <a:ext cx="5223074" cy="0"/>
          </a:xfrm>
          <a:prstGeom prst="line">
            <a:avLst/>
          </a:prstGeom>
          <a:ln w="3175" cap="rnd" cmpd="sng" algn="ctr">
            <a:solidFill>
              <a:srgbClr val="00185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EBBBB49C-EA9F-D312-02A5-CFCB3DC3DBF5}"/>
              </a:ext>
            </a:extLst>
          </p:cNvPr>
          <p:cNvCxnSpPr>
            <a:cxnSpLocks/>
          </p:cNvCxnSpPr>
          <p:nvPr/>
        </p:nvCxnSpPr>
        <p:spPr>
          <a:xfrm>
            <a:off x="6288978" y="4507842"/>
            <a:ext cx="5223074" cy="0"/>
          </a:xfrm>
          <a:prstGeom prst="line">
            <a:avLst/>
          </a:prstGeom>
          <a:ln w="3175" cap="rnd" cmpd="sng" algn="ctr">
            <a:solidFill>
              <a:srgbClr val="00185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4D3157C0-19F8-9DB0-897F-A9E5FED09CDD}"/>
              </a:ext>
            </a:extLst>
          </p:cNvPr>
          <p:cNvCxnSpPr>
            <a:cxnSpLocks/>
          </p:cNvCxnSpPr>
          <p:nvPr/>
        </p:nvCxnSpPr>
        <p:spPr>
          <a:xfrm>
            <a:off x="661958" y="3032798"/>
            <a:ext cx="5223074" cy="0"/>
          </a:xfrm>
          <a:prstGeom prst="line">
            <a:avLst/>
          </a:prstGeom>
          <a:ln w="3175" cap="rnd" cmpd="sng" algn="ctr">
            <a:solidFill>
              <a:srgbClr val="00185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6CFF2C54-86B3-1794-4A3B-0D0246A77B7E}"/>
              </a:ext>
            </a:extLst>
          </p:cNvPr>
          <p:cNvCxnSpPr>
            <a:cxnSpLocks/>
          </p:cNvCxnSpPr>
          <p:nvPr/>
        </p:nvCxnSpPr>
        <p:spPr>
          <a:xfrm>
            <a:off x="661958" y="4507842"/>
            <a:ext cx="5223074" cy="0"/>
          </a:xfrm>
          <a:prstGeom prst="line">
            <a:avLst/>
          </a:prstGeom>
          <a:ln w="3175" cap="rnd" cmpd="sng" algn="ctr">
            <a:solidFill>
              <a:srgbClr val="00185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4EB486E1-1385-75A3-8B81-3C6AB5F0240A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33023" y="3149342"/>
            <a:ext cx="503964" cy="504431"/>
          </a:xfrm>
          <a:prstGeom prst="roundRect">
            <a:avLst>
              <a:gd name="adj" fmla="val 7143"/>
            </a:avLst>
          </a:prstGeom>
          <a:solidFill>
            <a:srgbClr val="294A88"/>
          </a:solidFill>
          <a:ln w="19050" cap="flat" cmpd="sng" algn="ctr">
            <a:noFill/>
            <a:prstDash val="solid"/>
          </a:ln>
          <a:effectLst>
            <a:innerShdw blurRad="12700" dist="25400" dir="13800000">
              <a:srgbClr val="001854">
                <a:alpha val="2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E46206B8-1577-EF37-313C-88B3778E6800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633023" y="4624385"/>
            <a:ext cx="503964" cy="504431"/>
          </a:xfrm>
          <a:prstGeom prst="roundRect">
            <a:avLst>
              <a:gd name="adj" fmla="val 7143"/>
            </a:avLst>
          </a:prstGeom>
          <a:solidFill>
            <a:srgbClr val="294A88"/>
          </a:solidFill>
          <a:ln w="19050" cap="flat" cmpd="sng" algn="ctr">
            <a:noFill/>
            <a:prstDash val="solid"/>
          </a:ln>
          <a:effectLst>
            <a:innerShdw blurRad="12700" dist="25400" dir="13800000">
              <a:srgbClr val="001854">
                <a:alpha val="2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18083DC3-A5B9-A557-8258-DE9C13F43942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6293125" y="2411821"/>
            <a:ext cx="503964" cy="504431"/>
          </a:xfrm>
          <a:prstGeom prst="roundRect">
            <a:avLst>
              <a:gd name="adj" fmla="val 7143"/>
            </a:avLst>
          </a:prstGeom>
          <a:solidFill>
            <a:srgbClr val="294A88"/>
          </a:solidFill>
          <a:ln w="19050" cap="flat" cmpd="sng" algn="ctr">
            <a:noFill/>
            <a:prstDash val="solid"/>
          </a:ln>
          <a:effectLst>
            <a:innerShdw blurRad="12700" dist="25400" dir="13800000">
              <a:srgbClr val="001854">
                <a:alpha val="2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B0CF2B66-E77C-3AE0-2855-1C290FEC64CD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6293125" y="3149342"/>
            <a:ext cx="503964" cy="504431"/>
          </a:xfrm>
          <a:prstGeom prst="roundRect">
            <a:avLst>
              <a:gd name="adj" fmla="val 7143"/>
            </a:avLst>
          </a:prstGeom>
          <a:solidFill>
            <a:srgbClr val="294A88"/>
          </a:solidFill>
          <a:ln w="19050" cap="flat" cmpd="sng" algn="ctr">
            <a:noFill/>
            <a:prstDash val="solid"/>
          </a:ln>
          <a:effectLst>
            <a:innerShdw blurRad="12700" dist="25400" dir="13800000">
              <a:srgbClr val="001854">
                <a:alpha val="2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86" name="Rectangle: Rounded Corners 85">
            <a:extLst>
              <a:ext uri="{FF2B5EF4-FFF2-40B4-BE49-F238E27FC236}">
                <a16:creationId xmlns:a16="http://schemas.microsoft.com/office/drawing/2014/main" id="{1356CC90-8C46-D0CD-D4D1-EA320EFBE1A0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6293125" y="3886863"/>
            <a:ext cx="503964" cy="504431"/>
          </a:xfrm>
          <a:prstGeom prst="roundRect">
            <a:avLst>
              <a:gd name="adj" fmla="val 7143"/>
            </a:avLst>
          </a:prstGeom>
          <a:solidFill>
            <a:srgbClr val="294A88"/>
          </a:solidFill>
          <a:ln w="19050" cap="flat" cmpd="sng" algn="ctr">
            <a:noFill/>
            <a:prstDash val="solid"/>
          </a:ln>
          <a:effectLst>
            <a:innerShdw blurRad="12700" dist="25400" dir="13800000">
              <a:srgbClr val="001854">
                <a:alpha val="2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40EFCFB9-B6B5-EF7F-8F75-249DBCE33F56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6293125" y="4624385"/>
            <a:ext cx="503964" cy="504431"/>
          </a:xfrm>
          <a:prstGeom prst="roundRect">
            <a:avLst>
              <a:gd name="adj" fmla="val 7143"/>
            </a:avLst>
          </a:prstGeom>
          <a:solidFill>
            <a:srgbClr val="294A88"/>
          </a:solidFill>
          <a:ln w="19050" cap="flat" cmpd="sng" algn="ctr">
            <a:noFill/>
            <a:prstDash val="solid"/>
          </a:ln>
          <a:effectLst>
            <a:innerShdw blurRad="12700" dist="25400" dir="13800000">
              <a:srgbClr val="001854">
                <a:alpha val="2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pic>
        <p:nvPicPr>
          <p:cNvPr id="88" name="Graphic 87">
            <a:extLst>
              <a:ext uri="{FF2B5EF4-FFF2-40B4-BE49-F238E27FC236}">
                <a16:creationId xmlns:a16="http://schemas.microsoft.com/office/drawing/2014/main" id="{77E90B80-486F-9203-93FE-1B0845153E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27768" y="3244320"/>
            <a:ext cx="314475" cy="314475"/>
          </a:xfrm>
          <a:prstGeom prst="rect">
            <a:avLst/>
          </a:prstGeom>
        </p:spPr>
      </p:pic>
      <p:grpSp>
        <p:nvGrpSpPr>
          <p:cNvPr id="89" name="Group 88">
            <a:extLst>
              <a:ext uri="{FF2B5EF4-FFF2-40B4-BE49-F238E27FC236}">
                <a16:creationId xmlns:a16="http://schemas.microsoft.com/office/drawing/2014/main" id="{93D24D05-7414-BE22-0784-1723950276F0}"/>
              </a:ext>
            </a:extLst>
          </p:cNvPr>
          <p:cNvGrpSpPr/>
          <p:nvPr/>
        </p:nvGrpSpPr>
        <p:grpSpPr>
          <a:xfrm>
            <a:off x="633023" y="3886863"/>
            <a:ext cx="503964" cy="504431"/>
            <a:chOff x="678293" y="3971212"/>
            <a:chExt cx="503964" cy="504431"/>
          </a:xfrm>
        </p:grpSpPr>
        <p:sp>
          <p:nvSpPr>
            <p:cNvPr id="90" name="Rectangle: Rounded Corners 89">
              <a:extLst>
                <a:ext uri="{FF2B5EF4-FFF2-40B4-BE49-F238E27FC236}">
                  <a16:creationId xmlns:a16="http://schemas.microsoft.com/office/drawing/2014/main" id="{AE4AF5A4-9CC9-9057-7CAA-D4CE559FD3DF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678293" y="3971212"/>
              <a:ext cx="503964" cy="504431"/>
            </a:xfrm>
            <a:prstGeom prst="roundRect">
              <a:avLst>
                <a:gd name="adj" fmla="val 7143"/>
              </a:avLst>
            </a:prstGeom>
            <a:solidFill>
              <a:srgbClr val="294A88"/>
            </a:solidFill>
            <a:ln w="19050" cap="flat" cmpd="sng" algn="ctr">
              <a:noFill/>
              <a:prstDash val="solid"/>
            </a:ln>
            <a:effectLst>
              <a:innerShdw blurRad="12700" dist="25400" dir="13800000">
                <a:srgbClr val="001854">
                  <a:alpha val="20000"/>
                </a:srgb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91440" rIns="91440" bIns="9144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pic>
          <p:nvPicPr>
            <p:cNvPr id="91" name="Graphic 90">
              <a:extLst>
                <a:ext uri="{FF2B5EF4-FFF2-40B4-BE49-F238E27FC236}">
                  <a16:creationId xmlns:a16="http://schemas.microsoft.com/office/drawing/2014/main" id="{67CFA09B-64B3-0428-1346-F3D7FD36C66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773037" y="4066190"/>
              <a:ext cx="314475" cy="314475"/>
            </a:xfrm>
            <a:prstGeom prst="rect">
              <a:avLst/>
            </a:prstGeom>
          </p:spPr>
        </p:pic>
      </p:grpSp>
      <p:pic>
        <p:nvPicPr>
          <p:cNvPr id="92" name="Graphic 91">
            <a:extLst>
              <a:ext uri="{FF2B5EF4-FFF2-40B4-BE49-F238E27FC236}">
                <a16:creationId xmlns:a16="http://schemas.microsoft.com/office/drawing/2014/main" id="{D90D33CD-D2CD-5F59-0974-B19FB854511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387870" y="4719363"/>
            <a:ext cx="314475" cy="314475"/>
          </a:xfrm>
          <a:prstGeom prst="rect">
            <a:avLst/>
          </a:prstGeom>
        </p:spPr>
      </p:pic>
      <p:pic>
        <p:nvPicPr>
          <p:cNvPr id="93" name="Graphic 92">
            <a:extLst>
              <a:ext uri="{FF2B5EF4-FFF2-40B4-BE49-F238E27FC236}">
                <a16:creationId xmlns:a16="http://schemas.microsoft.com/office/drawing/2014/main" id="{9FA1DC6B-38C6-0943-9DD9-BFACFB3816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387869" y="3981841"/>
            <a:ext cx="314475" cy="314475"/>
          </a:xfrm>
          <a:prstGeom prst="rect">
            <a:avLst/>
          </a:prstGeom>
        </p:spPr>
      </p:pic>
      <p:pic>
        <p:nvPicPr>
          <p:cNvPr id="94" name="Graphic 93">
            <a:extLst>
              <a:ext uri="{FF2B5EF4-FFF2-40B4-BE49-F238E27FC236}">
                <a16:creationId xmlns:a16="http://schemas.microsoft.com/office/drawing/2014/main" id="{5ED6BD21-9363-E1AD-1659-C965463BEE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387869" y="3244320"/>
            <a:ext cx="314475" cy="314475"/>
          </a:xfrm>
          <a:prstGeom prst="rect">
            <a:avLst/>
          </a:prstGeom>
        </p:spPr>
      </p:pic>
      <p:grpSp>
        <p:nvGrpSpPr>
          <p:cNvPr id="95" name="Group 94">
            <a:extLst>
              <a:ext uri="{FF2B5EF4-FFF2-40B4-BE49-F238E27FC236}">
                <a16:creationId xmlns:a16="http://schemas.microsoft.com/office/drawing/2014/main" id="{E23994FF-ADBE-CACC-2495-ECF0B865CF01}"/>
              </a:ext>
            </a:extLst>
          </p:cNvPr>
          <p:cNvGrpSpPr/>
          <p:nvPr/>
        </p:nvGrpSpPr>
        <p:grpSpPr>
          <a:xfrm>
            <a:off x="633023" y="2411821"/>
            <a:ext cx="503964" cy="504431"/>
            <a:chOff x="678293" y="2496170"/>
            <a:chExt cx="503964" cy="504431"/>
          </a:xfrm>
        </p:grpSpPr>
        <p:sp>
          <p:nvSpPr>
            <p:cNvPr id="96" name="Rectangle: Rounded Corners 95">
              <a:extLst>
                <a:ext uri="{FF2B5EF4-FFF2-40B4-BE49-F238E27FC236}">
                  <a16:creationId xmlns:a16="http://schemas.microsoft.com/office/drawing/2014/main" id="{90657083-6997-3792-EC7E-9A536C003E05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678293" y="2496170"/>
              <a:ext cx="503964" cy="504431"/>
            </a:xfrm>
            <a:prstGeom prst="roundRect">
              <a:avLst>
                <a:gd name="adj" fmla="val 7143"/>
              </a:avLst>
            </a:prstGeom>
            <a:solidFill>
              <a:srgbClr val="294A88"/>
            </a:solidFill>
            <a:ln w="19050" cap="flat" cmpd="sng" algn="ctr">
              <a:noFill/>
              <a:prstDash val="solid"/>
            </a:ln>
            <a:effectLst>
              <a:innerShdw blurRad="12700" dist="25400" dir="13800000">
                <a:srgbClr val="001854">
                  <a:alpha val="20000"/>
                </a:srgb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91440" rIns="91440" bIns="9144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pic>
          <p:nvPicPr>
            <p:cNvPr id="97" name="Graphic 96">
              <a:extLst>
                <a:ext uri="{FF2B5EF4-FFF2-40B4-BE49-F238E27FC236}">
                  <a16:creationId xmlns:a16="http://schemas.microsoft.com/office/drawing/2014/main" id="{5FA9FF62-A1BC-E54D-72C6-63B9654EC12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773038" y="2591148"/>
              <a:ext cx="314475" cy="314475"/>
            </a:xfrm>
            <a:prstGeom prst="rect">
              <a:avLst/>
            </a:prstGeom>
          </p:spPr>
        </p:pic>
      </p:grpSp>
      <p:pic>
        <p:nvPicPr>
          <p:cNvPr id="98" name="Graphic 97">
            <a:extLst>
              <a:ext uri="{FF2B5EF4-FFF2-40B4-BE49-F238E27FC236}">
                <a16:creationId xmlns:a16="http://schemas.microsoft.com/office/drawing/2014/main" id="{3CEF3FDF-A432-C9D8-01CC-DA287AB7FC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727768" y="4719363"/>
            <a:ext cx="314475" cy="314475"/>
          </a:xfrm>
          <a:prstGeom prst="rect">
            <a:avLst/>
          </a:prstGeom>
        </p:spPr>
      </p:pic>
      <p:pic>
        <p:nvPicPr>
          <p:cNvPr id="99" name="Graphic 98">
            <a:extLst>
              <a:ext uri="{FF2B5EF4-FFF2-40B4-BE49-F238E27FC236}">
                <a16:creationId xmlns:a16="http://schemas.microsoft.com/office/drawing/2014/main" id="{C3D31F25-7D46-E204-7353-B076B37CA8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6387869" y="2506799"/>
            <a:ext cx="314475" cy="314475"/>
          </a:xfrm>
          <a:prstGeom prst="rect">
            <a:avLst/>
          </a:prstGeom>
        </p:spPr>
      </p:pic>
      <p:sp>
        <p:nvSpPr>
          <p:cNvPr id="104" name="Title 2">
            <a:extLst>
              <a:ext uri="{FF2B5EF4-FFF2-40B4-BE49-F238E27FC236}">
                <a16:creationId xmlns:a16="http://schemas.microsoft.com/office/drawing/2014/main" id="{F0082811-4F4F-F6DF-B66D-1C1C052CA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203" y="524859"/>
            <a:ext cx="11618263" cy="444900"/>
          </a:xfrm>
        </p:spPr>
        <p:txBody>
          <a:bodyPr vert="horz" rIns="91440"/>
          <a:lstStyle/>
          <a:p>
            <a:r>
              <a:rPr lang="en-US"/>
              <a:t>Pilar </a:t>
            </a:r>
            <a:r>
              <a:rPr lang="en-US" err="1"/>
              <a:t>Strategis</a:t>
            </a:r>
            <a:r>
              <a:rPr lang="en-US"/>
              <a:t> pada ‘RJPP 2026-2030’ PT ABC Energy</a:t>
            </a:r>
          </a:p>
        </p:txBody>
      </p:sp>
    </p:spTree>
    <p:extLst>
      <p:ext uri="{BB962C8B-B14F-4D97-AF65-F5344CB8AC3E}">
        <p14:creationId xmlns:p14="http://schemas.microsoft.com/office/powerpoint/2010/main" val="2701929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thinkcell data - do not delete" hidden="1">
            <a:extLst>
              <a:ext uri="{FF2B5EF4-FFF2-40B4-BE49-F238E27FC236}">
                <a16:creationId xmlns:a16="http://schemas.microsoft.com/office/drawing/2014/main" id="{F70CAE91-5036-4A96-DB39-33AF24AF6DA6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7066141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498" imgH="499" progId="TCLayout.ActiveDocument.1">
                  <p:embed/>
                </p:oleObj>
              </mc:Choice>
              <mc:Fallback>
                <p:oleObj name="thinkcell Slide" r:id="rId3" imgW="498" imgH="499" progId="TCLayout.ActiveDocument.1">
                  <p:embed/>
                  <p:pic>
                    <p:nvPicPr>
                      <p:cNvPr id="21" name="thinkcell data - do not delete" hidden="1">
                        <a:extLst>
                          <a:ext uri="{FF2B5EF4-FFF2-40B4-BE49-F238E27FC236}">
                            <a16:creationId xmlns:a16="http://schemas.microsoft.com/office/drawing/2014/main" id="{F70CAE91-5036-4A96-DB39-33AF24AF6DA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AC49919-0B60-C4B3-EED4-825A55F63F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2" name="Title 2">
            <a:extLst>
              <a:ext uri="{FF2B5EF4-FFF2-40B4-BE49-F238E27FC236}">
                <a16:creationId xmlns:a16="http://schemas.microsoft.com/office/drawing/2014/main" id="{3AA6C2C8-A33C-2EC5-9B0A-39B4E0B0B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202" y="602675"/>
            <a:ext cx="11618263" cy="444900"/>
          </a:xfrm>
        </p:spPr>
        <p:txBody>
          <a:bodyPr vert="horz" rIns="91440"/>
          <a:lstStyle/>
          <a:p>
            <a:r>
              <a:rPr lang="en-US"/>
              <a:t>Summary </a:t>
            </a:r>
            <a:r>
              <a:rPr lang="en-US" err="1"/>
              <a:t>Asumsi</a:t>
            </a:r>
            <a:r>
              <a:rPr lang="en-US"/>
              <a:t> Program </a:t>
            </a:r>
            <a:r>
              <a:rPr lang="en-US" err="1"/>
              <a:t>Kerja</a:t>
            </a:r>
            <a:r>
              <a:rPr lang="en-US"/>
              <a:t> Business Lines PT ABC Energy 2026-2030  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5E5262C4-F6C1-0BD1-DB03-1C78543CCB6A}"/>
              </a:ext>
            </a:extLst>
          </p:cNvPr>
          <p:cNvSpPr/>
          <p:nvPr/>
        </p:nvSpPr>
        <p:spPr>
          <a:xfrm rot="16200000">
            <a:off x="-528343" y="2086293"/>
            <a:ext cx="4287658" cy="2826928"/>
          </a:xfrm>
          <a:prstGeom prst="roundRect">
            <a:avLst>
              <a:gd name="adj" fmla="val 3345"/>
            </a:avLst>
          </a:prstGeom>
          <a:solidFill>
            <a:srgbClr val="FFFFFF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38100" dist="25400" dir="18900000">
              <a:prstClr val="black">
                <a:alpha val="12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24" name="Rectangle: Top Corners Rounded 23">
            <a:extLst>
              <a:ext uri="{FF2B5EF4-FFF2-40B4-BE49-F238E27FC236}">
                <a16:creationId xmlns:a16="http://schemas.microsoft.com/office/drawing/2014/main" id="{FB7D1EC1-FCDC-C33D-A24B-44FF162D8528}"/>
              </a:ext>
            </a:extLst>
          </p:cNvPr>
          <p:cNvSpPr/>
          <p:nvPr/>
        </p:nvSpPr>
        <p:spPr>
          <a:xfrm>
            <a:off x="201202" y="1355932"/>
            <a:ext cx="2873322" cy="249158"/>
          </a:xfrm>
          <a:prstGeom prst="round2SameRect">
            <a:avLst>
              <a:gd name="adj1" fmla="val 14048"/>
              <a:gd name="adj2" fmla="val 0"/>
            </a:avLst>
          </a:prstGeom>
          <a:solidFill>
            <a:schemeClr val="tx2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7F359AC4-8FE8-56A7-61E0-F64787BF553B}"/>
              </a:ext>
            </a:extLst>
          </p:cNvPr>
          <p:cNvSpPr/>
          <p:nvPr/>
        </p:nvSpPr>
        <p:spPr>
          <a:xfrm rot="16200000">
            <a:off x="2419350" y="2086102"/>
            <a:ext cx="4287838" cy="2827338"/>
          </a:xfrm>
          <a:prstGeom prst="roundRect">
            <a:avLst>
              <a:gd name="adj" fmla="val 3345"/>
            </a:avLst>
          </a:prstGeom>
          <a:solidFill>
            <a:srgbClr val="FFFFFF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38100" dist="25400" dir="18900000">
              <a:prstClr val="black">
                <a:alpha val="12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26" name="Rectangle: Top Corners Rounded 25">
            <a:extLst>
              <a:ext uri="{FF2B5EF4-FFF2-40B4-BE49-F238E27FC236}">
                <a16:creationId xmlns:a16="http://schemas.microsoft.com/office/drawing/2014/main" id="{45B756E6-DF25-FCB1-ACE3-BD6592C2A073}"/>
              </a:ext>
            </a:extLst>
          </p:cNvPr>
          <p:cNvSpPr/>
          <p:nvPr/>
        </p:nvSpPr>
        <p:spPr>
          <a:xfrm>
            <a:off x="3148066" y="1355932"/>
            <a:ext cx="2873322" cy="249158"/>
          </a:xfrm>
          <a:prstGeom prst="round2SameRect">
            <a:avLst>
              <a:gd name="adj1" fmla="val 14048"/>
              <a:gd name="adj2" fmla="val 0"/>
            </a:avLst>
          </a:prstGeom>
          <a:solidFill>
            <a:schemeClr val="tx2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A7173B2E-05AE-D495-F946-712F84F77798}"/>
              </a:ext>
            </a:extLst>
          </p:cNvPr>
          <p:cNvSpPr/>
          <p:nvPr/>
        </p:nvSpPr>
        <p:spPr>
          <a:xfrm rot="16200000">
            <a:off x="5365750" y="2086102"/>
            <a:ext cx="4287838" cy="2827338"/>
          </a:xfrm>
          <a:prstGeom prst="roundRect">
            <a:avLst>
              <a:gd name="adj" fmla="val 3345"/>
            </a:avLst>
          </a:prstGeom>
          <a:solidFill>
            <a:srgbClr val="FFFFFF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38100" dist="25400" dir="18900000">
              <a:prstClr val="black">
                <a:alpha val="12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28" name="Rectangle: Top Corners Rounded 27">
            <a:extLst>
              <a:ext uri="{FF2B5EF4-FFF2-40B4-BE49-F238E27FC236}">
                <a16:creationId xmlns:a16="http://schemas.microsoft.com/office/drawing/2014/main" id="{4F91E7C6-2116-BDE8-1413-409736C9C2CD}"/>
              </a:ext>
            </a:extLst>
          </p:cNvPr>
          <p:cNvSpPr/>
          <p:nvPr/>
        </p:nvSpPr>
        <p:spPr>
          <a:xfrm>
            <a:off x="6094930" y="1355932"/>
            <a:ext cx="2873322" cy="249158"/>
          </a:xfrm>
          <a:prstGeom prst="round2SameRect">
            <a:avLst>
              <a:gd name="adj1" fmla="val 14048"/>
              <a:gd name="adj2" fmla="val 0"/>
            </a:avLst>
          </a:prstGeom>
          <a:solidFill>
            <a:schemeClr val="tx2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6B493747-FCC1-AE44-1113-F4895FCB6A8C}"/>
              </a:ext>
            </a:extLst>
          </p:cNvPr>
          <p:cNvSpPr/>
          <p:nvPr/>
        </p:nvSpPr>
        <p:spPr>
          <a:xfrm rot="16200000">
            <a:off x="8312150" y="2086102"/>
            <a:ext cx="4287838" cy="2827338"/>
          </a:xfrm>
          <a:prstGeom prst="roundRect">
            <a:avLst>
              <a:gd name="adj" fmla="val 3345"/>
            </a:avLst>
          </a:prstGeom>
          <a:solidFill>
            <a:srgbClr val="FFFFFF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38100" dist="25400" dir="18900000">
              <a:prstClr val="black">
                <a:alpha val="12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30" name="Rectangle: Top Corners Rounded 29">
            <a:extLst>
              <a:ext uri="{FF2B5EF4-FFF2-40B4-BE49-F238E27FC236}">
                <a16:creationId xmlns:a16="http://schemas.microsoft.com/office/drawing/2014/main" id="{C540286E-4420-A16C-60CE-43F91FA96429}"/>
              </a:ext>
            </a:extLst>
          </p:cNvPr>
          <p:cNvSpPr/>
          <p:nvPr/>
        </p:nvSpPr>
        <p:spPr>
          <a:xfrm>
            <a:off x="9041793" y="1355932"/>
            <a:ext cx="2873322" cy="249158"/>
          </a:xfrm>
          <a:prstGeom prst="round2SameRect">
            <a:avLst>
              <a:gd name="adj1" fmla="val 14048"/>
              <a:gd name="adj2" fmla="val 0"/>
            </a:avLst>
          </a:prstGeom>
          <a:solidFill>
            <a:schemeClr val="tx2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E5A3877-A28C-C5F8-236F-1F021C394F89}"/>
              </a:ext>
            </a:extLst>
          </p:cNvPr>
          <p:cNvSpPr txBox="1"/>
          <p:nvPr/>
        </p:nvSpPr>
        <p:spPr>
          <a:xfrm>
            <a:off x="244381" y="1393104"/>
            <a:ext cx="2828643" cy="175300"/>
          </a:xfrm>
          <a:prstGeom prst="round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F5597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400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Business Line Hulu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067C9ED-27E3-CF41-FF28-52AEDACEB9D9}"/>
              </a:ext>
            </a:extLst>
          </p:cNvPr>
          <p:cNvSpPr txBox="1"/>
          <p:nvPr/>
        </p:nvSpPr>
        <p:spPr>
          <a:xfrm>
            <a:off x="3176619" y="1393104"/>
            <a:ext cx="2828643" cy="175300"/>
          </a:xfrm>
          <a:prstGeom prst="round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F5597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400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Business Line Gas &amp; LNG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E9C119F-D316-A768-6467-976E3330023F}"/>
              </a:ext>
            </a:extLst>
          </p:cNvPr>
          <p:cNvSpPr txBox="1"/>
          <p:nvPr/>
        </p:nvSpPr>
        <p:spPr>
          <a:xfrm>
            <a:off x="6108857" y="1393104"/>
            <a:ext cx="2828519" cy="175300"/>
          </a:xfrm>
          <a:prstGeom prst="round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F5597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400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Business Line Hilir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EF882C1-8B8D-2E04-F0C2-6174E0E1DD9B}"/>
              </a:ext>
            </a:extLst>
          </p:cNvPr>
          <p:cNvSpPr txBox="1"/>
          <p:nvPr/>
        </p:nvSpPr>
        <p:spPr>
          <a:xfrm>
            <a:off x="9040975" y="1393104"/>
            <a:ext cx="2828643" cy="175300"/>
          </a:xfrm>
          <a:prstGeom prst="round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F5597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400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Business Line New Energy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7C0A40B-DB8C-52C0-B562-4F3451C66531}"/>
              </a:ext>
            </a:extLst>
          </p:cNvPr>
          <p:cNvSpPr txBox="1"/>
          <p:nvPr/>
        </p:nvSpPr>
        <p:spPr>
          <a:xfrm>
            <a:off x="200382" y="1617027"/>
            <a:ext cx="2903685" cy="4097478"/>
          </a:xfrm>
          <a:prstGeom prst="rect">
            <a:avLst/>
          </a:prstGeom>
          <a:noFill/>
          <a:ln w="9525" cap="rnd">
            <a:noFill/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EKSPLORASI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Aggressive Exploration Drilling</a:t>
            </a:r>
            <a:r>
              <a:rPr lang="en-US" sz="1100">
                <a:solidFill>
                  <a:srgbClr val="000000"/>
                </a:solidFill>
                <a:latin typeface="Tw Cen MT" panose="020B0602020104020603"/>
              </a:rPr>
              <a:t> di area frontier &amp; greenfield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Pengembangan WK </a:t>
            </a:r>
            <a:r>
              <a:rPr kumimoji="0" lang="en-US" sz="11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Eksplorasi</a:t>
            </a:r>
            <a:r>
              <a:rPr lang="en-US" sz="1100">
                <a:solidFill>
                  <a:srgbClr val="000000"/>
                </a:solidFill>
                <a:latin typeface="Tw Cen MT" panose="020B0602020104020603"/>
              </a:rPr>
              <a:t> pada WK </a:t>
            </a:r>
            <a:r>
              <a:rPr lang="en-US" sz="1100" err="1">
                <a:solidFill>
                  <a:srgbClr val="000000"/>
                </a:solidFill>
                <a:latin typeface="Tw Cen MT" panose="020B0602020104020603"/>
              </a:rPr>
              <a:t>eksisting</a:t>
            </a:r>
            <a:endParaRPr lang="en-US" sz="1100">
              <a:solidFill>
                <a:srgbClr val="000000"/>
              </a:solidFill>
              <a:latin typeface="Tw Cen MT" panose="020B0602020104020603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DEVELOPMENT &amp; EOR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Bor </a:t>
            </a:r>
            <a:r>
              <a:rPr kumimoji="0" lang="en-US" sz="11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pengembangan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, </a:t>
            </a:r>
            <a:r>
              <a:rPr kumimoji="0" lang="en-US" sz="11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workover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, </a:t>
            </a:r>
            <a:r>
              <a:rPr kumimoji="0" lang="en-US" sz="11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well intervention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1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Steamflood</a:t>
            </a:r>
            <a:r>
              <a:rPr kumimoji="0" lang="en-US" sz="11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 &amp; CEOR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Pengembangan </a:t>
            </a:r>
            <a:r>
              <a:rPr kumimoji="0" lang="en-US" sz="11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Lapangan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 Brownfield</a:t>
            </a:r>
            <a:endParaRPr lang="en-US" sz="1100">
              <a:solidFill>
                <a:srgbClr val="000000"/>
              </a:solidFill>
              <a:latin typeface="Tw Cen MT" panose="020B0602020104020603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PENGEMBANGAN MIGAS MNK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Eksplorasi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 &amp; appraisal, </a:t>
            </a:r>
            <a:r>
              <a:rPr kumimoji="0" lang="en-US" sz="11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Demonstration &amp; development stage, Multi-stage fracturing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11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M&amp;A &amp; INOVASI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Akuisisi</a:t>
            </a:r>
            <a:r>
              <a:rPr kumimoji="0" lang="en-US" sz="1100" b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 </a:t>
            </a:r>
            <a:r>
              <a:rPr kumimoji="0" lang="en-US" sz="1100" b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lapangan</a:t>
            </a:r>
            <a:r>
              <a:rPr kumimoji="0" lang="en-US" sz="1100" b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 </a:t>
            </a:r>
            <a:r>
              <a:rPr kumimoji="0" lang="en-US" sz="1100" b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migas</a:t>
            </a:r>
            <a:r>
              <a:rPr kumimoji="0" lang="en-US" sz="1100" b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 </a:t>
            </a:r>
            <a:r>
              <a:rPr kumimoji="0" lang="en-US" sz="1100" b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baik</a:t>
            </a:r>
            <a:r>
              <a:rPr kumimoji="0" lang="en-US" sz="1100" b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 di </a:t>
            </a:r>
            <a:r>
              <a:rPr kumimoji="0" lang="en-US" sz="1100" b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dalam</a:t>
            </a:r>
            <a:r>
              <a:rPr kumimoji="0" lang="en-US" sz="1100" b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 negeri &amp; </a:t>
            </a:r>
            <a:r>
              <a:rPr kumimoji="0" lang="en-US" sz="1100" b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luar</a:t>
            </a:r>
            <a:r>
              <a:rPr kumimoji="0" lang="en-US" sz="1100" b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 negeri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11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  <a:p>
            <a:pPr lvl="0">
              <a:defRPr/>
            </a:pPr>
            <a:r>
              <a:rPr lang="en-US" sz="1100" b="1">
                <a:solidFill>
                  <a:srgbClr val="000000"/>
                </a:solidFill>
              </a:rPr>
              <a:t>ENABLERS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sz="1100" err="1">
                <a:solidFill>
                  <a:srgbClr val="000000"/>
                </a:solidFill>
              </a:rPr>
              <a:t>Penguatan</a:t>
            </a:r>
            <a:r>
              <a:rPr lang="en-US" sz="1100">
                <a:solidFill>
                  <a:srgbClr val="000000"/>
                </a:solidFill>
              </a:rPr>
              <a:t> services &amp; expertise </a:t>
            </a:r>
            <a:r>
              <a:rPr lang="en-US" sz="1100" err="1">
                <a:solidFill>
                  <a:srgbClr val="000000"/>
                </a:solidFill>
              </a:rPr>
              <a:t>penunjang</a:t>
            </a:r>
            <a:r>
              <a:rPr lang="en-US" sz="1100">
                <a:solidFill>
                  <a:srgbClr val="000000"/>
                </a:solidFill>
              </a:rPr>
              <a:t> program </a:t>
            </a:r>
            <a:r>
              <a:rPr lang="en-US" sz="1100" err="1">
                <a:solidFill>
                  <a:srgbClr val="000000"/>
                </a:solidFill>
              </a:rPr>
              <a:t>utama</a:t>
            </a:r>
            <a:r>
              <a:rPr lang="en-US" sz="1100">
                <a:solidFill>
                  <a:srgbClr val="000000"/>
                </a:solidFill>
              </a:rPr>
              <a:t>, </a:t>
            </a:r>
            <a:r>
              <a:rPr lang="en-US" sz="1100" err="1">
                <a:solidFill>
                  <a:srgbClr val="000000"/>
                </a:solidFill>
              </a:rPr>
              <a:t>lewat</a:t>
            </a:r>
            <a:r>
              <a:rPr lang="en-US" sz="1100">
                <a:solidFill>
                  <a:srgbClr val="000000"/>
                </a:solidFill>
              </a:rPr>
              <a:t> </a:t>
            </a:r>
            <a:r>
              <a:rPr lang="en-US" sz="1100" err="1">
                <a:solidFill>
                  <a:srgbClr val="000000"/>
                </a:solidFill>
              </a:rPr>
              <a:t>optimalisasi</a:t>
            </a:r>
            <a:r>
              <a:rPr lang="en-US" sz="1100">
                <a:solidFill>
                  <a:srgbClr val="000000"/>
                </a:solidFill>
              </a:rPr>
              <a:t> </a:t>
            </a:r>
            <a:r>
              <a:rPr lang="en-US" sz="1100" err="1">
                <a:solidFill>
                  <a:srgbClr val="000000"/>
                </a:solidFill>
              </a:rPr>
              <a:t>anak</a:t>
            </a:r>
            <a:r>
              <a:rPr lang="en-US" sz="1100">
                <a:solidFill>
                  <a:srgbClr val="000000"/>
                </a:solidFill>
              </a:rPr>
              <a:t> </a:t>
            </a:r>
            <a:r>
              <a:rPr lang="en-US" sz="1100" err="1">
                <a:solidFill>
                  <a:srgbClr val="000000"/>
                </a:solidFill>
              </a:rPr>
              <a:t>usaha</a:t>
            </a:r>
            <a:r>
              <a:rPr lang="en-US" sz="1100">
                <a:solidFill>
                  <a:srgbClr val="000000"/>
                </a:solidFill>
              </a:rPr>
              <a:t> </a:t>
            </a:r>
            <a:r>
              <a:rPr lang="en-US" sz="1100" err="1">
                <a:solidFill>
                  <a:srgbClr val="000000"/>
                </a:solidFill>
              </a:rPr>
              <a:t>jasa</a:t>
            </a:r>
            <a:r>
              <a:rPr lang="en-US" sz="1100">
                <a:solidFill>
                  <a:srgbClr val="000000"/>
                </a:solidFill>
              </a:rPr>
              <a:t> </a:t>
            </a:r>
            <a:r>
              <a:rPr lang="en-US" sz="1100" err="1">
                <a:solidFill>
                  <a:srgbClr val="000000"/>
                </a:solidFill>
              </a:rPr>
              <a:t>seismik</a:t>
            </a:r>
            <a:r>
              <a:rPr lang="en-US" sz="1100">
                <a:solidFill>
                  <a:srgbClr val="000000"/>
                </a:solidFill>
              </a:rPr>
              <a:t> &amp; </a:t>
            </a:r>
            <a:r>
              <a:rPr lang="en-US" sz="1100" err="1">
                <a:solidFill>
                  <a:srgbClr val="000000"/>
                </a:solidFill>
              </a:rPr>
              <a:t>pengeboran</a:t>
            </a:r>
            <a:endParaRPr lang="en-US" sz="1100">
              <a:solidFill>
                <a:srgbClr val="000000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  <a:defRPr/>
            </a:pPr>
            <a:endParaRPr kumimoji="0" lang="en-US" sz="85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211338E-5777-E99B-1A48-938D3A432CB4}"/>
              </a:ext>
            </a:extLst>
          </p:cNvPr>
          <p:cNvSpPr txBox="1"/>
          <p:nvPr/>
        </p:nvSpPr>
        <p:spPr>
          <a:xfrm>
            <a:off x="3170237" y="1617790"/>
            <a:ext cx="2903538" cy="4097478"/>
          </a:xfrm>
          <a:prstGeom prst="rect">
            <a:avLst/>
          </a:prstGeom>
          <a:noFill/>
          <a:ln w="9525" cap="rnd">
            <a:noFill/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algn="just">
              <a:lnSpc>
                <a:spcPts val="1000"/>
              </a:lnSpc>
              <a:defRPr/>
            </a:pPr>
            <a:r>
              <a:rPr lang="en-US" sz="1100" b="1">
                <a:solidFill>
                  <a:schemeClr val="tx1"/>
                </a:solidFill>
              </a:rPr>
              <a:t>GAS</a:t>
            </a:r>
          </a:p>
          <a:p>
            <a:pPr marL="171450" lvl="0" indent="-171450" algn="just">
              <a:lnSpc>
                <a:spcPts val="1000"/>
              </a:lnSpc>
              <a:buFont typeface="Arial" panose="020B0604020202020204" pitchFamily="34" charset="0"/>
              <a:buChar char="•"/>
              <a:defRPr/>
            </a:pPr>
            <a:r>
              <a:rPr lang="en-US" sz="1100">
                <a:solidFill>
                  <a:schemeClr val="tx1"/>
                </a:solidFill>
              </a:rPr>
              <a:t>Pengembangan </a:t>
            </a:r>
            <a:r>
              <a:rPr lang="nn-NO" sz="1100" b="1">
                <a:solidFill>
                  <a:schemeClr val="tx1"/>
                </a:solidFill>
              </a:rPr>
              <a:t>infrastruktur migas </a:t>
            </a:r>
            <a:r>
              <a:rPr lang="nn-NO" sz="1100">
                <a:solidFill>
                  <a:schemeClr val="tx1"/>
                </a:solidFill>
              </a:rPr>
              <a:t>di Indonesia </a:t>
            </a:r>
          </a:p>
          <a:p>
            <a:pPr marL="355600" lvl="1" indent="-177800" algn="just">
              <a:lnSpc>
                <a:spcPts val="1000"/>
              </a:lnSpc>
              <a:buFont typeface="Tw Cen MT" panose="020B0602020104020603" pitchFamily="34" charset="0"/>
              <a:buChar char="–"/>
              <a:defRPr/>
            </a:pPr>
            <a:r>
              <a:rPr lang="nn-NO" sz="1100">
                <a:solidFill>
                  <a:schemeClr val="tx1"/>
                </a:solidFill>
              </a:rPr>
              <a:t>Pengembangan dan pengelolaan infrastruktur trasnsportasi pipa (gas, minyak, BBM, LPG)</a:t>
            </a:r>
          </a:p>
          <a:p>
            <a:pPr marL="355600" lvl="1" indent="-177800" algn="just">
              <a:lnSpc>
                <a:spcPts val="1000"/>
              </a:lnSpc>
              <a:buFont typeface="Tw Cen MT" panose="020B0602020104020603" pitchFamily="34" charset="0"/>
              <a:buChar char="–"/>
              <a:defRPr/>
            </a:pPr>
            <a:r>
              <a:rPr lang="nn-NO" sz="1100">
                <a:solidFill>
                  <a:schemeClr val="tx1"/>
                </a:solidFill>
              </a:rPr>
              <a:t>Pembangunan infrastruktur pipa gas </a:t>
            </a:r>
          </a:p>
          <a:p>
            <a:pPr marL="355600" lvl="1" indent="-177800" algn="just">
              <a:lnSpc>
                <a:spcPts val="1000"/>
              </a:lnSpc>
              <a:buFont typeface="Tw Cen MT" panose="020B0602020104020603" pitchFamily="34" charset="0"/>
              <a:buChar char="–"/>
              <a:defRPr/>
            </a:pPr>
            <a:r>
              <a:rPr lang="en-US" sz="1100">
                <a:solidFill>
                  <a:schemeClr val="tx1"/>
                </a:solidFill>
              </a:rPr>
              <a:t>Pembangunan </a:t>
            </a:r>
            <a:r>
              <a:rPr lang="en-US" sz="1100" err="1">
                <a:solidFill>
                  <a:schemeClr val="tx1"/>
                </a:solidFill>
              </a:rPr>
              <a:t>fasilitas</a:t>
            </a:r>
            <a:r>
              <a:rPr lang="en-US" sz="1100">
                <a:solidFill>
                  <a:schemeClr val="tx1"/>
                </a:solidFill>
              </a:rPr>
              <a:t> </a:t>
            </a:r>
            <a:r>
              <a:rPr lang="en-US" sz="1100" err="1">
                <a:solidFill>
                  <a:schemeClr val="tx1"/>
                </a:solidFill>
              </a:rPr>
              <a:t>regasifikasi</a:t>
            </a:r>
            <a:r>
              <a:rPr lang="en-US" sz="1100">
                <a:solidFill>
                  <a:schemeClr val="tx1"/>
                </a:solidFill>
              </a:rPr>
              <a:t> LNG </a:t>
            </a:r>
          </a:p>
          <a:p>
            <a:pPr algn="just">
              <a:lnSpc>
                <a:spcPts val="1000"/>
              </a:lnSpc>
              <a:buSzPct val="80000"/>
              <a:defRPr/>
            </a:pPr>
            <a:r>
              <a:rPr lang="en-US" sz="1100" b="1">
                <a:solidFill>
                  <a:schemeClr val="tx1"/>
                </a:solidFill>
              </a:rPr>
              <a:t>LNG</a:t>
            </a:r>
          </a:p>
          <a:p>
            <a:pPr marL="171450" lvl="0" indent="-171450" algn="just">
              <a:lnSpc>
                <a:spcPts val="1000"/>
              </a:lnSpc>
              <a:buFont typeface="Arial" panose="020B0604020202020204" pitchFamily="34" charset="0"/>
              <a:buChar char="•"/>
              <a:defRPr/>
            </a:pPr>
            <a:r>
              <a:rPr lang="en-US" sz="1100">
                <a:solidFill>
                  <a:schemeClr val="tx1"/>
                </a:solidFill>
              </a:rPr>
              <a:t>Pengembangan </a:t>
            </a:r>
            <a:r>
              <a:rPr lang="en-US" sz="1100" b="1">
                <a:solidFill>
                  <a:schemeClr val="tx1"/>
                </a:solidFill>
              </a:rPr>
              <a:t>pasar gas/LNG </a:t>
            </a:r>
            <a:r>
              <a:rPr lang="en-US" sz="1100" err="1">
                <a:solidFill>
                  <a:schemeClr val="tx1"/>
                </a:solidFill>
              </a:rPr>
              <a:t>baru</a:t>
            </a:r>
            <a:r>
              <a:rPr lang="en-US" sz="1100">
                <a:solidFill>
                  <a:schemeClr val="tx1"/>
                </a:solidFill>
              </a:rPr>
              <a:t>, </a:t>
            </a:r>
            <a:r>
              <a:rPr lang="en-US" sz="1100" err="1">
                <a:solidFill>
                  <a:schemeClr val="tx1"/>
                </a:solidFill>
              </a:rPr>
              <a:t>melalui</a:t>
            </a:r>
            <a:r>
              <a:rPr lang="en-US" sz="1100">
                <a:solidFill>
                  <a:schemeClr val="tx1"/>
                </a:solidFill>
              </a:rPr>
              <a:t> </a:t>
            </a:r>
            <a:r>
              <a:rPr lang="en-US" sz="1100" err="1">
                <a:solidFill>
                  <a:schemeClr val="tx1"/>
                </a:solidFill>
              </a:rPr>
              <a:t>pengembangan</a:t>
            </a:r>
            <a:r>
              <a:rPr lang="en-US" sz="1100">
                <a:solidFill>
                  <a:schemeClr val="tx1"/>
                </a:solidFill>
              </a:rPr>
              <a:t> </a:t>
            </a:r>
            <a:r>
              <a:rPr lang="en-US" sz="1100" err="1">
                <a:solidFill>
                  <a:schemeClr val="tx1"/>
                </a:solidFill>
              </a:rPr>
              <a:t>bisnis</a:t>
            </a:r>
            <a:r>
              <a:rPr lang="en-US" sz="1100">
                <a:solidFill>
                  <a:schemeClr val="tx1"/>
                </a:solidFill>
              </a:rPr>
              <a:t> </a:t>
            </a:r>
            <a:r>
              <a:rPr lang="en-US" sz="1100" err="1">
                <a:solidFill>
                  <a:schemeClr val="tx1"/>
                </a:solidFill>
              </a:rPr>
              <a:t>internasional</a:t>
            </a:r>
            <a:endParaRPr lang="en-US" sz="1100">
              <a:solidFill>
                <a:schemeClr val="tx1"/>
              </a:solidFill>
            </a:endParaRPr>
          </a:p>
          <a:p>
            <a:pPr marL="171450" lvl="0" indent="-171450" algn="just">
              <a:lnSpc>
                <a:spcPts val="1000"/>
              </a:lnSpc>
              <a:buFont typeface="Arial" panose="020B0604020202020204" pitchFamily="34" charset="0"/>
              <a:buChar char="•"/>
              <a:defRPr/>
            </a:pPr>
            <a:r>
              <a:rPr lang="en-US" sz="1100">
                <a:solidFill>
                  <a:schemeClr val="tx1"/>
                </a:solidFill>
              </a:rPr>
              <a:t>Pembangunan </a:t>
            </a:r>
            <a:r>
              <a:rPr lang="en-US" sz="1100" err="1">
                <a:solidFill>
                  <a:schemeClr val="tx1"/>
                </a:solidFill>
              </a:rPr>
              <a:t>fasilitas</a:t>
            </a:r>
            <a:r>
              <a:rPr lang="en-US" sz="1100">
                <a:solidFill>
                  <a:schemeClr val="tx1"/>
                </a:solidFill>
              </a:rPr>
              <a:t> </a:t>
            </a:r>
            <a:r>
              <a:rPr lang="en-US" sz="1100" err="1">
                <a:solidFill>
                  <a:schemeClr val="tx1"/>
                </a:solidFill>
              </a:rPr>
              <a:t>regasifikasi</a:t>
            </a:r>
            <a:r>
              <a:rPr lang="en-US" sz="1100">
                <a:solidFill>
                  <a:schemeClr val="tx1"/>
                </a:solidFill>
              </a:rPr>
              <a:t> LNG</a:t>
            </a:r>
          </a:p>
          <a:p>
            <a:pPr lvl="0" algn="just">
              <a:lnSpc>
                <a:spcPts val="1000"/>
              </a:lnSpc>
              <a:defRPr/>
            </a:pPr>
            <a:endParaRPr lang="en-US" sz="1100" b="1">
              <a:solidFill>
                <a:schemeClr val="tx1"/>
              </a:solidFill>
            </a:endParaRPr>
          </a:p>
          <a:p>
            <a:pPr lvl="0">
              <a:defRPr/>
            </a:pPr>
            <a:r>
              <a:rPr lang="en-US" sz="1100" b="1">
                <a:solidFill>
                  <a:srgbClr val="000000"/>
                </a:solidFill>
              </a:rPr>
              <a:t>ENABLERS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sz="1100" i="1">
                <a:solidFill>
                  <a:srgbClr val="000000"/>
                </a:solidFill>
              </a:rPr>
              <a:t>Partnership</a:t>
            </a:r>
            <a:r>
              <a:rPr lang="en-US" sz="1100">
                <a:solidFill>
                  <a:srgbClr val="000000"/>
                </a:solidFill>
              </a:rPr>
              <a:t> </a:t>
            </a:r>
            <a:r>
              <a:rPr lang="en-US" sz="1100" err="1">
                <a:solidFill>
                  <a:srgbClr val="000000"/>
                </a:solidFill>
              </a:rPr>
              <a:t>dengan</a:t>
            </a:r>
            <a:r>
              <a:rPr lang="en-US" sz="1100">
                <a:solidFill>
                  <a:srgbClr val="000000"/>
                </a:solidFill>
              </a:rPr>
              <a:t> Business Line Hulu PT ABC Energy </a:t>
            </a:r>
            <a:r>
              <a:rPr lang="en-US" sz="1100" err="1">
                <a:solidFill>
                  <a:srgbClr val="000000"/>
                </a:solidFill>
              </a:rPr>
              <a:t>atau</a:t>
            </a:r>
            <a:r>
              <a:rPr lang="en-US" sz="1100">
                <a:solidFill>
                  <a:srgbClr val="000000"/>
                </a:solidFill>
              </a:rPr>
              <a:t> </a:t>
            </a:r>
            <a:r>
              <a:rPr lang="en-US" sz="1100" err="1">
                <a:solidFill>
                  <a:srgbClr val="000000"/>
                </a:solidFill>
              </a:rPr>
              <a:t>perusuhaan</a:t>
            </a:r>
            <a:r>
              <a:rPr lang="en-US" sz="1100">
                <a:solidFill>
                  <a:srgbClr val="000000"/>
                </a:solidFill>
              </a:rPr>
              <a:t> Hulu lain </a:t>
            </a:r>
            <a:r>
              <a:rPr lang="en-US" sz="1100" err="1">
                <a:solidFill>
                  <a:srgbClr val="000000"/>
                </a:solidFill>
              </a:rPr>
              <a:t>untuk</a:t>
            </a:r>
            <a:r>
              <a:rPr lang="en-US" sz="1100">
                <a:solidFill>
                  <a:srgbClr val="000000"/>
                </a:solidFill>
              </a:rPr>
              <a:t> </a:t>
            </a:r>
            <a:r>
              <a:rPr lang="en-US" sz="1100" err="1">
                <a:solidFill>
                  <a:srgbClr val="000000"/>
                </a:solidFill>
              </a:rPr>
              <a:t>penyerapan</a:t>
            </a:r>
            <a:r>
              <a:rPr lang="en-US" sz="1100">
                <a:solidFill>
                  <a:srgbClr val="000000"/>
                </a:solidFill>
              </a:rPr>
              <a:t> gas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endParaRPr lang="en-US" sz="850">
              <a:solidFill>
                <a:srgbClr val="0070C0"/>
              </a:solidFill>
            </a:endParaRPr>
          </a:p>
          <a:p>
            <a:pPr marL="171450" indent="-171450" algn="just">
              <a:lnSpc>
                <a:spcPts val="1000"/>
              </a:lnSpc>
              <a:buSzPct val="80000"/>
              <a:buFont typeface="Arial" panose="020B0604020202020204" pitchFamily="34" charset="0"/>
              <a:buChar char="•"/>
              <a:defRPr/>
            </a:pPr>
            <a:endParaRPr lang="en-US" sz="850">
              <a:solidFill>
                <a:schemeClr val="tx1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775DE17-2AFE-FA88-E465-2819EC144E8C}"/>
              </a:ext>
            </a:extLst>
          </p:cNvPr>
          <p:cNvSpPr txBox="1"/>
          <p:nvPr/>
        </p:nvSpPr>
        <p:spPr>
          <a:xfrm>
            <a:off x="6138863" y="1617790"/>
            <a:ext cx="2903538" cy="3714750"/>
          </a:xfrm>
          <a:prstGeom prst="rect">
            <a:avLst/>
          </a:prstGeom>
          <a:noFill/>
          <a:ln w="9525" cap="rnd">
            <a:noFill/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>
              <a:defRPr/>
            </a:pPr>
            <a:r>
              <a:rPr lang="en-US" sz="1100" b="1">
                <a:solidFill>
                  <a:srgbClr val="000000"/>
                </a:solidFill>
              </a:rPr>
              <a:t>PEMASARAN</a:t>
            </a:r>
          </a:p>
          <a:p>
            <a:pPr marL="171450" lvl="0" indent="-171450">
              <a:buFont typeface="Arial" panose="020B0604020202020204" pitchFamily="34" charset="0"/>
              <a:buChar char="•"/>
              <a:defRPr/>
            </a:pPr>
            <a:r>
              <a:rPr lang="en-US" sz="1100" err="1">
                <a:solidFill>
                  <a:srgbClr val="000000"/>
                </a:solidFill>
              </a:rPr>
              <a:t>Peningkatan</a:t>
            </a:r>
            <a:r>
              <a:rPr lang="en-US" sz="1100">
                <a:solidFill>
                  <a:srgbClr val="000000"/>
                </a:solidFill>
              </a:rPr>
              <a:t> </a:t>
            </a:r>
            <a:r>
              <a:rPr lang="en-US" sz="1100" err="1">
                <a:solidFill>
                  <a:srgbClr val="000000"/>
                </a:solidFill>
              </a:rPr>
              <a:t>kualitas</a:t>
            </a:r>
            <a:r>
              <a:rPr lang="en-US" sz="1100">
                <a:solidFill>
                  <a:srgbClr val="000000"/>
                </a:solidFill>
              </a:rPr>
              <a:t> </a:t>
            </a:r>
            <a:r>
              <a:rPr lang="en-US" sz="1100" err="1">
                <a:solidFill>
                  <a:srgbClr val="000000"/>
                </a:solidFill>
              </a:rPr>
              <a:t>produk</a:t>
            </a:r>
            <a:r>
              <a:rPr lang="en-US" sz="1100">
                <a:solidFill>
                  <a:srgbClr val="000000"/>
                </a:solidFill>
              </a:rPr>
              <a:t> dan </a:t>
            </a:r>
            <a:r>
              <a:rPr lang="en-US" sz="1100" err="1">
                <a:solidFill>
                  <a:srgbClr val="000000"/>
                </a:solidFill>
              </a:rPr>
              <a:t>layanan</a:t>
            </a:r>
            <a:r>
              <a:rPr lang="en-US" sz="1100">
                <a:solidFill>
                  <a:srgbClr val="000000"/>
                </a:solidFill>
              </a:rPr>
              <a:t>, </a:t>
            </a:r>
            <a:r>
              <a:rPr lang="en-US" sz="1100" err="1">
                <a:solidFill>
                  <a:srgbClr val="000000"/>
                </a:solidFill>
              </a:rPr>
              <a:t>implementasi</a:t>
            </a:r>
            <a:r>
              <a:rPr lang="en-US" sz="1100">
                <a:solidFill>
                  <a:srgbClr val="000000"/>
                </a:solidFill>
              </a:rPr>
              <a:t> </a:t>
            </a:r>
            <a:r>
              <a:rPr lang="en-US" sz="1100" err="1">
                <a:solidFill>
                  <a:srgbClr val="000000"/>
                </a:solidFill>
              </a:rPr>
              <a:t>digitalisasi</a:t>
            </a:r>
            <a:r>
              <a:rPr lang="en-US" sz="1100">
                <a:solidFill>
                  <a:srgbClr val="000000"/>
                </a:solidFill>
              </a:rPr>
              <a:t>, dan </a:t>
            </a:r>
            <a:r>
              <a:rPr lang="en-US" sz="1100" err="1">
                <a:solidFill>
                  <a:srgbClr val="000000"/>
                </a:solidFill>
              </a:rPr>
              <a:t>pengembangan</a:t>
            </a:r>
            <a:r>
              <a:rPr lang="en-US" sz="1100">
                <a:solidFill>
                  <a:srgbClr val="000000"/>
                </a:solidFill>
              </a:rPr>
              <a:t> app </a:t>
            </a:r>
            <a:r>
              <a:rPr lang="en-US" sz="1100" err="1">
                <a:solidFill>
                  <a:srgbClr val="000000"/>
                </a:solidFill>
              </a:rPr>
              <a:t>untuk</a:t>
            </a:r>
            <a:r>
              <a:rPr lang="en-US" sz="1100">
                <a:solidFill>
                  <a:srgbClr val="000000"/>
                </a:solidFill>
              </a:rPr>
              <a:t> </a:t>
            </a:r>
            <a:r>
              <a:rPr lang="en-US" sz="1100" err="1">
                <a:solidFill>
                  <a:srgbClr val="000000"/>
                </a:solidFill>
              </a:rPr>
              <a:t>penguatan</a:t>
            </a:r>
            <a:r>
              <a:rPr lang="en-US" sz="1100">
                <a:solidFill>
                  <a:srgbClr val="000000"/>
                </a:solidFill>
              </a:rPr>
              <a:t> branding</a:t>
            </a:r>
          </a:p>
          <a:p>
            <a:pPr marL="171450" lvl="0" indent="-171450">
              <a:buFont typeface="Arial" panose="020B0604020202020204" pitchFamily="34" charset="0"/>
              <a:buChar char="•"/>
              <a:defRPr/>
            </a:pPr>
            <a:r>
              <a:rPr lang="en-US" sz="1100" err="1">
                <a:solidFill>
                  <a:srgbClr val="000000"/>
                </a:solidFill>
              </a:rPr>
              <a:t>Ekspansi</a:t>
            </a:r>
            <a:r>
              <a:rPr lang="en-US" sz="1100">
                <a:solidFill>
                  <a:srgbClr val="000000"/>
                </a:solidFill>
              </a:rPr>
              <a:t> </a:t>
            </a:r>
            <a:r>
              <a:rPr lang="en-US" sz="1100" err="1">
                <a:solidFill>
                  <a:srgbClr val="000000"/>
                </a:solidFill>
              </a:rPr>
              <a:t>bisnis</a:t>
            </a:r>
            <a:r>
              <a:rPr lang="en-US" sz="1100">
                <a:solidFill>
                  <a:srgbClr val="000000"/>
                </a:solidFill>
              </a:rPr>
              <a:t> </a:t>
            </a:r>
            <a:r>
              <a:rPr lang="en-US" sz="1100" err="1">
                <a:solidFill>
                  <a:srgbClr val="000000"/>
                </a:solidFill>
              </a:rPr>
              <a:t>aviasi</a:t>
            </a:r>
            <a:r>
              <a:rPr lang="en-US" sz="1100">
                <a:solidFill>
                  <a:srgbClr val="000000"/>
                </a:solidFill>
              </a:rPr>
              <a:t>, bunker, dan trading BBM di pasar </a:t>
            </a:r>
            <a:r>
              <a:rPr lang="en-US" sz="1100" err="1">
                <a:solidFill>
                  <a:srgbClr val="000000"/>
                </a:solidFill>
              </a:rPr>
              <a:t>internasional</a:t>
            </a:r>
            <a:endParaRPr lang="en-US" sz="1100">
              <a:solidFill>
                <a:srgbClr val="000000"/>
              </a:solidFill>
            </a:endParaRPr>
          </a:p>
          <a:p>
            <a:pPr lvl="0">
              <a:defRPr/>
            </a:pPr>
            <a:r>
              <a:rPr lang="en-US" sz="1100" b="1">
                <a:solidFill>
                  <a:srgbClr val="000000"/>
                </a:solidFill>
              </a:rPr>
              <a:t>KILANG</a:t>
            </a:r>
            <a:endParaRPr lang="en-US" sz="1100">
              <a:solidFill>
                <a:srgbClr val="000000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  <a:defRPr/>
            </a:pPr>
            <a:r>
              <a:rPr lang="en-US" sz="1100">
                <a:solidFill>
                  <a:srgbClr val="000000"/>
                </a:solidFill>
                <a:latin typeface="Tw Cen MT" panose="020B0602020104020603" pitchFamily="34" charset="0"/>
              </a:rPr>
              <a:t>Pengembangan Biorefinery</a:t>
            </a:r>
          </a:p>
          <a:p>
            <a:pPr marL="171450" lvl="0" indent="-171450">
              <a:buFont typeface="Arial" panose="020B0604020202020204" pitchFamily="34" charset="0"/>
              <a:buChar char="•"/>
              <a:defRPr/>
            </a:pPr>
            <a:r>
              <a:rPr lang="en-US" sz="1100" err="1">
                <a:solidFill>
                  <a:srgbClr val="000000"/>
                </a:solidFill>
                <a:latin typeface="Tw Cen MT" panose="020B0602020104020603" pitchFamily="34" charset="0"/>
              </a:rPr>
              <a:t>Revitalisasi</a:t>
            </a:r>
            <a:r>
              <a:rPr lang="en-US" sz="1100">
                <a:solidFill>
                  <a:srgbClr val="000000"/>
                </a:solidFill>
                <a:latin typeface="Tw Cen MT" panose="020B0602020104020603" pitchFamily="34" charset="0"/>
              </a:rPr>
              <a:t> asset </a:t>
            </a:r>
            <a:r>
              <a:rPr lang="en-US" sz="1100" err="1">
                <a:solidFill>
                  <a:srgbClr val="000000"/>
                </a:solidFill>
                <a:latin typeface="Tw Cen MT" panose="020B0602020104020603" pitchFamily="34" charset="0"/>
              </a:rPr>
              <a:t>kilang</a:t>
            </a:r>
            <a:endParaRPr lang="en-US" sz="1100">
              <a:solidFill>
                <a:srgbClr val="000000"/>
              </a:solidFill>
              <a:latin typeface="Tw Cen MT" panose="020B0602020104020603" pitchFamily="34" charset="0"/>
            </a:endParaRPr>
          </a:p>
          <a:p>
            <a:pPr lvl="0">
              <a:defRPr/>
            </a:pPr>
            <a:r>
              <a:rPr lang="en-US" sz="1100" b="1">
                <a:solidFill>
                  <a:srgbClr val="000000"/>
                </a:solidFill>
              </a:rPr>
              <a:t>PERKAPALAN &amp; MARITIM</a:t>
            </a:r>
          </a:p>
          <a:p>
            <a:pPr marL="171450" lvl="0" indent="-171450">
              <a:buFont typeface="Arial" panose="020B0604020202020204" pitchFamily="34" charset="0"/>
              <a:buChar char="•"/>
              <a:defRPr/>
            </a:pPr>
            <a:r>
              <a:rPr lang="en-US" sz="1100" b="1" i="1">
                <a:solidFill>
                  <a:srgbClr val="000000"/>
                </a:solidFill>
                <a:latin typeface="Tw Cen MT" panose="020B0602020104020603" pitchFamily="34" charset="0"/>
              </a:rPr>
              <a:t>Captive: </a:t>
            </a:r>
            <a:r>
              <a:rPr lang="en-US" sz="1100" i="1">
                <a:solidFill>
                  <a:srgbClr val="000000"/>
                </a:solidFill>
                <a:latin typeface="Tw Cen MT" panose="020B0602020104020603" pitchFamily="34" charset="0"/>
              </a:rPr>
              <a:t>Operational Excellence &amp; Cost Effectiveness, </a:t>
            </a:r>
            <a:r>
              <a:rPr lang="en-US" sz="1100" err="1">
                <a:solidFill>
                  <a:srgbClr val="000000"/>
                </a:solidFill>
                <a:latin typeface="Tw Cen MT" panose="020B0602020104020603" pitchFamily="34" charset="0"/>
              </a:rPr>
              <a:t>Pemenuhan</a:t>
            </a:r>
            <a:r>
              <a:rPr lang="en-US" sz="1100">
                <a:solidFill>
                  <a:srgbClr val="000000"/>
                </a:solidFill>
                <a:latin typeface="Tw Cen MT" panose="020B0602020104020603" pitchFamily="34" charset="0"/>
              </a:rPr>
              <a:t> </a:t>
            </a:r>
            <a:r>
              <a:rPr lang="en-US" sz="1100" err="1">
                <a:solidFill>
                  <a:srgbClr val="000000"/>
                </a:solidFill>
                <a:latin typeface="Tw Cen MT" panose="020B0602020104020603" pitchFamily="34" charset="0"/>
              </a:rPr>
              <a:t>kapasitas</a:t>
            </a:r>
            <a:r>
              <a:rPr lang="en-US" sz="1100">
                <a:solidFill>
                  <a:srgbClr val="000000"/>
                </a:solidFill>
                <a:latin typeface="Tw Cen MT" panose="020B0602020104020603" pitchFamily="34" charset="0"/>
              </a:rPr>
              <a:t> </a:t>
            </a:r>
            <a:r>
              <a:rPr lang="en-US" sz="1100" err="1">
                <a:solidFill>
                  <a:srgbClr val="000000"/>
                </a:solidFill>
                <a:latin typeface="Tw Cen MT" panose="020B0602020104020603" pitchFamily="34" charset="0"/>
              </a:rPr>
              <a:t>angkut</a:t>
            </a:r>
            <a:r>
              <a:rPr lang="en-US" sz="1100">
                <a:solidFill>
                  <a:srgbClr val="000000"/>
                </a:solidFill>
                <a:latin typeface="Tw Cen MT" panose="020B0602020104020603" pitchFamily="34" charset="0"/>
              </a:rPr>
              <a:t> (</a:t>
            </a:r>
            <a:r>
              <a:rPr lang="en-US" sz="1100" err="1">
                <a:solidFill>
                  <a:srgbClr val="000000"/>
                </a:solidFill>
                <a:latin typeface="Tw Cen MT" panose="020B0602020104020603" pitchFamily="34" charset="0"/>
              </a:rPr>
              <a:t>peremajaan</a:t>
            </a:r>
            <a:r>
              <a:rPr lang="en-US" sz="1100">
                <a:solidFill>
                  <a:srgbClr val="000000"/>
                </a:solidFill>
                <a:latin typeface="Tw Cen MT" panose="020B0602020104020603" pitchFamily="34" charset="0"/>
              </a:rPr>
              <a:t> </a:t>
            </a:r>
            <a:r>
              <a:rPr lang="en-US" sz="1100" err="1">
                <a:solidFill>
                  <a:srgbClr val="000000"/>
                </a:solidFill>
                <a:latin typeface="Tw Cen MT" panose="020B0602020104020603" pitchFamily="34" charset="0"/>
              </a:rPr>
              <a:t>kapal</a:t>
            </a:r>
            <a:r>
              <a:rPr lang="en-US" sz="1100">
                <a:solidFill>
                  <a:srgbClr val="000000"/>
                </a:solidFill>
                <a:latin typeface="Tw Cen MT" panose="020B0602020104020603" pitchFamily="34" charset="0"/>
              </a:rPr>
              <a:t> </a:t>
            </a:r>
            <a:r>
              <a:rPr lang="en-US" sz="1100" err="1">
                <a:solidFill>
                  <a:srgbClr val="000000"/>
                </a:solidFill>
                <a:latin typeface="Tw Cen MT" panose="020B0602020104020603" pitchFamily="34" charset="0"/>
              </a:rPr>
              <a:t>milik</a:t>
            </a:r>
            <a:r>
              <a:rPr lang="en-US" sz="1100">
                <a:solidFill>
                  <a:srgbClr val="000000"/>
                </a:solidFill>
                <a:latin typeface="Tw Cen MT" panose="020B0602020104020603" pitchFamily="34" charset="0"/>
              </a:rPr>
              <a:t> dan/</a:t>
            </a:r>
            <a:r>
              <a:rPr lang="en-US" sz="1100" err="1">
                <a:solidFill>
                  <a:srgbClr val="000000"/>
                </a:solidFill>
                <a:latin typeface="Tw Cen MT" panose="020B0602020104020603" pitchFamily="34" charset="0"/>
              </a:rPr>
              <a:t>atau</a:t>
            </a:r>
            <a:r>
              <a:rPr lang="en-US" sz="1100">
                <a:solidFill>
                  <a:srgbClr val="000000"/>
                </a:solidFill>
                <a:latin typeface="Tw Cen MT" panose="020B0602020104020603" pitchFamily="34" charset="0"/>
              </a:rPr>
              <a:t> </a:t>
            </a:r>
            <a:r>
              <a:rPr lang="en-US" sz="1100" err="1">
                <a:solidFill>
                  <a:srgbClr val="000000"/>
                </a:solidFill>
                <a:latin typeface="Tw Cen MT" panose="020B0602020104020603" pitchFamily="34" charset="0"/>
              </a:rPr>
              <a:t>potensi</a:t>
            </a:r>
            <a:r>
              <a:rPr lang="en-US" sz="1100">
                <a:solidFill>
                  <a:srgbClr val="000000"/>
                </a:solidFill>
                <a:latin typeface="Tw Cen MT" panose="020B0602020104020603" pitchFamily="34" charset="0"/>
              </a:rPr>
              <a:t> </a:t>
            </a:r>
            <a:r>
              <a:rPr lang="en-US" sz="1100" err="1">
                <a:solidFill>
                  <a:srgbClr val="000000"/>
                </a:solidFill>
                <a:latin typeface="Tw Cen MT" panose="020B0602020104020603" pitchFamily="34" charset="0"/>
              </a:rPr>
              <a:t>penambahan</a:t>
            </a:r>
            <a:r>
              <a:rPr lang="en-US" sz="1100">
                <a:solidFill>
                  <a:srgbClr val="000000"/>
                </a:solidFill>
                <a:latin typeface="Tw Cen MT" panose="020B0602020104020603" pitchFamily="34" charset="0"/>
              </a:rPr>
              <a:t> </a:t>
            </a:r>
            <a:r>
              <a:rPr lang="en-US" sz="1100" err="1">
                <a:solidFill>
                  <a:srgbClr val="000000"/>
                </a:solidFill>
                <a:latin typeface="Tw Cen MT" panose="020B0602020104020603" pitchFamily="34" charset="0"/>
              </a:rPr>
              <a:t>kapal</a:t>
            </a:r>
            <a:r>
              <a:rPr lang="en-US" sz="1100">
                <a:solidFill>
                  <a:srgbClr val="000000"/>
                </a:solidFill>
                <a:latin typeface="Tw Cen MT" panose="020B0602020104020603" pitchFamily="34" charset="0"/>
              </a:rPr>
              <a:t>), dan </a:t>
            </a:r>
            <a:r>
              <a:rPr lang="en-US" sz="1100" err="1">
                <a:solidFill>
                  <a:srgbClr val="000000"/>
                </a:solidFill>
                <a:latin typeface="Tw Cen MT" panose="020B0602020104020603" pitchFamily="34" charset="0"/>
              </a:rPr>
              <a:t>bisnis</a:t>
            </a:r>
            <a:r>
              <a:rPr lang="en-US" sz="1100">
                <a:solidFill>
                  <a:srgbClr val="000000"/>
                </a:solidFill>
                <a:latin typeface="Tw Cen MT" panose="020B0602020104020603" pitchFamily="34" charset="0"/>
              </a:rPr>
              <a:t> terminal operation.</a:t>
            </a:r>
          </a:p>
          <a:p>
            <a:pPr marL="171450" lvl="0" indent="-171450">
              <a:buFont typeface="Arial" panose="020B0604020202020204" pitchFamily="34" charset="0"/>
              <a:buChar char="•"/>
              <a:defRPr/>
            </a:pPr>
            <a:r>
              <a:rPr lang="en-US" sz="1100" b="1" i="1">
                <a:solidFill>
                  <a:srgbClr val="000000"/>
                </a:solidFill>
                <a:latin typeface="Tw Cen MT" panose="020B0602020104020603" pitchFamily="34" charset="0"/>
              </a:rPr>
              <a:t>Non-Captive: </a:t>
            </a:r>
            <a:r>
              <a:rPr lang="en-US" sz="1100" err="1">
                <a:solidFill>
                  <a:srgbClr val="000000"/>
                </a:solidFill>
                <a:latin typeface="Tw Cen MT" panose="020B0602020104020603" pitchFamily="34" charset="0"/>
              </a:rPr>
              <a:t>Perluasan</a:t>
            </a:r>
            <a:r>
              <a:rPr lang="en-US" sz="1100">
                <a:solidFill>
                  <a:srgbClr val="000000"/>
                </a:solidFill>
                <a:latin typeface="Tw Cen MT" panose="020B0602020104020603" pitchFamily="34" charset="0"/>
              </a:rPr>
              <a:t> pasar di Kawasan Internasional, </a:t>
            </a:r>
            <a:r>
              <a:rPr lang="en-US" sz="1100" err="1">
                <a:solidFill>
                  <a:srgbClr val="000000"/>
                </a:solidFill>
                <a:latin typeface="Tw Cen MT" panose="020B0602020104020603" pitchFamily="34" charset="0"/>
              </a:rPr>
              <a:t>serta</a:t>
            </a:r>
            <a:r>
              <a:rPr lang="en-US" sz="1100">
                <a:solidFill>
                  <a:srgbClr val="000000"/>
                </a:solidFill>
                <a:latin typeface="Tw Cen MT" panose="020B0602020104020603" pitchFamily="34" charset="0"/>
              </a:rPr>
              <a:t> </a:t>
            </a:r>
            <a:r>
              <a:rPr lang="en-US" sz="1100" err="1">
                <a:solidFill>
                  <a:srgbClr val="000000"/>
                </a:solidFill>
                <a:latin typeface="Tw Cen MT" panose="020B0602020104020603" pitchFamily="34" charset="0"/>
              </a:rPr>
              <a:t>penetrasi</a:t>
            </a:r>
            <a:r>
              <a:rPr lang="en-US" sz="1100">
                <a:solidFill>
                  <a:srgbClr val="000000"/>
                </a:solidFill>
                <a:latin typeface="Tw Cen MT" panose="020B0602020104020603" pitchFamily="34" charset="0"/>
              </a:rPr>
              <a:t> </a:t>
            </a:r>
            <a:r>
              <a:rPr lang="en-US" sz="1100" err="1">
                <a:solidFill>
                  <a:srgbClr val="000000"/>
                </a:solidFill>
                <a:latin typeface="Tw Cen MT" panose="020B0602020104020603" pitchFamily="34" charset="0"/>
              </a:rPr>
              <a:t>bisnis</a:t>
            </a:r>
            <a:r>
              <a:rPr lang="en-US" sz="1100">
                <a:solidFill>
                  <a:srgbClr val="000000"/>
                </a:solidFill>
                <a:latin typeface="Tw Cen MT" panose="020B0602020104020603" pitchFamily="34" charset="0"/>
              </a:rPr>
              <a:t> </a:t>
            </a:r>
            <a:r>
              <a:rPr lang="en-US" sz="1100" err="1">
                <a:solidFill>
                  <a:srgbClr val="000000"/>
                </a:solidFill>
                <a:latin typeface="Tw Cen MT" panose="020B0602020104020603" pitchFamily="34" charset="0"/>
              </a:rPr>
              <a:t>kargo</a:t>
            </a:r>
            <a:r>
              <a:rPr lang="en-US" sz="1100">
                <a:solidFill>
                  <a:srgbClr val="000000"/>
                </a:solidFill>
                <a:latin typeface="Tw Cen MT" panose="020B0602020104020603" pitchFamily="34" charset="0"/>
              </a:rPr>
              <a:t> </a:t>
            </a:r>
            <a:r>
              <a:rPr lang="en-US" sz="1100" err="1">
                <a:solidFill>
                  <a:srgbClr val="000000"/>
                </a:solidFill>
                <a:latin typeface="Tw Cen MT" panose="020B0602020104020603" pitchFamily="34" charset="0"/>
              </a:rPr>
              <a:t>baru</a:t>
            </a:r>
            <a:endParaRPr lang="en-US" sz="1100" i="1">
              <a:solidFill>
                <a:srgbClr val="000000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ED9A577-30BC-F9DB-C6D5-040F4676856D}"/>
              </a:ext>
            </a:extLst>
          </p:cNvPr>
          <p:cNvSpPr txBox="1"/>
          <p:nvPr/>
        </p:nvSpPr>
        <p:spPr>
          <a:xfrm>
            <a:off x="9040812" y="1617027"/>
            <a:ext cx="2903538" cy="3715607"/>
          </a:xfrm>
          <a:prstGeom prst="rect">
            <a:avLst/>
          </a:prstGeom>
          <a:noFill/>
          <a:ln w="9525" cap="rnd">
            <a:noFill/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71450" lvl="0" indent="-171450" algn="just">
              <a:buFont typeface="Arial" panose="020B0604020202020204" pitchFamily="34" charset="0"/>
              <a:buChar char="•"/>
              <a:defRPr/>
            </a:pPr>
            <a:r>
              <a:rPr lang="en-US" sz="1100" dirty="0" err="1">
                <a:solidFill>
                  <a:schemeClr val="tx1"/>
                </a:solidFill>
                <a:cs typeface="Arial"/>
              </a:rPr>
              <a:t>Pengembangan</a:t>
            </a:r>
            <a:r>
              <a:rPr lang="en-US" sz="1100" dirty="0">
                <a:solidFill>
                  <a:schemeClr val="tx1"/>
                </a:solidFill>
                <a:cs typeface="Arial"/>
              </a:rPr>
              <a:t> </a:t>
            </a:r>
            <a:r>
              <a:rPr lang="en-US" sz="1100" dirty="0" err="1">
                <a:solidFill>
                  <a:schemeClr val="tx1"/>
                </a:solidFill>
                <a:cs typeface="Arial"/>
              </a:rPr>
              <a:t>bisnis</a:t>
            </a:r>
            <a:r>
              <a:rPr lang="en-US" sz="1100" dirty="0">
                <a:solidFill>
                  <a:schemeClr val="tx1"/>
                </a:solidFill>
                <a:cs typeface="Arial"/>
              </a:rPr>
              <a:t> </a:t>
            </a:r>
            <a:r>
              <a:rPr lang="en-US" sz="1100" b="1" dirty="0">
                <a:solidFill>
                  <a:schemeClr val="tx1"/>
                </a:solidFill>
                <a:cs typeface="Arial"/>
              </a:rPr>
              <a:t>Geothermal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  <a:defRPr/>
            </a:pPr>
            <a:r>
              <a:rPr lang="en-US" sz="1100" dirty="0" err="1">
                <a:solidFill>
                  <a:schemeClr val="tx1"/>
                </a:solidFill>
              </a:rPr>
              <a:t>Pengembangan</a:t>
            </a:r>
            <a:r>
              <a:rPr lang="en-US" sz="1100" dirty="0">
                <a:solidFill>
                  <a:schemeClr val="tx1"/>
                </a:solidFill>
              </a:rPr>
              <a:t> </a:t>
            </a:r>
            <a:r>
              <a:rPr lang="en-US" sz="1100" dirty="0" err="1">
                <a:solidFill>
                  <a:schemeClr val="tx1"/>
                </a:solidFill>
              </a:rPr>
              <a:t>bisnis</a:t>
            </a:r>
            <a:r>
              <a:rPr lang="en-US" sz="1100" dirty="0">
                <a:solidFill>
                  <a:schemeClr val="tx1"/>
                </a:solidFill>
              </a:rPr>
              <a:t> </a:t>
            </a:r>
            <a:r>
              <a:rPr lang="en-US" sz="1100" b="1" dirty="0">
                <a:solidFill>
                  <a:schemeClr val="tx1"/>
                </a:solidFill>
              </a:rPr>
              <a:t>Biofuel</a:t>
            </a:r>
            <a:r>
              <a:rPr lang="en-US" sz="1100" dirty="0">
                <a:solidFill>
                  <a:schemeClr val="tx1"/>
                </a:solidFill>
              </a:rPr>
              <a:t> </a:t>
            </a:r>
          </a:p>
          <a:p>
            <a:pPr marL="171450" lvl="1" indent="-171450">
              <a:lnSpc>
                <a:spcPct val="90000"/>
              </a:lnSpc>
              <a:spcBef>
                <a:spcPts val="300"/>
              </a:spcBef>
              <a:buClr>
                <a:srgbClr val="2F5597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s-ES" sz="1100" dirty="0" err="1">
                <a:solidFill>
                  <a:schemeClr val="tx1"/>
                </a:solidFill>
                <a:cs typeface="Arial"/>
              </a:rPr>
              <a:t>Pengembangan</a:t>
            </a:r>
            <a:r>
              <a:rPr lang="es-ES" sz="1100" dirty="0">
                <a:solidFill>
                  <a:schemeClr val="tx1"/>
                </a:solidFill>
                <a:cs typeface="Arial"/>
              </a:rPr>
              <a:t> </a:t>
            </a:r>
            <a:r>
              <a:rPr lang="es-ES" sz="1100" dirty="0" err="1">
                <a:solidFill>
                  <a:schemeClr val="tx1"/>
                </a:solidFill>
                <a:cs typeface="Arial"/>
              </a:rPr>
              <a:t>bisnis</a:t>
            </a:r>
            <a:r>
              <a:rPr lang="es-ES" sz="1100" dirty="0">
                <a:solidFill>
                  <a:schemeClr val="tx1"/>
                </a:solidFill>
                <a:cs typeface="Arial"/>
              </a:rPr>
              <a:t> </a:t>
            </a:r>
            <a:r>
              <a:rPr lang="es-ES" sz="1100" b="1" dirty="0">
                <a:solidFill>
                  <a:schemeClr val="tx1"/>
                </a:solidFill>
                <a:cs typeface="Arial"/>
              </a:rPr>
              <a:t>PLTS dan </a:t>
            </a:r>
            <a:r>
              <a:rPr lang="es-ES" sz="1100" b="1" dirty="0" err="1">
                <a:solidFill>
                  <a:schemeClr val="tx1"/>
                </a:solidFill>
                <a:cs typeface="Arial"/>
              </a:rPr>
              <a:t>PLTSa</a:t>
            </a:r>
            <a:endParaRPr lang="es-ES" sz="1100" b="1" dirty="0">
              <a:solidFill>
                <a:schemeClr val="tx1"/>
              </a:solidFill>
              <a:cs typeface="Arial"/>
            </a:endParaRPr>
          </a:p>
          <a:p>
            <a:pPr marL="171450" lvl="0" indent="-171450" algn="just">
              <a:buFont typeface="Arial" panose="020B0604020202020204" pitchFamily="34" charset="0"/>
              <a:buChar char="•"/>
              <a:defRPr/>
            </a:pPr>
            <a:r>
              <a:rPr lang="en-US" sz="1100" dirty="0" err="1">
                <a:solidFill>
                  <a:schemeClr val="tx1"/>
                </a:solidFill>
              </a:rPr>
              <a:t>Pengembangan</a:t>
            </a:r>
            <a:r>
              <a:rPr lang="en-US" sz="1100" b="1" dirty="0">
                <a:solidFill>
                  <a:schemeClr val="tx1"/>
                </a:solidFill>
              </a:rPr>
              <a:t> </a:t>
            </a:r>
            <a:r>
              <a:rPr lang="en-US" sz="1100" dirty="0" err="1">
                <a:solidFill>
                  <a:schemeClr val="tx1"/>
                </a:solidFill>
              </a:rPr>
              <a:t>bisnis</a:t>
            </a:r>
            <a:r>
              <a:rPr lang="en-US" sz="1100" b="1" dirty="0">
                <a:solidFill>
                  <a:schemeClr val="tx1"/>
                </a:solidFill>
              </a:rPr>
              <a:t> Battery Ecosystem</a:t>
            </a:r>
            <a:endParaRPr lang="en-US" sz="1100" dirty="0">
              <a:solidFill>
                <a:schemeClr val="tx1"/>
              </a:solidFill>
            </a:endParaRPr>
          </a:p>
          <a:p>
            <a:pPr marL="171450" lvl="0" indent="-171450" algn="just">
              <a:buFont typeface="Arial" panose="020B0604020202020204" pitchFamily="34" charset="0"/>
              <a:buChar char="•"/>
              <a:defRPr/>
            </a:pPr>
            <a:r>
              <a:rPr lang="en-US" sz="1100" dirty="0" err="1">
                <a:solidFill>
                  <a:schemeClr val="tx1"/>
                </a:solidFill>
              </a:rPr>
              <a:t>Pengembangan</a:t>
            </a:r>
            <a:r>
              <a:rPr lang="en-US" sz="1100" b="1" dirty="0">
                <a:solidFill>
                  <a:schemeClr val="tx1"/>
                </a:solidFill>
              </a:rPr>
              <a:t> </a:t>
            </a:r>
            <a:r>
              <a:rPr lang="en-US" sz="1100" dirty="0" err="1">
                <a:solidFill>
                  <a:schemeClr val="tx1"/>
                </a:solidFill>
              </a:rPr>
              <a:t>bisnis</a:t>
            </a:r>
            <a:r>
              <a:rPr lang="en-US" sz="1100" b="1" dirty="0">
                <a:solidFill>
                  <a:schemeClr val="tx1"/>
                </a:solidFill>
              </a:rPr>
              <a:t> Carbon Credit</a:t>
            </a:r>
            <a:endParaRPr lang="en-US" sz="1100" dirty="0">
              <a:solidFill>
                <a:schemeClr val="tx1"/>
              </a:solidFill>
            </a:endParaRPr>
          </a:p>
          <a:p>
            <a:pPr marL="171450" lvl="0" indent="-171450" algn="just">
              <a:buFont typeface="Arial" panose="020B0604020202020204" pitchFamily="34" charset="0"/>
              <a:buChar char="•"/>
              <a:defRPr/>
            </a:pPr>
            <a:r>
              <a:rPr lang="en-US" sz="1100" dirty="0">
                <a:solidFill>
                  <a:schemeClr val="tx1"/>
                </a:solidFill>
              </a:rPr>
              <a:t>Future Business Development: </a:t>
            </a:r>
          </a:p>
          <a:p>
            <a:pPr marL="450850" lvl="1" indent="-184150" algn="just">
              <a:buFont typeface="Tw Cen MT" panose="020B0602020104020603" pitchFamily="34" charset="0"/>
              <a:buChar char="–"/>
              <a:defRPr/>
            </a:pPr>
            <a:r>
              <a:rPr lang="en-US" sz="1100" dirty="0">
                <a:solidFill>
                  <a:schemeClr val="tx1"/>
                </a:solidFill>
              </a:rPr>
              <a:t>Hydrogen </a:t>
            </a:r>
          </a:p>
          <a:p>
            <a:pPr marL="450850" lvl="1" indent="-184150" algn="just">
              <a:buFont typeface="Tw Cen MT" panose="020B0602020104020603" pitchFamily="34" charset="0"/>
              <a:buChar char="–"/>
              <a:defRPr/>
            </a:pPr>
            <a:r>
              <a:rPr lang="en-US" sz="1100" dirty="0">
                <a:solidFill>
                  <a:schemeClr val="tx1"/>
                </a:solidFill>
              </a:rPr>
              <a:t>CCS</a:t>
            </a:r>
          </a:p>
          <a:p>
            <a:pPr marL="450850" lvl="1" indent="-184150" algn="just">
              <a:buFont typeface="Tw Cen MT" panose="020B0602020104020603" pitchFamily="34" charset="0"/>
              <a:buChar char="–"/>
              <a:defRPr/>
            </a:pPr>
            <a:r>
              <a:rPr lang="en-US" sz="1100" dirty="0" err="1">
                <a:solidFill>
                  <a:schemeClr val="tx1"/>
                </a:solidFill>
              </a:rPr>
              <a:t>Pengembangan</a:t>
            </a:r>
            <a:r>
              <a:rPr lang="en-US" sz="1100" dirty="0">
                <a:solidFill>
                  <a:schemeClr val="tx1"/>
                </a:solidFill>
              </a:rPr>
              <a:t> </a:t>
            </a:r>
            <a:r>
              <a:rPr lang="en-US" sz="1100" dirty="0" err="1">
                <a:solidFill>
                  <a:schemeClr val="tx1"/>
                </a:solidFill>
              </a:rPr>
              <a:t>pembangkit</a:t>
            </a:r>
            <a:r>
              <a:rPr lang="en-US" sz="1100" dirty="0">
                <a:solidFill>
                  <a:schemeClr val="tx1"/>
                </a:solidFill>
              </a:rPr>
              <a:t> </a:t>
            </a:r>
            <a:r>
              <a:rPr lang="en-US" sz="1100" dirty="0" err="1">
                <a:solidFill>
                  <a:schemeClr val="tx1"/>
                </a:solidFill>
              </a:rPr>
              <a:t>energi</a:t>
            </a:r>
            <a:r>
              <a:rPr lang="en-US" sz="1100" dirty="0">
                <a:solidFill>
                  <a:schemeClr val="tx1"/>
                </a:solidFill>
              </a:rPr>
              <a:t> </a:t>
            </a:r>
            <a:r>
              <a:rPr lang="en-US" sz="1100" dirty="0" err="1">
                <a:solidFill>
                  <a:schemeClr val="tx1"/>
                </a:solidFill>
              </a:rPr>
              <a:t>baru</a:t>
            </a:r>
            <a:r>
              <a:rPr lang="en-US" sz="1100" dirty="0">
                <a:solidFill>
                  <a:schemeClr val="tx1"/>
                </a:solidFill>
              </a:rPr>
              <a:t> (PLT Tidal dan </a:t>
            </a:r>
            <a:r>
              <a:rPr lang="en-US" sz="1100" dirty="0" err="1">
                <a:solidFill>
                  <a:schemeClr val="tx1"/>
                </a:solidFill>
              </a:rPr>
              <a:t>Nuklir</a:t>
            </a:r>
            <a:r>
              <a:rPr lang="en-US" sz="1100" dirty="0">
                <a:solidFill>
                  <a:schemeClr val="tx1"/>
                </a:solidFill>
              </a:rPr>
              <a:t>)</a:t>
            </a:r>
          </a:p>
          <a:p>
            <a:pPr marL="450850" lvl="1" indent="-184150" algn="just">
              <a:buFont typeface="Tw Cen MT" panose="020B0602020104020603" pitchFamily="34" charset="0"/>
              <a:buChar char="–"/>
              <a:defRPr/>
            </a:pPr>
            <a:r>
              <a:rPr lang="en-US" sz="1100" dirty="0" err="1">
                <a:solidFill>
                  <a:schemeClr val="tx1"/>
                </a:solidFill>
              </a:rPr>
              <a:t>Pengembangan</a:t>
            </a:r>
            <a:r>
              <a:rPr lang="en-US" sz="1100" dirty="0">
                <a:solidFill>
                  <a:schemeClr val="tx1"/>
                </a:solidFill>
              </a:rPr>
              <a:t> </a:t>
            </a:r>
            <a:r>
              <a:rPr lang="en-US" sz="1100" dirty="0" err="1">
                <a:solidFill>
                  <a:schemeClr val="tx1"/>
                </a:solidFill>
              </a:rPr>
              <a:t>transmisi</a:t>
            </a:r>
            <a:endParaRPr lang="en-US" sz="11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4297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cell data - do not delete" hidden="1">
            <a:extLst>
              <a:ext uri="{FF2B5EF4-FFF2-40B4-BE49-F238E27FC236}">
                <a16:creationId xmlns:a16="http://schemas.microsoft.com/office/drawing/2014/main" id="{AC4F92F9-C364-4FA6-91FE-420656A4F319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367025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115" imgW="498" imgH="499" progId="TCLayout.ActiveDocument.1">
                  <p:embed/>
                </p:oleObj>
              </mc:Choice>
              <mc:Fallback>
                <p:oleObj name="thinkcell Slide" r:id="rId115" imgW="498" imgH="499" progId="TCLayout.ActiveDocument.1">
                  <p:embed/>
                  <p:pic>
                    <p:nvPicPr>
                      <p:cNvPr id="4" name="thinkcell data - do not delete" hidden="1">
                        <a:extLst>
                          <a:ext uri="{FF2B5EF4-FFF2-40B4-BE49-F238E27FC236}">
                            <a16:creationId xmlns:a16="http://schemas.microsoft.com/office/drawing/2014/main" id="{AC4F92F9-C364-4FA6-91FE-420656A4F31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9890DFA-F0E3-B62B-2115-ACEE22F3EA9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82E085E-3DE0-5EE4-01F8-04CAB3FDDD45}"/>
              </a:ext>
            </a:extLst>
          </p:cNvPr>
          <p:cNvCxnSpPr>
            <a:cxnSpLocks/>
          </p:cNvCxnSpPr>
          <p:nvPr>
            <p:custDataLst>
              <p:tags r:id="rId2"/>
            </p:custDataLst>
          </p:nvPr>
        </p:nvCxnSpPr>
        <p:spPr>
          <a:xfrm>
            <a:off x="6227763" y="2805112"/>
            <a:ext cx="5624513" cy="1588"/>
          </a:xfrm>
          <a:prstGeom prst="line">
            <a:avLst/>
          </a:prstGeom>
          <a:ln w="9525" cap="rnd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23C2CB22-37EF-1567-B56F-6D0F86C64A86}"/>
              </a:ext>
            </a:extLst>
          </p:cNvPr>
          <p:cNvSpPr/>
          <p:nvPr/>
        </p:nvSpPr>
        <p:spPr>
          <a:xfrm>
            <a:off x="4799013" y="591793"/>
            <a:ext cx="6786563" cy="329313"/>
          </a:xfrm>
          <a:prstGeom prst="rect">
            <a:avLst/>
          </a:prstGeom>
          <a:noFill/>
          <a:ln w="9525" cap="rnd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D8E9BE-5A27-11F4-38EB-163D2A3CBB9A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353989" y="1597025"/>
            <a:ext cx="912833" cy="368300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Produksi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 </a:t>
            </a:r>
            <a:r>
              <a:rPr kumimoji="0" lang="en-US" sz="1400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Minyak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(MBOPD)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489B94-5403-57FD-7A01-BD7645A37FB9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357189" y="4228306"/>
            <a:ext cx="1027111" cy="582613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Volume Niaga Gas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(BBTUD)</a:t>
            </a:r>
          </a:p>
        </p:txBody>
      </p:sp>
      <p:sp>
        <p:nvSpPr>
          <p:cNvPr id="9" name="Title 19">
            <a:extLst>
              <a:ext uri="{FF2B5EF4-FFF2-40B4-BE49-F238E27FC236}">
                <a16:creationId xmlns:a16="http://schemas.microsoft.com/office/drawing/2014/main" id="{A335674D-5688-30A8-7829-980820240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202" y="498980"/>
            <a:ext cx="11618263" cy="653546"/>
          </a:xfrm>
        </p:spPr>
        <p:txBody>
          <a:bodyPr vert="horz" rIns="91440"/>
          <a:lstStyle/>
          <a:p>
            <a:r>
              <a:rPr lang="en-ID" sz="2000" dirty="0" err="1"/>
              <a:t>Peningkatan</a:t>
            </a:r>
            <a:r>
              <a:rPr lang="en-ID" sz="2000" dirty="0"/>
              <a:t> pada </a:t>
            </a:r>
            <a:r>
              <a:rPr lang="en-ID" sz="2000" dirty="0" err="1"/>
              <a:t>Operasional</a:t>
            </a:r>
            <a:r>
              <a:rPr lang="en-ID" sz="2000" dirty="0"/>
              <a:t> PT ABC Energy 2026-2030 </a:t>
            </a:r>
            <a:r>
              <a:rPr lang="en-ID" sz="2000" dirty="0" err="1"/>
              <a:t>Menjamin</a:t>
            </a:r>
            <a:r>
              <a:rPr lang="en-ID" sz="2000" dirty="0"/>
              <a:t> </a:t>
            </a:r>
            <a:r>
              <a:rPr lang="en-ID" sz="2000" dirty="0" err="1"/>
              <a:t>Ketersediaan</a:t>
            </a:r>
            <a:r>
              <a:rPr lang="en-ID" sz="2000" dirty="0"/>
              <a:t> Energi </a:t>
            </a:r>
            <a:r>
              <a:rPr lang="en-ID" sz="2000" dirty="0" err="1"/>
              <a:t>bagi</a:t>
            </a:r>
            <a:r>
              <a:rPr lang="en-ID" sz="2000" dirty="0"/>
              <a:t> </a:t>
            </a:r>
            <a:r>
              <a:rPr lang="en-ID" sz="2000" dirty="0" err="1"/>
              <a:t>Pelanggan</a:t>
            </a:r>
            <a:endParaRPr lang="en-US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D2A3A6-7A6B-4C9A-663C-9399ADED43B4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6210300" y="4228306"/>
            <a:ext cx="1027111" cy="696913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Penjualan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 BBM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(Juta KL)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BD1281A-28C6-42FD-6E34-1005E1441600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>
          <a:xfrm>
            <a:off x="6227763" y="4176712"/>
            <a:ext cx="5624513" cy="1588"/>
          </a:xfrm>
          <a:prstGeom prst="line">
            <a:avLst/>
          </a:prstGeom>
          <a:ln w="9525" cap="rnd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1F8BF70-777D-F49A-3E32-0F9D5E22CED3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6210300" y="3016250"/>
            <a:ext cx="1027113" cy="368300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Output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Kilang</a:t>
            </a:r>
            <a:endParaRPr kumimoji="0" lang="en-US" sz="1400" b="1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(Juta BBL)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6E315B5-3984-876E-E2CA-400B039D053D}"/>
              </a:ext>
            </a:extLst>
          </p:cNvPr>
          <p:cNvCxnSpPr>
            <a:cxnSpLocks/>
          </p:cNvCxnSpPr>
          <p:nvPr>
            <p:custDataLst>
              <p:tags r:id="rId8"/>
            </p:custDataLst>
          </p:nvPr>
        </p:nvCxnSpPr>
        <p:spPr>
          <a:xfrm>
            <a:off x="409575" y="2803525"/>
            <a:ext cx="5624513" cy="0"/>
          </a:xfrm>
          <a:prstGeom prst="line">
            <a:avLst/>
          </a:prstGeom>
          <a:ln w="9525" cap="rnd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29F1025-3E89-9C71-B5CF-4DAFB11BE2E7}"/>
              </a:ext>
            </a:extLst>
          </p:cNvPr>
          <p:cNvCxnSpPr>
            <a:cxnSpLocks/>
          </p:cNvCxnSpPr>
          <p:nvPr>
            <p:custDataLst>
              <p:tags r:id="rId9"/>
            </p:custDataLst>
          </p:nvPr>
        </p:nvCxnSpPr>
        <p:spPr>
          <a:xfrm>
            <a:off x="394493" y="6061075"/>
            <a:ext cx="5624513" cy="0"/>
          </a:xfrm>
          <a:prstGeom prst="line">
            <a:avLst/>
          </a:prstGeom>
          <a:ln w="9525" cap="rnd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79" name="Chart 278">
            <a:extLst>
              <a:ext uri="{FF2B5EF4-FFF2-40B4-BE49-F238E27FC236}">
                <a16:creationId xmlns:a16="http://schemas.microsoft.com/office/drawing/2014/main" id="{4E62E65F-7229-179C-47AA-674FA14310CD}"/>
              </a:ext>
            </a:extLst>
          </p:cNvPr>
          <p:cNvGraphicFramePr/>
          <p:nvPr>
            <p:custDataLst>
              <p:tags r:id="rId10"/>
            </p:custDataLst>
            <p:extLst>
              <p:ext uri="{D42A27DB-BD31-4B8C-83A1-F6EECF244321}">
                <p14:modId xmlns:p14="http://schemas.microsoft.com/office/powerpoint/2010/main" val="1849688993"/>
              </p:ext>
            </p:extLst>
          </p:nvPr>
        </p:nvGraphicFramePr>
        <p:xfrm>
          <a:off x="6973888" y="1901825"/>
          <a:ext cx="4183062" cy="11096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7"/>
          </a:graphicData>
        </a:graphic>
      </p:graphicFrame>
      <p:sp>
        <p:nvSpPr>
          <p:cNvPr id="149" name="Text Placeholder 3">
            <a:extLst>
              <a:ext uri="{FF2B5EF4-FFF2-40B4-BE49-F238E27FC236}">
                <a16:creationId xmlns:a16="http://schemas.microsoft.com/office/drawing/2014/main" id="{96ACA065-2B1D-C39A-1B6D-6C7568697B13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 bwMode="gray">
          <a:xfrm>
            <a:off x="7088188" y="2724150"/>
            <a:ext cx="158750" cy="150813"/>
          </a:xfrm>
          <a:prstGeom prst="rect">
            <a:avLst/>
          </a:prstGeom>
          <a:solidFill>
            <a:srgbClr val="C3D535"/>
          </a:solidFill>
          <a:ln>
            <a:noFill/>
          </a:ln>
          <a:effectLst/>
        </p:spPr>
        <p:txBody>
          <a:bodyPr vert="horz" wrap="none" lIns="15875" tIns="0" rIns="1587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00EFE3A4-BF9F-43B1-976C-AEF8E93A18DA}" type="datetime'''''''''''''''''''''''''''''''''''''''''''''''5''''''''0'''''">
              <a:rPr lang="en-US" altLang="en-US" sz="900" smtClean="0">
                <a:effectLst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50</a:t>
            </a:fld>
            <a:endParaRPr lang="en-US" sz="900" dirty="0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9DFDCC83-7222-5D29-542F-F964442FD8C8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 bwMode="gray">
          <a:xfrm>
            <a:off x="7280275" y="2689225"/>
            <a:ext cx="222250" cy="150813"/>
          </a:xfrm>
          <a:prstGeom prst="rect">
            <a:avLst/>
          </a:prstGeom>
          <a:solidFill>
            <a:srgbClr val="6A99DE"/>
          </a:solidFill>
          <a:ln>
            <a:noFill/>
          </a:ln>
          <a:effectLst/>
        </p:spPr>
        <p:txBody>
          <a:bodyPr vert="horz" wrap="none" lIns="15875" tIns="0" rIns="1587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2F5597"/>
              </a:buClr>
              <a:buSzTx/>
              <a:buFont typeface="Arial" panose="020B0604020202020204" pitchFamily="34" charset="0"/>
              <a:buChar char="​"/>
              <a:tabLst/>
              <a:defRPr/>
            </a:pPr>
            <a:fld id="{0C925FB6-7272-4154-93A0-38F43CD7A233}" type="datetime'''''''''''''''''''1''''''''''''''''6''''''''''''''''''0'''''">
              <a:rPr lang="en-US" altLang="en-US" sz="900" smtClean="0">
                <a:solidFill>
                  <a:srgbClr val="FFFFFF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2F5597"/>
                </a:buClr>
                <a:buSzTx/>
                <a:buFont typeface="Arial" panose="020B0604020202020204" pitchFamily="34" charset="0"/>
                <a:buChar char="​"/>
                <a:tabLst/>
                <a:defRPr/>
              </a:pPr>
              <a:t>160</a:t>
            </a:fld>
            <a:endParaRPr kumimoji="0" lang="en-US" sz="900" b="0" i="0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sym typeface="Trebuchet MS" panose="020B0603020202020204" pitchFamily="34" charset="0"/>
            </a:endParaRPr>
          </a:p>
        </p:txBody>
      </p:sp>
      <p:sp>
        <p:nvSpPr>
          <p:cNvPr id="152" name="Text Placeholder 3">
            <a:extLst>
              <a:ext uri="{FF2B5EF4-FFF2-40B4-BE49-F238E27FC236}">
                <a16:creationId xmlns:a16="http://schemas.microsoft.com/office/drawing/2014/main" id="{16CEC6F5-761E-1C05-884E-0C5409C783D1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 bwMode="gray">
          <a:xfrm>
            <a:off x="7981950" y="2724150"/>
            <a:ext cx="158750" cy="150813"/>
          </a:xfrm>
          <a:prstGeom prst="rect">
            <a:avLst/>
          </a:prstGeom>
          <a:solidFill>
            <a:srgbClr val="C3D535"/>
          </a:solidFill>
          <a:ln>
            <a:noFill/>
          </a:ln>
          <a:effectLst/>
        </p:spPr>
        <p:txBody>
          <a:bodyPr vert="horz" wrap="none" lIns="15875" tIns="0" rIns="1587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CA942280-FAED-426B-8448-25456B77F7E0}" type="datetime'''''''''''''''5''''''''''0'''''''''''''">
              <a:rPr lang="en-US" altLang="en-US" sz="900" smtClean="0">
                <a:effectLst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50</a:t>
            </a:fld>
            <a:endParaRPr lang="en-US" sz="900" dirty="0"/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E0629C9A-DBAB-DC1E-5699-EBF45564D082}"/>
              </a:ext>
            </a:extLst>
          </p:cNvPr>
          <p:cNvSpPr>
            <a:spLocks/>
          </p:cNvSpPr>
          <p:nvPr>
            <p:custDataLst>
              <p:tags r:id="rId14"/>
            </p:custDataLst>
          </p:nvPr>
        </p:nvSpPr>
        <p:spPr bwMode="gray">
          <a:xfrm>
            <a:off x="8174038" y="2670175"/>
            <a:ext cx="222250" cy="150813"/>
          </a:xfrm>
          <a:prstGeom prst="rect">
            <a:avLst/>
          </a:prstGeom>
          <a:solidFill>
            <a:srgbClr val="6A99DE"/>
          </a:solidFill>
          <a:ln>
            <a:noFill/>
          </a:ln>
          <a:effectLst/>
        </p:spPr>
        <p:txBody>
          <a:bodyPr vert="horz" wrap="none" lIns="15875" tIns="0" rIns="1587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2F5597"/>
              </a:buClr>
              <a:buSzTx/>
              <a:buFont typeface="Arial" panose="020B0604020202020204" pitchFamily="34" charset="0"/>
              <a:buChar char="​"/>
              <a:tabLst/>
              <a:defRPr/>
            </a:pPr>
            <a:fld id="{5B1E78FB-6DD7-4231-89AC-449DF695CCD5}" type="datetime'''''''''''2''''''''''8''''''''''''''''''0'''''''''''''''">
              <a:rPr lang="en-US" altLang="en-US" sz="900" smtClean="0">
                <a:solidFill>
                  <a:srgbClr val="FFFFFF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2F5597"/>
                </a:buClr>
                <a:buSzTx/>
                <a:buFont typeface="Arial" panose="020B0604020202020204" pitchFamily="34" charset="0"/>
                <a:buChar char="​"/>
                <a:tabLst/>
                <a:defRPr/>
              </a:pPr>
              <a:t>280</a:t>
            </a:fld>
            <a:endParaRPr kumimoji="0" lang="en-US" sz="900" b="0" i="0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sym typeface="Trebuchet MS" panose="020B0603020202020204" pitchFamily="34" charset="0"/>
            </a:endParaRPr>
          </a:p>
        </p:txBody>
      </p:sp>
      <p:sp>
        <p:nvSpPr>
          <p:cNvPr id="157" name="Text Placeholder 3">
            <a:extLst>
              <a:ext uri="{FF2B5EF4-FFF2-40B4-BE49-F238E27FC236}">
                <a16:creationId xmlns:a16="http://schemas.microsoft.com/office/drawing/2014/main" id="{161E2CB0-7E26-F5B4-689D-3114CB78C1CB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 bwMode="gray">
          <a:xfrm>
            <a:off x="8874125" y="2724150"/>
            <a:ext cx="158750" cy="150813"/>
          </a:xfrm>
          <a:prstGeom prst="rect">
            <a:avLst/>
          </a:prstGeom>
          <a:solidFill>
            <a:srgbClr val="C3D535"/>
          </a:solidFill>
          <a:ln>
            <a:noFill/>
          </a:ln>
          <a:effectLst/>
        </p:spPr>
        <p:txBody>
          <a:bodyPr vert="horz" wrap="none" lIns="15875" tIns="0" rIns="1587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7D305F06-4C14-4912-8B89-E117ADC7C77B}" type="datetime'''''''''''''''50'''''''''''''">
              <a:rPr lang="en-US" altLang="en-US" sz="900" smtClean="0">
                <a:effectLst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50</a:t>
            </a:fld>
            <a:endParaRPr lang="en-US" sz="900" dirty="0"/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D8E12A22-D9AD-BA46-5456-32A6A21AF0F0}"/>
              </a:ext>
            </a:extLst>
          </p:cNvPr>
          <p:cNvSpPr>
            <a:spLocks/>
          </p:cNvSpPr>
          <p:nvPr>
            <p:custDataLst>
              <p:tags r:id="rId16"/>
            </p:custDataLst>
          </p:nvPr>
        </p:nvSpPr>
        <p:spPr bwMode="gray">
          <a:xfrm>
            <a:off x="9066213" y="2663825"/>
            <a:ext cx="222250" cy="150813"/>
          </a:xfrm>
          <a:prstGeom prst="rect">
            <a:avLst/>
          </a:prstGeom>
          <a:solidFill>
            <a:srgbClr val="6A99DE"/>
          </a:solidFill>
          <a:ln>
            <a:noFill/>
          </a:ln>
          <a:effectLst/>
        </p:spPr>
        <p:txBody>
          <a:bodyPr vert="horz" wrap="none" lIns="15875" tIns="0" rIns="1587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9166087D-D821-4C6F-9805-437B41D4575A}" type="datetime'''''''''''''''''''3''''''''''''2''''0'''">
              <a:rPr lang="en-US" altLang="en-US" sz="900" smtClean="0">
                <a:solidFill>
                  <a:schemeClr val="bg1"/>
                </a:solidFill>
                <a:effectLst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320</a:t>
            </a:fld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181" name="Text Placeholder 3">
            <a:extLst>
              <a:ext uri="{FF2B5EF4-FFF2-40B4-BE49-F238E27FC236}">
                <a16:creationId xmlns:a16="http://schemas.microsoft.com/office/drawing/2014/main" id="{3AD7AF51-DB24-3FDB-C057-61022F1B791C}"/>
              </a:ext>
            </a:extLst>
          </p:cNvPr>
          <p:cNvSpPr>
            <a:spLocks/>
          </p:cNvSpPr>
          <p:nvPr>
            <p:custDataLst>
              <p:tags r:id="rId17"/>
            </p:custDataLst>
          </p:nvPr>
        </p:nvSpPr>
        <p:spPr bwMode="gray">
          <a:xfrm>
            <a:off x="9767888" y="2724150"/>
            <a:ext cx="158750" cy="150813"/>
          </a:xfrm>
          <a:prstGeom prst="rect">
            <a:avLst/>
          </a:prstGeom>
          <a:solidFill>
            <a:srgbClr val="C3D535"/>
          </a:solidFill>
          <a:ln>
            <a:noFill/>
          </a:ln>
          <a:effectLst/>
        </p:spPr>
        <p:txBody>
          <a:bodyPr vert="horz" wrap="none" lIns="15875" tIns="0" rIns="1587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0995B35A-9E4F-4A58-9AF1-CC331B5F170F}" type="datetime'''''''''''''''''''5''''0'''">
              <a:rPr lang="en-US" altLang="en-US" sz="900" smtClean="0">
                <a:effectLst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50</a:t>
            </a:fld>
            <a:endParaRPr lang="en-US" sz="900" dirty="0"/>
          </a:p>
        </p:txBody>
      </p:sp>
      <p:sp>
        <p:nvSpPr>
          <p:cNvPr id="182" name="Text Placeholder 3">
            <a:extLst>
              <a:ext uri="{FF2B5EF4-FFF2-40B4-BE49-F238E27FC236}">
                <a16:creationId xmlns:a16="http://schemas.microsoft.com/office/drawing/2014/main" id="{A71C8FD7-0546-3DED-C20D-40162948637C}"/>
              </a:ext>
            </a:extLst>
          </p:cNvPr>
          <p:cNvSpPr>
            <a:spLocks/>
          </p:cNvSpPr>
          <p:nvPr>
            <p:custDataLst>
              <p:tags r:id="rId18"/>
            </p:custDataLst>
          </p:nvPr>
        </p:nvSpPr>
        <p:spPr bwMode="gray">
          <a:xfrm>
            <a:off x="10660063" y="2724150"/>
            <a:ext cx="158750" cy="150813"/>
          </a:xfrm>
          <a:prstGeom prst="rect">
            <a:avLst/>
          </a:prstGeom>
          <a:solidFill>
            <a:srgbClr val="C3D535"/>
          </a:solidFill>
          <a:ln>
            <a:noFill/>
          </a:ln>
          <a:effectLst/>
        </p:spPr>
        <p:txBody>
          <a:bodyPr vert="horz" wrap="none" lIns="15875" tIns="0" rIns="1587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4C45E770-B7C1-41A2-80A6-8F85386A9A20}" type="datetime'''''''''50'''">
              <a:rPr lang="en-US" altLang="en-US" sz="900" smtClean="0">
                <a:effectLst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50</a:t>
            </a:fld>
            <a:endParaRPr lang="en-US" sz="900" dirty="0"/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0DC4D813-A4C1-662F-6D25-724674F9C8BE}"/>
              </a:ext>
            </a:extLst>
          </p:cNvPr>
          <p:cNvSpPr>
            <a:spLocks/>
          </p:cNvSpPr>
          <p:nvPr>
            <p:custDataLst>
              <p:tags r:id="rId19"/>
            </p:custDataLst>
          </p:nvPr>
        </p:nvSpPr>
        <p:spPr bwMode="gray">
          <a:xfrm>
            <a:off x="7127875" y="2274888"/>
            <a:ext cx="303213" cy="15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5875" tIns="0" rIns="15875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  <a:defRPr/>
            </a:pPr>
            <a:fld id="{6C864D9B-05C0-4FE1-87C4-B504E76D8217}" type="datetime'''''''''''''1.''0''''''''9''''0'''''">
              <a:rPr lang="en-US" altLang="en-US" sz="900" b="1" smtClean="0"/>
              <a:pPr lvl="0" algn="ctr">
                <a:spcBef>
                  <a:spcPct val="0"/>
                </a:spcBef>
                <a:spcAft>
                  <a:spcPct val="0"/>
                </a:spcAft>
                <a:defRPr/>
              </a:pPr>
              <a:t>1.090</a:t>
            </a:fld>
            <a:endParaRPr kumimoji="0" lang="en-US" sz="900" b="1" i="0" strike="noStrike" kern="1200" cap="none" spc="0" normalizeH="0" baseline="0" noProof="0">
              <a:ln>
                <a:noFill/>
              </a:ln>
              <a:effectLst/>
              <a:uLnTx/>
              <a:uFillTx/>
              <a:sym typeface="Trebuchet MS" panose="020B0603020202020204" pitchFamily="34" charset="0"/>
            </a:endParaRP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1B68650F-A83B-6E15-7CB8-B1BC6642CA4A}"/>
              </a:ext>
            </a:extLst>
          </p:cNvPr>
          <p:cNvSpPr>
            <a:spLocks/>
          </p:cNvSpPr>
          <p:nvPr>
            <p:custDataLst>
              <p:tags r:id="rId20"/>
            </p:custDataLst>
          </p:nvPr>
        </p:nvSpPr>
        <p:spPr bwMode="gray">
          <a:xfrm>
            <a:off x="8021638" y="2209800"/>
            <a:ext cx="303213" cy="15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5875" tIns="0" rIns="15875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  <a:defRPr/>
            </a:pPr>
            <a:fld id="{1236A676-DCE2-4AEF-BC6E-ABF2BE3EB2EA}" type="datetime'1''''''''''''''''''''''''''''''''''.''2''''9''''0'''''''''''">
              <a:rPr lang="en-US" altLang="en-US" sz="900" b="1" smtClean="0"/>
              <a:pPr lvl="0" algn="ctr">
                <a:spcBef>
                  <a:spcPct val="0"/>
                </a:spcBef>
                <a:spcAft>
                  <a:spcPct val="0"/>
                </a:spcAft>
                <a:defRPr/>
              </a:pPr>
              <a:t>1.290</a:t>
            </a:fld>
            <a:endParaRPr kumimoji="0" lang="en-US" sz="900" b="1" i="0" strike="noStrike" kern="1200" cap="none" spc="0" normalizeH="0" baseline="0" noProof="0">
              <a:ln>
                <a:noFill/>
              </a:ln>
              <a:effectLst/>
              <a:uLnTx/>
              <a:uFillTx/>
              <a:sym typeface="Trebuchet MS" panose="020B0603020202020204" pitchFamily="34" charset="0"/>
            </a:endParaRP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59E914BE-1D58-3EC4-0ADC-D66EBB8F06EC}"/>
              </a:ext>
            </a:extLst>
          </p:cNvPr>
          <p:cNvSpPr>
            <a:spLocks/>
          </p:cNvSpPr>
          <p:nvPr>
            <p:custDataLst>
              <p:tags r:id="rId21"/>
            </p:custDataLst>
          </p:nvPr>
        </p:nvSpPr>
        <p:spPr bwMode="gray">
          <a:xfrm>
            <a:off x="8913813" y="2085975"/>
            <a:ext cx="303213" cy="15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5875" tIns="0" rIns="15875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  <a:defRPr/>
            </a:pPr>
            <a:fld id="{0CD0691E-0A22-4739-9A0C-E38E5A3B12AD}" type="datetime'''1''''''''''''.''''''''''''''''''''6''''''''''7''''''0'''''''">
              <a:rPr lang="en-US" altLang="en-US" sz="900" b="1" smtClean="0"/>
              <a:pPr lvl="0" algn="ctr">
                <a:spcBef>
                  <a:spcPct val="0"/>
                </a:spcBef>
                <a:spcAft>
                  <a:spcPct val="0"/>
                </a:spcAft>
                <a:defRPr/>
              </a:pPr>
              <a:t>1.670</a:t>
            </a:fld>
            <a:endParaRPr kumimoji="0" lang="en-US" sz="900" b="1" i="0" strike="noStrike" kern="1200" cap="none" spc="0" normalizeH="0" baseline="0" noProof="0">
              <a:ln>
                <a:noFill/>
              </a:ln>
              <a:effectLst/>
              <a:uLnTx/>
              <a:uFillTx/>
              <a:sym typeface="Trebuchet MS" panose="020B0603020202020204" pitchFamily="34" charset="0"/>
            </a:endParaRPr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73F1A936-B2AA-0ED8-F602-25398768EA3F}"/>
              </a:ext>
            </a:extLst>
          </p:cNvPr>
          <p:cNvSpPr>
            <a:spLocks/>
          </p:cNvSpPr>
          <p:nvPr>
            <p:custDataLst>
              <p:tags r:id="rId22"/>
            </p:custDataLst>
          </p:nvPr>
        </p:nvSpPr>
        <p:spPr bwMode="gray">
          <a:xfrm>
            <a:off x="9807575" y="2001838"/>
            <a:ext cx="303213" cy="15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5875" tIns="0" rIns="15875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  <a:defRPr/>
            </a:pPr>
            <a:fld id="{2DCCCD76-28A6-4C13-9B69-A8FC51FD4856}" type="datetime'''1''.''''''9''3''''''''''''0'''''''''''''''''">
              <a:rPr lang="en-US" altLang="en-US" sz="900" b="1" smtClean="0"/>
              <a:pPr lvl="0" algn="ctr">
                <a:spcBef>
                  <a:spcPct val="0"/>
                </a:spcBef>
                <a:spcAft>
                  <a:spcPct val="0"/>
                </a:spcAft>
                <a:defRPr/>
              </a:pPr>
              <a:t>1.930</a:t>
            </a:fld>
            <a:endParaRPr kumimoji="0" lang="en-US" sz="900" b="1" i="0" strike="noStrike" kern="1200" cap="none" spc="0" normalizeH="0" baseline="0" noProof="0">
              <a:ln>
                <a:noFill/>
              </a:ln>
              <a:effectLst/>
              <a:uLnTx/>
              <a:uFillTx/>
              <a:sym typeface="Trebuchet MS" panose="020B0603020202020204" pitchFamily="34" charset="0"/>
            </a:endParaRP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B5008FC2-6358-005E-103E-2B5F23DFC669}"/>
              </a:ext>
            </a:extLst>
          </p:cNvPr>
          <p:cNvSpPr>
            <a:spLocks/>
          </p:cNvSpPr>
          <p:nvPr>
            <p:custDataLst>
              <p:tags r:id="rId23"/>
            </p:custDataLst>
          </p:nvPr>
        </p:nvSpPr>
        <p:spPr bwMode="gray">
          <a:xfrm>
            <a:off x="10699750" y="1930400"/>
            <a:ext cx="303213" cy="15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5875" tIns="0" rIns="15875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  <a:defRPr/>
            </a:pPr>
            <a:fld id="{1E7B90EC-F8A9-4820-B02F-2F9A68392635}" type="datetime'''2.''1''''''''''''''''''''''''''''5''''''''''''0'''''''''">
              <a:rPr lang="en-US" altLang="en-US" sz="900" b="1" smtClean="0"/>
              <a:pPr lvl="0" algn="ctr">
                <a:spcBef>
                  <a:spcPct val="0"/>
                </a:spcBef>
                <a:spcAft>
                  <a:spcPct val="0"/>
                </a:spcAft>
                <a:defRPr/>
              </a:pPr>
              <a:t>2.150</a:t>
            </a:fld>
            <a:endParaRPr kumimoji="0" lang="en-US" sz="900" b="1" i="0" strike="noStrike" kern="1200" cap="none" spc="0" normalizeH="0" baseline="0" noProof="0">
              <a:ln>
                <a:noFill/>
              </a:ln>
              <a:effectLst/>
              <a:uLnTx/>
              <a:uFillTx/>
              <a:sym typeface="Trebuchet MS" panose="020B06030202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432A629-8D2F-FCCB-1036-E6F25829954F}"/>
              </a:ext>
            </a:extLst>
          </p:cNvPr>
          <p:cNvSpPr/>
          <p:nvPr>
            <p:custDataLst>
              <p:tags r:id="rId24"/>
            </p:custDataLst>
          </p:nvPr>
        </p:nvSpPr>
        <p:spPr bwMode="auto">
          <a:xfrm>
            <a:off x="7024688" y="1550988"/>
            <a:ext cx="160338" cy="120650"/>
          </a:xfrm>
          <a:prstGeom prst="rect">
            <a:avLst/>
          </a:prstGeom>
          <a:solidFill>
            <a:srgbClr val="D0DCF1"/>
          </a:solidFill>
          <a:ln w="3175" cap="rnd" cmpd="sng" algn="ctr">
            <a:solidFill>
              <a:srgbClr val="C9C9C9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9C958CA-1519-522D-3E42-BF5541FFBDB5}"/>
              </a:ext>
            </a:extLst>
          </p:cNvPr>
          <p:cNvSpPr/>
          <p:nvPr>
            <p:custDataLst>
              <p:tags r:id="rId25"/>
            </p:custDataLst>
          </p:nvPr>
        </p:nvSpPr>
        <p:spPr bwMode="auto">
          <a:xfrm>
            <a:off x="7883525" y="1550988"/>
            <a:ext cx="160338" cy="120650"/>
          </a:xfrm>
          <a:prstGeom prst="rect">
            <a:avLst/>
          </a:prstGeom>
          <a:solidFill>
            <a:srgbClr val="7094D3"/>
          </a:solidFill>
          <a:ln w="3175" cap="rnd" cmpd="sng" algn="ctr">
            <a:solidFill>
              <a:srgbClr val="C9C9C9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DA59F8F-57A0-91EF-5760-B460E4DC4F7A}"/>
              </a:ext>
            </a:extLst>
          </p:cNvPr>
          <p:cNvSpPr/>
          <p:nvPr>
            <p:custDataLst>
              <p:tags r:id="rId26"/>
            </p:custDataLst>
          </p:nvPr>
        </p:nvSpPr>
        <p:spPr bwMode="auto">
          <a:xfrm>
            <a:off x="8405813" y="1550988"/>
            <a:ext cx="160338" cy="120650"/>
          </a:xfrm>
          <a:prstGeom prst="rect">
            <a:avLst/>
          </a:prstGeom>
          <a:solidFill>
            <a:srgbClr val="C3D535"/>
          </a:solidFill>
          <a:ln w="3175" cap="rnd" cmpd="sng" algn="ctr">
            <a:solidFill>
              <a:srgbClr val="C9C9C9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E558DB63-2F23-DF9B-84CB-D9CDC47301A1}"/>
              </a:ext>
            </a:extLst>
          </p:cNvPr>
          <p:cNvSpPr>
            <a:spLocks/>
          </p:cNvSpPr>
          <p:nvPr>
            <p:custDataLst>
              <p:tags r:id="rId27"/>
            </p:custDataLst>
          </p:nvPr>
        </p:nvSpPr>
        <p:spPr bwMode="auto">
          <a:xfrm>
            <a:off x="7235825" y="1536700"/>
            <a:ext cx="546100" cy="15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  <a:defRPr/>
            </a:pPr>
            <a:fld id="{2BF67C5B-FF69-4AE3-A5BC-180A824E5D3E}" type="datetime'''''''G''''''eot''''h''e''''''r''''''''''''''mal'''">
              <a:rPr lang="en-US" altLang="en-US" sz="900" smtClean="0"/>
              <a:pPr lvl="0">
                <a:spcBef>
                  <a:spcPct val="0"/>
                </a:spcBef>
                <a:spcAft>
                  <a:spcPct val="0"/>
                </a:spcAft>
                <a:defRPr/>
              </a:pPr>
              <a:t>Geothermal</a:t>
            </a:fld>
            <a:endParaRPr kumimoji="0" lang="en-US" sz="900" b="0" i="0" strike="noStrike" kern="1200" cap="none" spc="0" normalizeH="0" baseline="0" noProof="0">
              <a:ln>
                <a:noFill/>
              </a:ln>
              <a:effectLst/>
              <a:uLnTx/>
              <a:uFillTx/>
              <a:sym typeface="Trebuchet MS" panose="020B0603020202020204" pitchFamily="34" charset="0"/>
            </a:endParaRPr>
          </a:p>
        </p:txBody>
      </p:sp>
      <p:sp>
        <p:nvSpPr>
          <p:cNvPr id="32" name="Text Placeholder 3">
            <a:extLst>
              <a:ext uri="{FF2B5EF4-FFF2-40B4-BE49-F238E27FC236}">
                <a16:creationId xmlns:a16="http://schemas.microsoft.com/office/drawing/2014/main" id="{5402443D-5FCB-4D1E-5FE2-23220208CE21}"/>
              </a:ext>
            </a:extLst>
          </p:cNvPr>
          <p:cNvSpPr>
            <a:spLocks/>
          </p:cNvSpPr>
          <p:nvPr>
            <p:custDataLst>
              <p:tags r:id="rId28"/>
            </p:custDataLst>
          </p:nvPr>
        </p:nvSpPr>
        <p:spPr bwMode="auto">
          <a:xfrm>
            <a:off x="8094663" y="1536700"/>
            <a:ext cx="209550" cy="15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2F5597"/>
              </a:buClr>
              <a:buSzTx/>
              <a:buFont typeface="Arial" panose="020B0604020202020204" pitchFamily="34" charset="0"/>
              <a:buChar char="​"/>
              <a:tabLst/>
              <a:defRPr/>
            </a:pPr>
            <a:r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  <a:sym typeface="Trebuchet MS" panose="020B0603020202020204" pitchFamily="34" charset="0"/>
              </a:rPr>
              <a:t>PLTS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18B7C256-245A-93E9-CB0A-FA3EC732FF0E}"/>
              </a:ext>
            </a:extLst>
          </p:cNvPr>
          <p:cNvSpPr>
            <a:spLocks/>
          </p:cNvSpPr>
          <p:nvPr>
            <p:custDataLst>
              <p:tags r:id="rId29"/>
            </p:custDataLst>
          </p:nvPr>
        </p:nvSpPr>
        <p:spPr bwMode="auto">
          <a:xfrm>
            <a:off x="8616950" y="1536700"/>
            <a:ext cx="273050" cy="15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900" dirty="0" err="1"/>
              <a:t>PLTSa</a:t>
            </a:r>
            <a:endParaRPr kumimoji="0" lang="en-US" sz="900" b="0" i="0" strike="noStrike" kern="1200" cap="none" spc="0" normalizeH="0" baseline="0" noProof="0" dirty="0">
              <a:ln>
                <a:noFill/>
              </a:ln>
              <a:effectLst/>
              <a:uLnTx/>
              <a:uFillTx/>
              <a:sym typeface="Trebuchet MS" panose="020B0603020202020204" pitchFamily="34" charset="0"/>
            </a:endParaRPr>
          </a:p>
        </p:txBody>
      </p:sp>
      <p:graphicFrame>
        <p:nvGraphicFramePr>
          <p:cNvPr id="310" name="Chart 309">
            <a:extLst>
              <a:ext uri="{FF2B5EF4-FFF2-40B4-BE49-F238E27FC236}">
                <a16:creationId xmlns:a16="http://schemas.microsoft.com/office/drawing/2014/main" id="{A8A9BDC9-1588-449B-6479-9B30B3EF4536}"/>
              </a:ext>
            </a:extLst>
          </p:cNvPr>
          <p:cNvGraphicFramePr/>
          <p:nvPr>
            <p:custDataLst>
              <p:tags r:id="rId30"/>
            </p:custDataLst>
            <p:extLst>
              <p:ext uri="{D42A27DB-BD31-4B8C-83A1-F6EECF244321}">
                <p14:modId xmlns:p14="http://schemas.microsoft.com/office/powerpoint/2010/main" val="4258067388"/>
              </p:ext>
            </p:extLst>
          </p:nvPr>
        </p:nvGraphicFramePr>
        <p:xfrm>
          <a:off x="6989763" y="3271838"/>
          <a:ext cx="4183062" cy="11096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8"/>
          </a:graphicData>
        </a:graphic>
      </p:graphicFrame>
      <p:sp>
        <p:nvSpPr>
          <p:cNvPr id="35" name="Text Placeholder 3">
            <a:extLst>
              <a:ext uri="{FF2B5EF4-FFF2-40B4-BE49-F238E27FC236}">
                <a16:creationId xmlns:a16="http://schemas.microsoft.com/office/drawing/2014/main" id="{5869BDBC-1F08-D5EF-462B-25A66ED2A39F}"/>
              </a:ext>
            </a:extLst>
          </p:cNvPr>
          <p:cNvSpPr>
            <a:spLocks/>
          </p:cNvSpPr>
          <p:nvPr>
            <p:custDataLst>
              <p:tags r:id="rId31"/>
            </p:custDataLst>
          </p:nvPr>
        </p:nvSpPr>
        <p:spPr bwMode="gray">
          <a:xfrm>
            <a:off x="7327900" y="3562350"/>
            <a:ext cx="158750" cy="150813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txBody>
          <a:bodyPr vert="horz" wrap="none" lIns="15875" tIns="0" rIns="1587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BBA83BEB-62AF-4E53-A481-8D04EAEEFA9A}" type="datetime'''''''''3''''''''''''''''''''''''5'''''''''''">
              <a:rPr lang="en-US" altLang="en-US" sz="900" smtClean="0">
                <a:solidFill>
                  <a:schemeClr val="bg1"/>
                </a:solidFill>
                <a:effectLst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35</a:t>
            </a:fld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A39C0620-19BF-840C-994C-A0FBA3622D1C}"/>
              </a:ext>
            </a:extLst>
          </p:cNvPr>
          <p:cNvSpPr>
            <a:spLocks/>
          </p:cNvSpPr>
          <p:nvPr>
            <p:custDataLst>
              <p:tags r:id="rId32"/>
            </p:custDataLst>
          </p:nvPr>
        </p:nvSpPr>
        <p:spPr bwMode="gray">
          <a:xfrm>
            <a:off x="7104063" y="3598863"/>
            <a:ext cx="158750" cy="150813"/>
          </a:xfrm>
          <a:prstGeom prst="rect">
            <a:avLst/>
          </a:prstGeom>
          <a:solidFill>
            <a:srgbClr val="7094D3"/>
          </a:solidFill>
          <a:ln>
            <a:noFill/>
          </a:ln>
          <a:effectLst/>
        </p:spPr>
        <p:txBody>
          <a:bodyPr vert="horz" wrap="none" lIns="15875" tIns="0" rIns="1587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39A39386-6EBF-4216-802C-9E8B8267184A}" type="datetime'''''''''''1''''''''''''''''0'''''''''''''''">
              <a:rPr lang="en-US" altLang="en-US" sz="900" smtClean="0">
                <a:solidFill>
                  <a:schemeClr val="bg1"/>
                </a:solidFill>
                <a:effectLst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10</a:t>
            </a:fld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37" name="Text Placeholder 3">
            <a:extLst>
              <a:ext uri="{FF2B5EF4-FFF2-40B4-BE49-F238E27FC236}">
                <a16:creationId xmlns:a16="http://schemas.microsoft.com/office/drawing/2014/main" id="{7C17FF26-BF52-2AF9-AE07-B0A3768A3ABB}"/>
              </a:ext>
            </a:extLst>
          </p:cNvPr>
          <p:cNvSpPr>
            <a:spLocks/>
          </p:cNvSpPr>
          <p:nvPr>
            <p:custDataLst>
              <p:tags r:id="rId33"/>
            </p:custDataLst>
          </p:nvPr>
        </p:nvSpPr>
        <p:spPr bwMode="gray">
          <a:xfrm>
            <a:off x="8221663" y="3532188"/>
            <a:ext cx="158750" cy="150813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txBody>
          <a:bodyPr vert="horz" wrap="none" lIns="15875" tIns="0" rIns="1587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02C84C93-9AF8-4880-9342-10C63D7A8E84}" type="datetime'''3''8'''''''''''''''''''''''''''''">
              <a:rPr lang="en-US" altLang="en-US" sz="900" smtClean="0">
                <a:solidFill>
                  <a:schemeClr val="bg1"/>
                </a:solidFill>
                <a:effectLst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38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8" name="Text Placeholder 3">
            <a:extLst>
              <a:ext uri="{FF2B5EF4-FFF2-40B4-BE49-F238E27FC236}">
                <a16:creationId xmlns:a16="http://schemas.microsoft.com/office/drawing/2014/main" id="{00843E93-EFCA-656A-6F1D-6665ACDA8501}"/>
              </a:ext>
            </a:extLst>
          </p:cNvPr>
          <p:cNvSpPr>
            <a:spLocks/>
          </p:cNvSpPr>
          <p:nvPr>
            <p:custDataLst>
              <p:tags r:id="rId34"/>
            </p:custDataLst>
          </p:nvPr>
        </p:nvSpPr>
        <p:spPr bwMode="gray">
          <a:xfrm>
            <a:off x="7997825" y="3573463"/>
            <a:ext cx="158750" cy="150813"/>
          </a:xfrm>
          <a:prstGeom prst="rect">
            <a:avLst/>
          </a:prstGeom>
          <a:solidFill>
            <a:srgbClr val="7094D3"/>
          </a:solidFill>
          <a:ln>
            <a:noFill/>
          </a:ln>
          <a:effectLst/>
        </p:spPr>
        <p:txBody>
          <a:bodyPr vert="horz" wrap="none" lIns="15875" tIns="0" rIns="1587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3BA262B8-7500-4F6C-AC7F-8F5A63BDDE0E}" type="datetime'''''1''''''''''''''''''''''2'''''''''''">
              <a:rPr lang="en-US" altLang="en-US" sz="900" smtClean="0">
                <a:solidFill>
                  <a:schemeClr val="bg1"/>
                </a:solidFill>
                <a:effectLst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39" name="Text Placeholder 3">
            <a:extLst>
              <a:ext uri="{FF2B5EF4-FFF2-40B4-BE49-F238E27FC236}">
                <a16:creationId xmlns:a16="http://schemas.microsoft.com/office/drawing/2014/main" id="{E6E7E8BA-3B77-A625-98A0-44A598CE38DC}"/>
              </a:ext>
            </a:extLst>
          </p:cNvPr>
          <p:cNvSpPr>
            <a:spLocks/>
          </p:cNvSpPr>
          <p:nvPr>
            <p:custDataLst>
              <p:tags r:id="rId35"/>
            </p:custDataLst>
          </p:nvPr>
        </p:nvSpPr>
        <p:spPr bwMode="gray">
          <a:xfrm>
            <a:off x="9113838" y="3500438"/>
            <a:ext cx="158750" cy="150813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txBody>
          <a:bodyPr vert="horz" wrap="none" lIns="15875" tIns="0" rIns="1587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84903867-BB59-47C8-9747-C3C48199FA31}" type="datetime'''''4''''''''''''1'''''''''''''''''">
              <a:rPr lang="en-US" altLang="en-US" sz="900" smtClean="0">
                <a:solidFill>
                  <a:schemeClr val="bg1"/>
                </a:solidFill>
                <a:effectLst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41</a:t>
            </a:fld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40" name="Text Placeholder 3">
            <a:extLst>
              <a:ext uri="{FF2B5EF4-FFF2-40B4-BE49-F238E27FC236}">
                <a16:creationId xmlns:a16="http://schemas.microsoft.com/office/drawing/2014/main" id="{EA916EEF-228D-0A28-F43F-265A0061ABC4}"/>
              </a:ext>
            </a:extLst>
          </p:cNvPr>
          <p:cNvSpPr>
            <a:spLocks/>
          </p:cNvSpPr>
          <p:nvPr>
            <p:custDataLst>
              <p:tags r:id="rId36"/>
            </p:custDataLst>
          </p:nvPr>
        </p:nvSpPr>
        <p:spPr bwMode="gray">
          <a:xfrm>
            <a:off x="8890000" y="3546475"/>
            <a:ext cx="158750" cy="150813"/>
          </a:xfrm>
          <a:prstGeom prst="rect">
            <a:avLst/>
          </a:prstGeom>
          <a:solidFill>
            <a:srgbClr val="7094D3"/>
          </a:solidFill>
          <a:ln>
            <a:noFill/>
          </a:ln>
          <a:effectLst/>
        </p:spPr>
        <p:txBody>
          <a:bodyPr vert="horz" wrap="none" lIns="15875" tIns="0" rIns="1587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04F52EB7-C0B7-4257-B921-B3B7591F080D}" type="datetime'''''''''''''''''''''''''''''''1''''''4'''''''">
              <a:rPr lang="en-US" altLang="en-US" sz="900" smtClean="0">
                <a:solidFill>
                  <a:schemeClr val="bg1"/>
                </a:solidFill>
                <a:effectLst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14</a:t>
            </a:fld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41" name="Text Placeholder 3">
            <a:extLst>
              <a:ext uri="{FF2B5EF4-FFF2-40B4-BE49-F238E27FC236}">
                <a16:creationId xmlns:a16="http://schemas.microsoft.com/office/drawing/2014/main" id="{2ADCE349-D9CD-773E-CD18-AFB0EFCAB71E}"/>
              </a:ext>
            </a:extLst>
          </p:cNvPr>
          <p:cNvSpPr>
            <a:spLocks/>
          </p:cNvSpPr>
          <p:nvPr>
            <p:custDataLst>
              <p:tags r:id="rId37"/>
            </p:custDataLst>
          </p:nvPr>
        </p:nvSpPr>
        <p:spPr bwMode="gray">
          <a:xfrm>
            <a:off x="10007600" y="3470275"/>
            <a:ext cx="158750" cy="150813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txBody>
          <a:bodyPr vert="horz" wrap="none" lIns="15875" tIns="0" rIns="1587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A755A544-9F61-4886-AFCF-A77A40140A8E}" type="datetime'''''''''''''''4''''''''''''''''''''''''4'''''''''''''''''">
              <a:rPr lang="en-US" altLang="en-US" sz="900" smtClean="0">
                <a:solidFill>
                  <a:schemeClr val="bg1"/>
                </a:solidFill>
                <a:effectLst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44</a:t>
            </a:fld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42" name="Text Placeholder 3">
            <a:extLst>
              <a:ext uri="{FF2B5EF4-FFF2-40B4-BE49-F238E27FC236}">
                <a16:creationId xmlns:a16="http://schemas.microsoft.com/office/drawing/2014/main" id="{63126E05-6CF3-C1CC-6091-64F50B5CF2F5}"/>
              </a:ext>
            </a:extLst>
          </p:cNvPr>
          <p:cNvSpPr>
            <a:spLocks/>
          </p:cNvSpPr>
          <p:nvPr>
            <p:custDataLst>
              <p:tags r:id="rId38"/>
            </p:custDataLst>
          </p:nvPr>
        </p:nvSpPr>
        <p:spPr bwMode="gray">
          <a:xfrm>
            <a:off x="9783763" y="3519488"/>
            <a:ext cx="158750" cy="150813"/>
          </a:xfrm>
          <a:prstGeom prst="rect">
            <a:avLst/>
          </a:prstGeom>
          <a:solidFill>
            <a:srgbClr val="7094D3"/>
          </a:solidFill>
          <a:ln>
            <a:noFill/>
          </a:ln>
          <a:effectLst/>
        </p:spPr>
        <p:txBody>
          <a:bodyPr vert="horz" wrap="none" lIns="15875" tIns="0" rIns="1587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8757476E-FC07-4725-A43D-77E0B52DD529}" type="datetime'''''''''''''''''''1''''''''''''''''''''''''''''6'">
              <a:rPr lang="en-US" altLang="en-US" sz="900" smtClean="0">
                <a:solidFill>
                  <a:schemeClr val="bg1"/>
                </a:solidFill>
                <a:effectLst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16</a:t>
            </a:fld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43" name="Text Placeholder 3">
            <a:extLst>
              <a:ext uri="{FF2B5EF4-FFF2-40B4-BE49-F238E27FC236}">
                <a16:creationId xmlns:a16="http://schemas.microsoft.com/office/drawing/2014/main" id="{9531DCD4-8453-83F8-A1EB-2B7A664F6326}"/>
              </a:ext>
            </a:extLst>
          </p:cNvPr>
          <p:cNvSpPr>
            <a:spLocks/>
          </p:cNvSpPr>
          <p:nvPr>
            <p:custDataLst>
              <p:tags r:id="rId39"/>
            </p:custDataLst>
          </p:nvPr>
        </p:nvSpPr>
        <p:spPr bwMode="gray">
          <a:xfrm>
            <a:off x="10899775" y="3440113"/>
            <a:ext cx="158750" cy="150813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txBody>
          <a:bodyPr vert="horz" wrap="none" lIns="15875" tIns="0" rIns="1587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718BF12D-9C35-4ABC-97F3-3194224EC458}" type="datetime'''''''4''''''''''''''''7'''''''''''''''''''''''''''''''">
              <a:rPr lang="en-US" altLang="en-US" sz="900" smtClean="0">
                <a:solidFill>
                  <a:schemeClr val="bg1"/>
                </a:solidFill>
                <a:effectLst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47</a:t>
            </a:fld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44" name="Text Placeholder 3">
            <a:extLst>
              <a:ext uri="{FF2B5EF4-FFF2-40B4-BE49-F238E27FC236}">
                <a16:creationId xmlns:a16="http://schemas.microsoft.com/office/drawing/2014/main" id="{6BD4266C-6B54-3153-70E1-5AB89B93D359}"/>
              </a:ext>
            </a:extLst>
          </p:cNvPr>
          <p:cNvSpPr>
            <a:spLocks/>
          </p:cNvSpPr>
          <p:nvPr>
            <p:custDataLst>
              <p:tags r:id="rId40"/>
            </p:custDataLst>
          </p:nvPr>
        </p:nvSpPr>
        <p:spPr bwMode="gray">
          <a:xfrm>
            <a:off x="10675938" y="3494088"/>
            <a:ext cx="158750" cy="150813"/>
          </a:xfrm>
          <a:prstGeom prst="rect">
            <a:avLst/>
          </a:prstGeom>
          <a:solidFill>
            <a:srgbClr val="7094D3"/>
          </a:solidFill>
          <a:ln>
            <a:noFill/>
          </a:ln>
          <a:effectLst/>
        </p:spPr>
        <p:txBody>
          <a:bodyPr vert="horz" wrap="none" lIns="15875" tIns="0" rIns="1587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735AB046-FC1C-44F2-B3AA-21AA2E525B38}" type="datetime'''''''''''''1''8'''''''''''''''''''''''''''''''''''">
              <a:rPr lang="en-US" altLang="en-US" sz="900" smtClean="0">
                <a:solidFill>
                  <a:schemeClr val="bg1"/>
                </a:solidFill>
                <a:effectLst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18</a:t>
            </a:fld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45" name="Text Placeholder 3">
            <a:extLst>
              <a:ext uri="{FF2B5EF4-FFF2-40B4-BE49-F238E27FC236}">
                <a16:creationId xmlns:a16="http://schemas.microsoft.com/office/drawing/2014/main" id="{52C5EC5B-18C8-7361-DC81-5074370F0629}"/>
              </a:ext>
            </a:extLst>
          </p:cNvPr>
          <p:cNvSpPr>
            <a:spLocks/>
          </p:cNvSpPr>
          <p:nvPr>
            <p:custDataLst>
              <p:tags r:id="rId41"/>
            </p:custDataLst>
          </p:nvPr>
        </p:nvSpPr>
        <p:spPr bwMode="gray">
          <a:xfrm>
            <a:off x="7188200" y="3411538"/>
            <a:ext cx="212725" cy="15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5875" tIns="0" rIns="15875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  <a:defRPr/>
            </a:pPr>
            <a:fld id="{3732BD50-E107-4E6C-B19F-1A908485D4E1}" type="datetime'''''''''''''''''''''''''''''''''3''''''4''5'''''">
              <a:rPr lang="en-US" altLang="en-US" sz="900" b="1" smtClean="0"/>
              <a:pPr lvl="0" algn="ctr">
                <a:spcBef>
                  <a:spcPct val="0"/>
                </a:spcBef>
                <a:spcAft>
                  <a:spcPct val="0"/>
                </a:spcAft>
                <a:defRPr/>
              </a:pPr>
              <a:t>345</a:t>
            </a:fld>
            <a:endParaRPr kumimoji="0" lang="en-US" sz="900" b="1" i="0" strike="noStrike" kern="1200" cap="none" spc="0" normalizeH="0" baseline="0" noProof="0">
              <a:ln>
                <a:noFill/>
              </a:ln>
              <a:effectLst/>
              <a:uLnTx/>
              <a:uFillTx/>
              <a:sym typeface="Trebuchet MS" panose="020B0603020202020204" pitchFamily="34" charset="0"/>
            </a:endParaRPr>
          </a:p>
        </p:txBody>
      </p:sp>
      <p:sp>
        <p:nvSpPr>
          <p:cNvPr id="46" name="Text Placeholder 3">
            <a:extLst>
              <a:ext uri="{FF2B5EF4-FFF2-40B4-BE49-F238E27FC236}">
                <a16:creationId xmlns:a16="http://schemas.microsoft.com/office/drawing/2014/main" id="{5F401BA5-6ED3-881E-D477-FE847FD61A5F}"/>
              </a:ext>
            </a:extLst>
          </p:cNvPr>
          <p:cNvSpPr>
            <a:spLocks/>
          </p:cNvSpPr>
          <p:nvPr>
            <p:custDataLst>
              <p:tags r:id="rId42"/>
            </p:custDataLst>
          </p:nvPr>
        </p:nvSpPr>
        <p:spPr bwMode="gray">
          <a:xfrm>
            <a:off x="8081963" y="3381375"/>
            <a:ext cx="212725" cy="15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5875" tIns="0" rIns="15875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  <a:defRPr/>
            </a:pPr>
            <a:fld id="{D9682F1B-7130-440D-8C89-75871AC6B04E}" type="datetime'''''''''''3''''''6''''''''''5'''''''''''''''''''''''''''">
              <a:rPr lang="en-US" altLang="en-US" sz="900" b="1" smtClean="0"/>
              <a:pPr lvl="0" algn="ctr">
                <a:spcBef>
                  <a:spcPct val="0"/>
                </a:spcBef>
                <a:spcAft>
                  <a:spcPct val="0"/>
                </a:spcAft>
                <a:defRPr/>
              </a:pPr>
              <a:t>365</a:t>
            </a:fld>
            <a:endParaRPr kumimoji="0" lang="en-US" sz="900" b="1" i="0" strike="noStrike" kern="1200" cap="none" spc="0" normalizeH="0" baseline="0" noProof="0">
              <a:ln>
                <a:noFill/>
              </a:ln>
              <a:effectLst/>
              <a:uLnTx/>
              <a:uFillTx/>
              <a:sym typeface="Trebuchet MS" panose="020B0603020202020204" pitchFamily="34" charset="0"/>
            </a:endParaRPr>
          </a:p>
        </p:txBody>
      </p:sp>
      <p:sp>
        <p:nvSpPr>
          <p:cNvPr id="47" name="Text Placeholder 3">
            <a:extLst>
              <a:ext uri="{FF2B5EF4-FFF2-40B4-BE49-F238E27FC236}">
                <a16:creationId xmlns:a16="http://schemas.microsoft.com/office/drawing/2014/main" id="{8605DA00-0D1E-B3E4-78A2-C636A21AD89D}"/>
              </a:ext>
            </a:extLst>
          </p:cNvPr>
          <p:cNvSpPr>
            <a:spLocks/>
          </p:cNvSpPr>
          <p:nvPr>
            <p:custDataLst>
              <p:tags r:id="rId43"/>
            </p:custDataLst>
          </p:nvPr>
        </p:nvSpPr>
        <p:spPr bwMode="gray">
          <a:xfrm>
            <a:off x="8974138" y="3349625"/>
            <a:ext cx="212725" cy="15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5875" tIns="0" rIns="15875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  <a:defRPr/>
            </a:pPr>
            <a:fld id="{9D5F9B81-60DB-4A82-8AA2-60EC4738DF4D}" type="datetime'''''''''''''3''''''''''''8''''5'''''''''''''">
              <a:rPr lang="en-US" altLang="en-US" sz="900" b="1" smtClean="0"/>
              <a:pPr lvl="0" algn="ctr">
                <a:spcBef>
                  <a:spcPct val="0"/>
                </a:spcBef>
                <a:spcAft>
                  <a:spcPct val="0"/>
                </a:spcAft>
                <a:defRPr/>
              </a:pPr>
              <a:t>385</a:t>
            </a:fld>
            <a:endParaRPr kumimoji="0" lang="en-US" sz="900" b="1" i="0" strike="noStrike" kern="1200" cap="none" spc="0" normalizeH="0" baseline="0" noProof="0">
              <a:ln>
                <a:noFill/>
              </a:ln>
              <a:effectLst/>
              <a:uLnTx/>
              <a:uFillTx/>
              <a:sym typeface="Trebuchet MS" panose="020B0603020202020204" pitchFamily="34" charset="0"/>
            </a:endParaRPr>
          </a:p>
        </p:txBody>
      </p:sp>
      <p:sp>
        <p:nvSpPr>
          <p:cNvPr id="48" name="Text Placeholder 3">
            <a:extLst>
              <a:ext uri="{FF2B5EF4-FFF2-40B4-BE49-F238E27FC236}">
                <a16:creationId xmlns:a16="http://schemas.microsoft.com/office/drawing/2014/main" id="{484E45DA-B7E7-1547-4563-CC0856280BFB}"/>
              </a:ext>
            </a:extLst>
          </p:cNvPr>
          <p:cNvSpPr>
            <a:spLocks/>
          </p:cNvSpPr>
          <p:nvPr>
            <p:custDataLst>
              <p:tags r:id="rId44"/>
            </p:custDataLst>
          </p:nvPr>
        </p:nvSpPr>
        <p:spPr bwMode="gray">
          <a:xfrm>
            <a:off x="9867900" y="3319463"/>
            <a:ext cx="212725" cy="15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5875" tIns="0" rIns="15875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  <a:defRPr/>
            </a:pPr>
            <a:fld id="{D74E96AB-58EC-4176-9FB3-90E5D1C2756A}" type="datetime'''40''''''''''''''''''''''''''''''''''''''''5'''''">
              <a:rPr lang="en-US" altLang="en-US" sz="900" b="1" smtClean="0"/>
              <a:pPr lvl="0" algn="ctr">
                <a:spcBef>
                  <a:spcPct val="0"/>
                </a:spcBef>
                <a:spcAft>
                  <a:spcPct val="0"/>
                </a:spcAft>
                <a:defRPr/>
              </a:pPr>
              <a:t>405</a:t>
            </a:fld>
            <a:endParaRPr kumimoji="0" lang="en-US" sz="900" b="1" i="0" strike="noStrike" kern="1200" cap="none" spc="0" normalizeH="0" baseline="0" noProof="0">
              <a:ln>
                <a:noFill/>
              </a:ln>
              <a:effectLst/>
              <a:uLnTx/>
              <a:uFillTx/>
              <a:sym typeface="Trebuchet MS" panose="020B0603020202020204" pitchFamily="34" charset="0"/>
            </a:endParaRPr>
          </a:p>
        </p:txBody>
      </p:sp>
      <p:sp>
        <p:nvSpPr>
          <p:cNvPr id="49" name="Text Placeholder 3">
            <a:extLst>
              <a:ext uri="{FF2B5EF4-FFF2-40B4-BE49-F238E27FC236}">
                <a16:creationId xmlns:a16="http://schemas.microsoft.com/office/drawing/2014/main" id="{F4DCEC2E-436B-109E-E30A-77959EF161B0}"/>
              </a:ext>
            </a:extLst>
          </p:cNvPr>
          <p:cNvSpPr>
            <a:spLocks/>
          </p:cNvSpPr>
          <p:nvPr>
            <p:custDataLst>
              <p:tags r:id="rId45"/>
            </p:custDataLst>
          </p:nvPr>
        </p:nvSpPr>
        <p:spPr bwMode="gray">
          <a:xfrm>
            <a:off x="10760075" y="3289300"/>
            <a:ext cx="212725" cy="15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5875" tIns="0" rIns="15875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  <a:defRPr/>
            </a:pPr>
            <a:fld id="{85E07FEC-BC75-4532-9574-D03C6653CF70}" type="datetime'''''''4''''''''2''''''''''''5'">
              <a:rPr lang="en-US" altLang="en-US" sz="900" b="1" smtClean="0"/>
              <a:pPr lvl="0" algn="ctr">
                <a:spcBef>
                  <a:spcPct val="0"/>
                </a:spcBef>
                <a:spcAft>
                  <a:spcPct val="0"/>
                </a:spcAft>
                <a:defRPr/>
              </a:pPr>
              <a:t>425</a:t>
            </a:fld>
            <a:endParaRPr kumimoji="0" lang="en-US" sz="900" b="1" i="0" strike="noStrike" kern="1200" cap="none" spc="0" normalizeH="0" baseline="0" noProof="0">
              <a:ln>
                <a:noFill/>
              </a:ln>
              <a:effectLst/>
              <a:uLnTx/>
              <a:uFillTx/>
              <a:sym typeface="Trebuchet MS" panose="020B0603020202020204" pitchFamily="34" charset="0"/>
            </a:endParaRPr>
          </a:p>
        </p:txBody>
      </p:sp>
      <p:graphicFrame>
        <p:nvGraphicFramePr>
          <p:cNvPr id="344" name="Chart 343">
            <a:extLst>
              <a:ext uri="{FF2B5EF4-FFF2-40B4-BE49-F238E27FC236}">
                <a16:creationId xmlns:a16="http://schemas.microsoft.com/office/drawing/2014/main" id="{14575676-F436-95EE-8FCB-4F4FAF6E3A0D}"/>
              </a:ext>
            </a:extLst>
          </p:cNvPr>
          <p:cNvGraphicFramePr/>
          <p:nvPr>
            <p:custDataLst>
              <p:tags r:id="rId46"/>
            </p:custDataLst>
            <p:extLst>
              <p:ext uri="{D42A27DB-BD31-4B8C-83A1-F6EECF244321}">
                <p14:modId xmlns:p14="http://schemas.microsoft.com/office/powerpoint/2010/main" val="2944869643"/>
              </p:ext>
            </p:extLst>
          </p:nvPr>
        </p:nvGraphicFramePr>
        <p:xfrm>
          <a:off x="6961188" y="4584700"/>
          <a:ext cx="4183062" cy="16732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9"/>
          </a:graphicData>
        </a:graphic>
      </p:graphicFrame>
      <p:sp>
        <p:nvSpPr>
          <p:cNvPr id="51" name="Text Placeholder 3">
            <a:extLst>
              <a:ext uri="{FF2B5EF4-FFF2-40B4-BE49-F238E27FC236}">
                <a16:creationId xmlns:a16="http://schemas.microsoft.com/office/drawing/2014/main" id="{8F775272-D57E-8A1A-0B3B-11D23E20BD3D}"/>
              </a:ext>
            </a:extLst>
          </p:cNvPr>
          <p:cNvSpPr>
            <a:spLocks/>
          </p:cNvSpPr>
          <p:nvPr>
            <p:custDataLst>
              <p:tags r:id="rId47"/>
            </p:custDataLst>
          </p:nvPr>
        </p:nvSpPr>
        <p:spPr bwMode="gray">
          <a:xfrm>
            <a:off x="7115175" y="4824413"/>
            <a:ext cx="303213" cy="15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5875" tIns="0" rIns="15875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  <a:defRPr/>
            </a:pPr>
            <a:fld id="{52119F60-C003-48AE-84CD-FDF98A050E23}" type="datetime'''''''3''''''''''0''0'''''''''',0'''''''''''''">
              <a:rPr lang="en-US" altLang="en-US" sz="900" b="1" smtClean="0"/>
              <a:pPr lvl="0" algn="ctr">
                <a:spcBef>
                  <a:spcPct val="0"/>
                </a:spcBef>
                <a:spcAft>
                  <a:spcPct val="0"/>
                </a:spcAft>
                <a:defRPr/>
              </a:pPr>
              <a:t>300,0</a:t>
            </a:fld>
            <a:endParaRPr kumimoji="0" lang="en-US" sz="900" b="1" i="0" strike="noStrike" kern="1200" cap="none" spc="0" normalizeH="0" baseline="0" noProof="0">
              <a:ln>
                <a:noFill/>
              </a:ln>
              <a:effectLst/>
              <a:uLnTx/>
              <a:uFillTx/>
              <a:sym typeface="Trebuchet MS" panose="020B0603020202020204" pitchFamily="34" charset="0"/>
            </a:endParaRPr>
          </a:p>
        </p:txBody>
      </p:sp>
      <p:sp>
        <p:nvSpPr>
          <p:cNvPr id="52" name="Text Placeholder 3">
            <a:extLst>
              <a:ext uri="{FF2B5EF4-FFF2-40B4-BE49-F238E27FC236}">
                <a16:creationId xmlns:a16="http://schemas.microsoft.com/office/drawing/2014/main" id="{C7540DE8-0974-3C85-2F34-C74E3398842A}"/>
              </a:ext>
            </a:extLst>
          </p:cNvPr>
          <p:cNvSpPr>
            <a:spLocks/>
          </p:cNvSpPr>
          <p:nvPr>
            <p:custDataLst>
              <p:tags r:id="rId48"/>
            </p:custDataLst>
          </p:nvPr>
        </p:nvSpPr>
        <p:spPr bwMode="gray">
          <a:xfrm>
            <a:off x="8008938" y="4767263"/>
            <a:ext cx="303213" cy="15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5875" tIns="0" rIns="15875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  <a:defRPr/>
            </a:pPr>
            <a:fld id="{5BAB1995-0828-41CB-8000-B553915BA9D7}" type="datetime'3''''''''''''''''''''''''''''''''1''''6'',0'''''''">
              <a:rPr lang="en-US" altLang="en-US" sz="900" b="1" smtClean="0"/>
              <a:pPr lvl="0" algn="ctr">
                <a:spcBef>
                  <a:spcPct val="0"/>
                </a:spcBef>
                <a:spcAft>
                  <a:spcPct val="0"/>
                </a:spcAft>
                <a:defRPr/>
              </a:pPr>
              <a:t>316,0</a:t>
            </a:fld>
            <a:endParaRPr kumimoji="0" lang="en-US" sz="900" b="1" i="0" strike="noStrike" kern="1200" cap="none" spc="0" normalizeH="0" baseline="0" noProof="0" dirty="0">
              <a:ln>
                <a:noFill/>
              </a:ln>
              <a:effectLst/>
              <a:uLnTx/>
              <a:uFillTx/>
              <a:sym typeface="Trebuchet MS" panose="020B0603020202020204" pitchFamily="34" charset="0"/>
            </a:endParaRPr>
          </a:p>
        </p:txBody>
      </p:sp>
      <p:sp>
        <p:nvSpPr>
          <p:cNvPr id="53" name="Text Placeholder 3">
            <a:extLst>
              <a:ext uri="{FF2B5EF4-FFF2-40B4-BE49-F238E27FC236}">
                <a16:creationId xmlns:a16="http://schemas.microsoft.com/office/drawing/2014/main" id="{D4C5F363-95E3-5BEA-0454-729DFD833FC5}"/>
              </a:ext>
            </a:extLst>
          </p:cNvPr>
          <p:cNvSpPr>
            <a:spLocks/>
          </p:cNvSpPr>
          <p:nvPr>
            <p:custDataLst>
              <p:tags r:id="rId49"/>
            </p:custDataLst>
          </p:nvPr>
        </p:nvSpPr>
        <p:spPr bwMode="gray">
          <a:xfrm>
            <a:off x="8901113" y="4718050"/>
            <a:ext cx="303213" cy="15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5875" tIns="0" rIns="15875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  <a:defRPr/>
            </a:pPr>
            <a:fld id="{EF9F24ED-EF73-4414-85B7-408225F8FF48}" type="datetime'''''''''''''''3''3''''''0,''''''''''0'">
              <a:rPr lang="en-US" altLang="en-US" sz="900" b="1" smtClean="0"/>
              <a:pPr lvl="0" algn="ctr">
                <a:spcBef>
                  <a:spcPct val="0"/>
                </a:spcBef>
                <a:spcAft>
                  <a:spcPct val="0"/>
                </a:spcAft>
                <a:defRPr/>
              </a:pPr>
              <a:t>330,0</a:t>
            </a:fld>
            <a:endParaRPr kumimoji="0" lang="en-US" sz="900" b="1" i="0" strike="noStrike" kern="1200" cap="none" spc="0" normalizeH="0" baseline="0" noProof="0">
              <a:ln>
                <a:noFill/>
              </a:ln>
              <a:effectLst/>
              <a:uLnTx/>
              <a:uFillTx/>
              <a:sym typeface="Trebuchet MS" panose="020B0603020202020204" pitchFamily="34" charset="0"/>
            </a:endParaRPr>
          </a:p>
        </p:txBody>
      </p:sp>
      <p:sp>
        <p:nvSpPr>
          <p:cNvPr id="54" name="Text Placeholder 3">
            <a:extLst>
              <a:ext uri="{FF2B5EF4-FFF2-40B4-BE49-F238E27FC236}">
                <a16:creationId xmlns:a16="http://schemas.microsoft.com/office/drawing/2014/main" id="{7236A389-1219-6EC8-1750-3CAE3697E012}"/>
              </a:ext>
            </a:extLst>
          </p:cNvPr>
          <p:cNvSpPr>
            <a:spLocks/>
          </p:cNvSpPr>
          <p:nvPr>
            <p:custDataLst>
              <p:tags r:id="rId50"/>
            </p:custDataLst>
          </p:nvPr>
        </p:nvSpPr>
        <p:spPr bwMode="gray">
          <a:xfrm>
            <a:off x="9794875" y="4662488"/>
            <a:ext cx="303213" cy="15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5875" tIns="0" rIns="15875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  <a:defRPr/>
            </a:pPr>
            <a:fld id="{80ABA77B-88A2-40EA-9661-6D69610DCF55}" type="datetime'3''4''''''''''''''''''''''6,''''''''0'''''''''''''">
              <a:rPr lang="en-US" altLang="en-US" sz="900" b="1" smtClean="0"/>
              <a:pPr lvl="0" algn="ctr">
                <a:spcBef>
                  <a:spcPct val="0"/>
                </a:spcBef>
                <a:spcAft>
                  <a:spcPct val="0"/>
                </a:spcAft>
                <a:defRPr/>
              </a:pPr>
              <a:t>346,0</a:t>
            </a:fld>
            <a:endParaRPr kumimoji="0" lang="en-US" sz="900" b="1" i="0" strike="noStrike" kern="1200" cap="none" spc="0" normalizeH="0" baseline="0" noProof="0">
              <a:ln>
                <a:noFill/>
              </a:ln>
              <a:effectLst/>
              <a:uLnTx/>
              <a:uFillTx/>
              <a:sym typeface="Trebuchet MS" panose="020B0603020202020204" pitchFamily="34" charset="0"/>
            </a:endParaRPr>
          </a:p>
        </p:txBody>
      </p:sp>
      <p:sp>
        <p:nvSpPr>
          <p:cNvPr id="55" name="Text Placeholder 3">
            <a:extLst>
              <a:ext uri="{FF2B5EF4-FFF2-40B4-BE49-F238E27FC236}">
                <a16:creationId xmlns:a16="http://schemas.microsoft.com/office/drawing/2014/main" id="{B24F3CAC-64AC-6D76-76CB-7A0D10E569F3}"/>
              </a:ext>
            </a:extLst>
          </p:cNvPr>
          <p:cNvSpPr>
            <a:spLocks/>
          </p:cNvSpPr>
          <p:nvPr>
            <p:custDataLst>
              <p:tags r:id="rId51"/>
            </p:custDataLst>
          </p:nvPr>
        </p:nvSpPr>
        <p:spPr bwMode="gray">
          <a:xfrm>
            <a:off x="10687050" y="4613275"/>
            <a:ext cx="303213" cy="15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5875" tIns="0" rIns="15875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  <a:defRPr/>
            </a:pPr>
            <a:fld id="{805F55F0-306F-415D-BE7F-E778B3A8C87B}" type="datetime'''''''''''360,''''''''''0'">
              <a:rPr lang="en-US" altLang="en-US" sz="900" b="1" smtClean="0"/>
              <a:pPr lvl="0" algn="ctr">
                <a:spcBef>
                  <a:spcPct val="0"/>
                </a:spcBef>
                <a:spcAft>
                  <a:spcPct val="0"/>
                </a:spcAft>
                <a:defRPr/>
              </a:pPr>
              <a:t>360,0</a:t>
            </a:fld>
            <a:endParaRPr kumimoji="0" lang="en-US" sz="900" b="1" i="0" strike="noStrike" kern="1200" cap="none" spc="0" normalizeH="0" baseline="0" noProof="0">
              <a:ln>
                <a:noFill/>
              </a:ln>
              <a:effectLst/>
              <a:uLnTx/>
              <a:uFillTx/>
              <a:sym typeface="Trebuchet MS" panose="020B0603020202020204" pitchFamily="34" charset="0"/>
            </a:endParaRP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32E79C8C-AD09-7CD1-0506-1367DC196470}"/>
              </a:ext>
            </a:extLst>
          </p:cNvPr>
          <p:cNvGrpSpPr/>
          <p:nvPr/>
        </p:nvGrpSpPr>
        <p:grpSpPr>
          <a:xfrm>
            <a:off x="1367727" y="6053186"/>
            <a:ext cx="4013010" cy="260350"/>
            <a:chOff x="1411478" y="6176963"/>
            <a:chExt cx="4013010" cy="260350"/>
          </a:xfrm>
        </p:grpSpPr>
        <p:sp>
          <p:nvSpPr>
            <p:cNvPr id="57" name="Rectangle: Rounded Corners 56">
              <a:extLst>
                <a:ext uri="{FF2B5EF4-FFF2-40B4-BE49-F238E27FC236}">
                  <a16:creationId xmlns:a16="http://schemas.microsoft.com/office/drawing/2014/main" id="{4CB46392-C577-007C-6DE0-00C3E3D4BCFC}"/>
                </a:ext>
              </a:extLst>
            </p:cNvPr>
            <p:cNvSpPr/>
            <p:nvPr/>
          </p:nvSpPr>
          <p:spPr>
            <a:xfrm>
              <a:off x="1411478" y="6176963"/>
              <a:ext cx="563372" cy="260350"/>
            </a:xfrm>
            <a:prstGeom prst="roundRect">
              <a:avLst/>
            </a:prstGeom>
            <a:noFill/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182958"/>
                  </a:solidFill>
                  <a:effectLst/>
                  <a:uLnTx/>
                  <a:uFillTx/>
                  <a:latin typeface="Tw Cen MT" panose="020B0602020104020603"/>
                  <a:ea typeface="+mn-ea"/>
                  <a:cs typeface="+mn-cs"/>
                </a:rPr>
                <a:t>2026</a:t>
              </a:r>
            </a:p>
          </p:txBody>
        </p:sp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CD51D9EE-D213-F8EC-50D2-63A694333C0F}"/>
                </a:ext>
              </a:extLst>
            </p:cNvPr>
            <p:cNvSpPr/>
            <p:nvPr/>
          </p:nvSpPr>
          <p:spPr>
            <a:xfrm>
              <a:off x="2298791" y="6176963"/>
              <a:ext cx="563372" cy="260350"/>
            </a:xfrm>
            <a:prstGeom prst="roundRect">
              <a:avLst/>
            </a:prstGeom>
            <a:noFill/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182958"/>
                  </a:solidFill>
                  <a:effectLst/>
                  <a:uLnTx/>
                  <a:uFillTx/>
                  <a:latin typeface="Tw Cen MT" panose="020B0602020104020603"/>
                  <a:ea typeface="+mn-ea"/>
                  <a:cs typeface="+mn-cs"/>
                </a:rPr>
                <a:t>2027</a:t>
              </a:r>
            </a:p>
          </p:txBody>
        </p:sp>
        <p:sp>
          <p:nvSpPr>
            <p:cNvPr id="59" name="Rectangle: Rounded Corners 58">
              <a:extLst>
                <a:ext uri="{FF2B5EF4-FFF2-40B4-BE49-F238E27FC236}">
                  <a16:creationId xmlns:a16="http://schemas.microsoft.com/office/drawing/2014/main" id="{97020404-3660-01D3-A88F-1CB2A4684A09}"/>
                </a:ext>
              </a:extLst>
            </p:cNvPr>
            <p:cNvSpPr/>
            <p:nvPr/>
          </p:nvSpPr>
          <p:spPr>
            <a:xfrm>
              <a:off x="3136592" y="6176963"/>
              <a:ext cx="564178" cy="260350"/>
            </a:xfrm>
            <a:prstGeom prst="roundRect">
              <a:avLst/>
            </a:prstGeom>
            <a:noFill/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182958"/>
                  </a:solidFill>
                  <a:effectLst/>
                  <a:uLnTx/>
                  <a:uFillTx/>
                  <a:latin typeface="Tw Cen MT" panose="020B0602020104020603"/>
                  <a:ea typeface="+mn-ea"/>
                  <a:cs typeface="+mn-cs"/>
                </a:rPr>
                <a:t>2028</a:t>
              </a:r>
            </a:p>
          </p:txBody>
        </p:sp>
        <p:sp>
          <p:nvSpPr>
            <p:cNvPr id="60" name="Rectangle: Rounded Corners 59">
              <a:extLst>
                <a:ext uri="{FF2B5EF4-FFF2-40B4-BE49-F238E27FC236}">
                  <a16:creationId xmlns:a16="http://schemas.microsoft.com/office/drawing/2014/main" id="{EAB697AA-6E43-6C58-6873-B667BE48C765}"/>
                </a:ext>
              </a:extLst>
            </p:cNvPr>
            <p:cNvSpPr/>
            <p:nvPr/>
          </p:nvSpPr>
          <p:spPr>
            <a:xfrm>
              <a:off x="3993452" y="6176963"/>
              <a:ext cx="563372" cy="260350"/>
            </a:xfrm>
            <a:prstGeom prst="roundRect">
              <a:avLst/>
            </a:prstGeom>
            <a:noFill/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182958"/>
                  </a:solidFill>
                  <a:effectLst/>
                  <a:uLnTx/>
                  <a:uFillTx/>
                  <a:latin typeface="Tw Cen MT" panose="020B0602020104020603"/>
                  <a:ea typeface="+mn-ea"/>
                  <a:cs typeface="+mn-cs"/>
                </a:rPr>
                <a:t>2029</a:t>
              </a:r>
            </a:p>
          </p:txBody>
        </p:sp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030AB132-641B-9ED9-3298-595D25D1AC1A}"/>
                </a:ext>
              </a:extLst>
            </p:cNvPr>
            <p:cNvSpPr/>
            <p:nvPr/>
          </p:nvSpPr>
          <p:spPr>
            <a:xfrm>
              <a:off x="4861116" y="6176963"/>
              <a:ext cx="563372" cy="260350"/>
            </a:xfrm>
            <a:prstGeom prst="roundRect">
              <a:avLst/>
            </a:prstGeom>
            <a:noFill/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182958"/>
                  </a:solidFill>
                  <a:effectLst/>
                  <a:uLnTx/>
                  <a:uFillTx/>
                  <a:latin typeface="Tw Cen MT" panose="020B0602020104020603"/>
                  <a:ea typeface="+mn-ea"/>
                  <a:cs typeface="+mn-cs"/>
                </a:rPr>
                <a:t>2030</a:t>
              </a:r>
            </a:p>
          </p:txBody>
        </p:sp>
      </p:grpSp>
      <p:sp>
        <p:nvSpPr>
          <p:cNvPr id="62" name="Rectangle 61">
            <a:extLst>
              <a:ext uri="{FF2B5EF4-FFF2-40B4-BE49-F238E27FC236}">
                <a16:creationId xmlns:a16="http://schemas.microsoft.com/office/drawing/2014/main" id="{DC37E1A4-0D45-E3FA-1099-5F2BD394EF3E}"/>
              </a:ext>
            </a:extLst>
          </p:cNvPr>
          <p:cNvSpPr/>
          <p:nvPr>
            <p:custDataLst>
              <p:tags r:id="rId52"/>
            </p:custDataLst>
          </p:nvPr>
        </p:nvSpPr>
        <p:spPr bwMode="auto">
          <a:xfrm>
            <a:off x="7007225" y="2955925"/>
            <a:ext cx="160338" cy="120650"/>
          </a:xfrm>
          <a:prstGeom prst="rect">
            <a:avLst/>
          </a:prstGeom>
          <a:solidFill>
            <a:schemeClr val="tx2"/>
          </a:solidFill>
          <a:ln w="3175" cap="rnd" cmpd="sng" algn="ctr">
            <a:solidFill>
              <a:srgbClr val="C9C9C9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079E40AD-1759-1D41-E8DC-FC9CF881091F}"/>
              </a:ext>
            </a:extLst>
          </p:cNvPr>
          <p:cNvSpPr/>
          <p:nvPr>
            <p:custDataLst>
              <p:tags r:id="rId53"/>
            </p:custDataLst>
          </p:nvPr>
        </p:nvSpPr>
        <p:spPr bwMode="auto">
          <a:xfrm>
            <a:off x="7745413" y="2955925"/>
            <a:ext cx="160338" cy="120650"/>
          </a:xfrm>
          <a:prstGeom prst="rect">
            <a:avLst/>
          </a:prstGeom>
          <a:solidFill>
            <a:srgbClr val="7094D3"/>
          </a:solidFill>
          <a:ln w="3175" cap="rnd" cmpd="sng" algn="ctr">
            <a:solidFill>
              <a:srgbClr val="C9C9C9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2C017830-7D18-43E8-5804-6FBE415C6F9E}"/>
              </a:ext>
            </a:extLst>
          </p:cNvPr>
          <p:cNvSpPr/>
          <p:nvPr>
            <p:custDataLst>
              <p:tags r:id="rId54"/>
            </p:custDataLst>
          </p:nvPr>
        </p:nvSpPr>
        <p:spPr bwMode="auto">
          <a:xfrm>
            <a:off x="8248650" y="2955925"/>
            <a:ext cx="160338" cy="120650"/>
          </a:xfrm>
          <a:prstGeom prst="rect">
            <a:avLst/>
          </a:prstGeom>
          <a:solidFill>
            <a:srgbClr val="CFDBF0"/>
          </a:solidFill>
          <a:ln w="3175" cap="rnd" cmpd="sng" algn="ctr">
            <a:solidFill>
              <a:srgbClr val="C9C9C9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65" name="Text Placeholder 3">
            <a:extLst>
              <a:ext uri="{FF2B5EF4-FFF2-40B4-BE49-F238E27FC236}">
                <a16:creationId xmlns:a16="http://schemas.microsoft.com/office/drawing/2014/main" id="{E4D4AB43-0B32-05D0-329E-6844BA3854B2}"/>
              </a:ext>
            </a:extLst>
          </p:cNvPr>
          <p:cNvSpPr>
            <a:spLocks/>
          </p:cNvSpPr>
          <p:nvPr>
            <p:custDataLst>
              <p:tags r:id="rId55"/>
            </p:custDataLst>
          </p:nvPr>
        </p:nvSpPr>
        <p:spPr bwMode="auto">
          <a:xfrm>
            <a:off x="7218363" y="2941638"/>
            <a:ext cx="425450" cy="15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900" dirty="0"/>
              <a:t>Non-BBM</a:t>
            </a:r>
            <a:endParaRPr kumimoji="0" lang="en-US" sz="900" b="0" i="0" strike="noStrike" kern="1200" cap="none" spc="0" normalizeH="0" baseline="0" noProof="0" dirty="0">
              <a:ln>
                <a:noFill/>
              </a:ln>
              <a:effectLst/>
              <a:uLnTx/>
              <a:uFillTx/>
              <a:sym typeface="Trebuchet MS" panose="020B0603020202020204" pitchFamily="34" charset="0"/>
            </a:endParaRPr>
          </a:p>
        </p:txBody>
      </p:sp>
      <p:sp>
        <p:nvSpPr>
          <p:cNvPr id="66" name="Text Placeholder 3">
            <a:extLst>
              <a:ext uri="{FF2B5EF4-FFF2-40B4-BE49-F238E27FC236}">
                <a16:creationId xmlns:a16="http://schemas.microsoft.com/office/drawing/2014/main" id="{9E315386-0B70-65E7-9FD7-4FD7489BB507}"/>
              </a:ext>
            </a:extLst>
          </p:cNvPr>
          <p:cNvSpPr>
            <a:spLocks/>
          </p:cNvSpPr>
          <p:nvPr>
            <p:custDataLst>
              <p:tags r:id="rId56"/>
            </p:custDataLst>
          </p:nvPr>
        </p:nvSpPr>
        <p:spPr bwMode="auto">
          <a:xfrm>
            <a:off x="7956550" y="2941638"/>
            <a:ext cx="190500" cy="15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  <a:defRPr/>
            </a:pPr>
            <a:fld id="{17A419F8-3174-4DEF-BE50-FC6377E58443}" type="datetime'''''''''''L''''''''''''''P''''''''''''''''''''''''''G'''''''''">
              <a:rPr lang="en-US" altLang="en-US" sz="900" smtClean="0"/>
              <a:pPr lvl="0">
                <a:spcBef>
                  <a:spcPct val="0"/>
                </a:spcBef>
                <a:spcAft>
                  <a:spcPct val="0"/>
                </a:spcAft>
                <a:defRPr/>
              </a:pPr>
              <a:t>LPG</a:t>
            </a:fld>
            <a:endParaRPr kumimoji="0" lang="en-US" sz="900" b="0" i="0" strike="noStrike" kern="1200" cap="none" spc="0" normalizeH="0" baseline="0" noProof="0">
              <a:ln>
                <a:noFill/>
              </a:ln>
              <a:effectLst/>
              <a:uLnTx/>
              <a:uFillTx/>
              <a:sym typeface="Trebuchet MS" panose="020B0603020202020204" pitchFamily="34" charset="0"/>
            </a:endParaRPr>
          </a:p>
        </p:txBody>
      </p:sp>
      <p:sp>
        <p:nvSpPr>
          <p:cNvPr id="67" name="Text Placeholder 3">
            <a:extLst>
              <a:ext uri="{FF2B5EF4-FFF2-40B4-BE49-F238E27FC236}">
                <a16:creationId xmlns:a16="http://schemas.microsoft.com/office/drawing/2014/main" id="{5F355479-2F58-79BD-7616-BE342224FA06}"/>
              </a:ext>
            </a:extLst>
          </p:cNvPr>
          <p:cNvSpPr>
            <a:spLocks/>
          </p:cNvSpPr>
          <p:nvPr>
            <p:custDataLst>
              <p:tags r:id="rId57"/>
            </p:custDataLst>
          </p:nvPr>
        </p:nvSpPr>
        <p:spPr bwMode="auto">
          <a:xfrm>
            <a:off x="8459788" y="2941638"/>
            <a:ext cx="203200" cy="15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  <a:defRPr/>
            </a:pPr>
            <a:fld id="{0C16EB53-B402-41A0-A426-D0A4772C533C}" type="datetime'''''''B''''''''''''B''''''''''''''M'''''''''''''''">
              <a:rPr lang="en-US" altLang="en-US" sz="900" smtClean="0"/>
              <a:pPr/>
              <a:t>BBM</a:t>
            </a:fld>
            <a:endParaRPr kumimoji="0" lang="en-US" sz="900" b="0" i="0" strike="noStrike" kern="1200" cap="none" spc="0" normalizeH="0" baseline="0" noProof="0">
              <a:ln>
                <a:noFill/>
              </a:ln>
              <a:effectLst/>
              <a:uLnTx/>
              <a:uFillTx/>
              <a:sym typeface="Trebuchet MS" panose="020B0603020202020204" pitchFamily="34" charset="0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CF605B74-9D25-AE80-8533-4A32E118628A}"/>
              </a:ext>
            </a:extLst>
          </p:cNvPr>
          <p:cNvSpPr/>
          <p:nvPr>
            <p:custDataLst>
              <p:tags r:id="rId58"/>
            </p:custDataLst>
          </p:nvPr>
        </p:nvSpPr>
        <p:spPr bwMode="auto">
          <a:xfrm>
            <a:off x="7024688" y="4313238"/>
            <a:ext cx="160338" cy="120650"/>
          </a:xfrm>
          <a:prstGeom prst="rect">
            <a:avLst/>
          </a:prstGeom>
          <a:solidFill>
            <a:schemeClr val="accent4"/>
          </a:solidFill>
          <a:ln w="3175" cap="rnd" cmpd="sng" algn="ctr">
            <a:solidFill>
              <a:srgbClr val="C9C9C9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71" name="Text Placeholder 3">
            <a:extLst>
              <a:ext uri="{FF2B5EF4-FFF2-40B4-BE49-F238E27FC236}">
                <a16:creationId xmlns:a16="http://schemas.microsoft.com/office/drawing/2014/main" id="{43D50F5F-5186-295E-8805-85C9487B6B73}"/>
              </a:ext>
            </a:extLst>
          </p:cNvPr>
          <p:cNvSpPr>
            <a:spLocks/>
          </p:cNvSpPr>
          <p:nvPr>
            <p:custDataLst>
              <p:tags r:id="rId59"/>
            </p:custDataLst>
          </p:nvPr>
        </p:nvSpPr>
        <p:spPr bwMode="auto">
          <a:xfrm>
            <a:off x="7235825" y="4298950"/>
            <a:ext cx="406400" cy="15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  <a:defRPr/>
            </a:pPr>
            <a:fld id="{3A73E17B-CC57-4340-B456-039F15F8C6EF}" type="datetime'G''a''''s''''''''''o''''l''i''''''''ne'''''''''''''''''''''">
              <a:rPr lang="en-US" altLang="en-US" sz="900" smtClean="0"/>
              <a:pPr/>
              <a:t>Gasoline</a:t>
            </a:fld>
            <a:endParaRPr kumimoji="0" lang="en-US" sz="900" b="0" i="0" strike="noStrike" kern="1200" cap="none" spc="0" normalizeH="0" baseline="0" noProof="0">
              <a:ln>
                <a:noFill/>
              </a:ln>
              <a:effectLst/>
              <a:uLnTx/>
              <a:uFillTx/>
              <a:sym typeface="Trebuchet MS" panose="020B0603020202020204" pitchFamily="34" charset="0"/>
            </a:endParaRPr>
          </a:p>
        </p:txBody>
      </p:sp>
      <p:graphicFrame>
        <p:nvGraphicFramePr>
          <p:cNvPr id="234" name="Chart 233">
            <a:extLst>
              <a:ext uri="{FF2B5EF4-FFF2-40B4-BE49-F238E27FC236}">
                <a16:creationId xmlns:a16="http://schemas.microsoft.com/office/drawing/2014/main" id="{0BA161BD-0E3C-44C9-33D6-DFBEFF0ED5A1}"/>
              </a:ext>
            </a:extLst>
          </p:cNvPr>
          <p:cNvGraphicFramePr/>
          <p:nvPr>
            <p:custDataLst>
              <p:tags r:id="rId60"/>
            </p:custDataLst>
            <p:extLst>
              <p:ext uri="{D42A27DB-BD31-4B8C-83A1-F6EECF244321}">
                <p14:modId xmlns:p14="http://schemas.microsoft.com/office/powerpoint/2010/main" val="2586465861"/>
              </p:ext>
            </p:extLst>
          </p:nvPr>
        </p:nvGraphicFramePr>
        <p:xfrm>
          <a:off x="1412875" y="2001838"/>
          <a:ext cx="4011613" cy="10064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0"/>
          </a:graphicData>
        </a:graphic>
      </p:graphicFrame>
      <p:sp>
        <p:nvSpPr>
          <p:cNvPr id="73" name="Text Placeholder 3">
            <a:extLst>
              <a:ext uri="{FF2B5EF4-FFF2-40B4-BE49-F238E27FC236}">
                <a16:creationId xmlns:a16="http://schemas.microsoft.com/office/drawing/2014/main" id="{91162654-20FC-0291-CC68-83BA3B686C6A}"/>
              </a:ext>
            </a:extLst>
          </p:cNvPr>
          <p:cNvSpPr>
            <a:spLocks/>
          </p:cNvSpPr>
          <p:nvPr>
            <p:custDataLst>
              <p:tags r:id="rId61"/>
            </p:custDataLst>
          </p:nvPr>
        </p:nvSpPr>
        <p:spPr bwMode="gray">
          <a:xfrm>
            <a:off x="1768475" y="2306638"/>
            <a:ext cx="95250" cy="150813"/>
          </a:xfrm>
          <a:prstGeom prst="rect">
            <a:avLst/>
          </a:prstGeom>
          <a:solidFill>
            <a:srgbClr val="182A4B"/>
          </a:solidFill>
          <a:ln>
            <a:noFill/>
          </a:ln>
          <a:effectLst/>
        </p:spPr>
        <p:txBody>
          <a:bodyPr vert="horz" wrap="none" lIns="15875" tIns="0" rIns="1587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2F5597"/>
              </a:buClr>
              <a:buSzTx/>
              <a:buFont typeface="Arial" panose="020B0604020202020204" pitchFamily="34" charset="0"/>
              <a:buChar char="​"/>
              <a:tabLst/>
              <a:defRPr/>
            </a:pPr>
            <a:fld id="{0FA4864D-7E83-4E87-918E-D8C0119E5560}" type="datetime'''''''''''0'''''''''''''''''''''''''''''''''''''''''''''''''''">
              <a:rPr lang="en-US" altLang="en-US" sz="900" smtClean="0">
                <a:solidFill>
                  <a:srgbClr val="FFFFFF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2F5597"/>
                </a:buClr>
                <a:buSzTx/>
                <a:buFont typeface="Arial" panose="020B0604020202020204" pitchFamily="34" charset="0"/>
                <a:buChar char="​"/>
                <a:tabLst/>
                <a:defRPr/>
              </a:pPr>
              <a:t>0</a:t>
            </a:fld>
            <a:endParaRPr kumimoji="0" lang="en-US" sz="900" b="0" i="0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sym typeface="Trebuchet MS" panose="020B0603020202020204" pitchFamily="34" charset="0"/>
            </a:endParaRPr>
          </a:p>
        </p:txBody>
      </p:sp>
      <p:sp>
        <p:nvSpPr>
          <p:cNvPr id="211" name="Text Placeholder 3">
            <a:extLst>
              <a:ext uri="{FF2B5EF4-FFF2-40B4-BE49-F238E27FC236}">
                <a16:creationId xmlns:a16="http://schemas.microsoft.com/office/drawing/2014/main" id="{E1BDF3B3-B98B-0BF1-D68B-65B1F4623ECC}"/>
              </a:ext>
            </a:extLst>
          </p:cNvPr>
          <p:cNvSpPr>
            <a:spLocks/>
          </p:cNvSpPr>
          <p:nvPr>
            <p:custDataLst>
              <p:tags r:id="rId62"/>
            </p:custDataLst>
          </p:nvPr>
        </p:nvSpPr>
        <p:spPr bwMode="gray">
          <a:xfrm>
            <a:off x="1522413" y="2366963"/>
            <a:ext cx="158750" cy="150813"/>
          </a:xfrm>
          <a:prstGeom prst="rect">
            <a:avLst/>
          </a:prstGeom>
          <a:solidFill>
            <a:srgbClr val="7094D3"/>
          </a:solidFill>
          <a:ln>
            <a:noFill/>
          </a:ln>
          <a:effectLst/>
        </p:spPr>
        <p:txBody>
          <a:bodyPr vert="horz" wrap="none" lIns="15875" tIns="0" rIns="1587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FD36B9B6-7592-46CE-B26D-A0A692A88B50}" type="datetime'''''''''''''''''''''''''''9''''''''''''''''''''''0'''''">
              <a:rPr lang="en-US" altLang="en-US" sz="900" smtClean="0">
                <a:solidFill>
                  <a:srgbClr val="FFFFFF"/>
                </a:solidFill>
                <a:effectLst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90</a:t>
            </a:fld>
            <a:endParaRPr lang="en-US" sz="900" dirty="0">
              <a:solidFill>
                <a:srgbClr val="FFFFFF"/>
              </a:solidFill>
            </a:endParaRPr>
          </a:p>
        </p:txBody>
      </p:sp>
      <p:sp>
        <p:nvSpPr>
          <p:cNvPr id="75" name="Text Placeholder 3">
            <a:extLst>
              <a:ext uri="{FF2B5EF4-FFF2-40B4-BE49-F238E27FC236}">
                <a16:creationId xmlns:a16="http://schemas.microsoft.com/office/drawing/2014/main" id="{0F66C023-9B89-F670-E27E-DD159FF1F706}"/>
              </a:ext>
            </a:extLst>
          </p:cNvPr>
          <p:cNvSpPr>
            <a:spLocks/>
          </p:cNvSpPr>
          <p:nvPr>
            <p:custDataLst>
              <p:tags r:id="rId63"/>
            </p:custDataLst>
          </p:nvPr>
        </p:nvSpPr>
        <p:spPr bwMode="gray">
          <a:xfrm>
            <a:off x="2592388" y="2286000"/>
            <a:ext cx="158750" cy="150813"/>
          </a:xfrm>
          <a:prstGeom prst="rect">
            <a:avLst/>
          </a:prstGeom>
          <a:solidFill>
            <a:srgbClr val="182A4B"/>
          </a:solidFill>
          <a:ln>
            <a:noFill/>
          </a:ln>
          <a:effectLst/>
        </p:spPr>
        <p:txBody>
          <a:bodyPr vert="horz" wrap="none" lIns="15875" tIns="0" rIns="1587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06687136-239B-4442-9D36-9B15D8A2FB32}" type="datetime'''''''''''''''''''''''''''''''''''''''''''''''''''4''''''0'">
              <a:rPr lang="en-US" altLang="en-US" sz="900" smtClean="0">
                <a:solidFill>
                  <a:srgbClr val="FFFFFF"/>
                </a:solidFill>
                <a:effectLst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40</a:t>
            </a:fld>
            <a:endParaRPr lang="en-US" sz="900">
              <a:solidFill>
                <a:srgbClr val="FFFFFF"/>
              </a:solidFill>
            </a:endParaRPr>
          </a:p>
        </p:txBody>
      </p:sp>
      <p:sp>
        <p:nvSpPr>
          <p:cNvPr id="76" name="Text Placeholder 3">
            <a:extLst>
              <a:ext uri="{FF2B5EF4-FFF2-40B4-BE49-F238E27FC236}">
                <a16:creationId xmlns:a16="http://schemas.microsoft.com/office/drawing/2014/main" id="{34413D1E-2182-6377-63F8-97827C132423}"/>
              </a:ext>
            </a:extLst>
          </p:cNvPr>
          <p:cNvSpPr>
            <a:spLocks/>
          </p:cNvSpPr>
          <p:nvPr>
            <p:custDataLst>
              <p:tags r:id="rId64"/>
            </p:custDataLst>
          </p:nvPr>
        </p:nvSpPr>
        <p:spPr bwMode="gray">
          <a:xfrm>
            <a:off x="3446463" y="2271713"/>
            <a:ext cx="158750" cy="150813"/>
          </a:xfrm>
          <a:prstGeom prst="rect">
            <a:avLst/>
          </a:prstGeom>
          <a:solidFill>
            <a:srgbClr val="182A4B"/>
          </a:solidFill>
          <a:ln>
            <a:noFill/>
          </a:ln>
          <a:effectLst/>
        </p:spPr>
        <p:txBody>
          <a:bodyPr vert="horz" wrap="none" lIns="15875" tIns="0" rIns="1587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9BD8D694-31DA-470B-BD8D-D914244D5104}" type="datetime'7''''''''''''''''''''''''''''''''0'''">
              <a:rPr lang="en-US" altLang="en-US" sz="900" smtClean="0">
                <a:solidFill>
                  <a:srgbClr val="FFFFFF"/>
                </a:solidFill>
                <a:effectLst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70</a:t>
            </a:fld>
            <a:endParaRPr lang="en-US" sz="900">
              <a:solidFill>
                <a:srgbClr val="FFFFFF"/>
              </a:solidFill>
            </a:endParaRPr>
          </a:p>
        </p:txBody>
      </p:sp>
      <p:sp>
        <p:nvSpPr>
          <p:cNvPr id="77" name="Text Placeholder 3">
            <a:extLst>
              <a:ext uri="{FF2B5EF4-FFF2-40B4-BE49-F238E27FC236}">
                <a16:creationId xmlns:a16="http://schemas.microsoft.com/office/drawing/2014/main" id="{45AF755D-BB09-0BC9-6171-D22CA5F96897}"/>
              </a:ext>
            </a:extLst>
          </p:cNvPr>
          <p:cNvSpPr>
            <a:spLocks/>
          </p:cNvSpPr>
          <p:nvPr>
            <p:custDataLst>
              <p:tags r:id="rId65"/>
            </p:custDataLst>
          </p:nvPr>
        </p:nvSpPr>
        <p:spPr bwMode="gray">
          <a:xfrm>
            <a:off x="1601788" y="2155825"/>
            <a:ext cx="212725" cy="15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5875" tIns="0" rIns="15875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  <a:defRPr/>
            </a:pPr>
            <a:fld id="{D92C04C7-6D06-4DDC-A536-DEE3E8C5EEB4}" type="datetime'''''''''3''''''''''''''''''1''''''''''''5'''''''''''''''''">
              <a:rPr lang="en-US" altLang="en-US" sz="900" b="1" smtClean="0"/>
              <a:pPr lvl="0" algn="ctr">
                <a:spcBef>
                  <a:spcPct val="0"/>
                </a:spcBef>
                <a:spcAft>
                  <a:spcPct val="0"/>
                </a:spcAft>
                <a:defRPr/>
              </a:pPr>
              <a:t>315</a:t>
            </a:fld>
            <a:endParaRPr kumimoji="0" lang="en-US" sz="900" b="1" i="0" strike="noStrike" kern="1200" cap="none" spc="0" normalizeH="0" baseline="0" noProof="0">
              <a:ln>
                <a:noFill/>
              </a:ln>
              <a:effectLst/>
              <a:uLnTx/>
              <a:uFillTx/>
              <a:sym typeface="Trebuchet MS" panose="020B0603020202020204" pitchFamily="34" charset="0"/>
            </a:endParaRPr>
          </a:p>
        </p:txBody>
      </p:sp>
      <p:sp>
        <p:nvSpPr>
          <p:cNvPr id="78" name="Text Placeholder 3">
            <a:extLst>
              <a:ext uri="{FF2B5EF4-FFF2-40B4-BE49-F238E27FC236}">
                <a16:creationId xmlns:a16="http://schemas.microsoft.com/office/drawing/2014/main" id="{707E7716-B468-05C6-8B1F-49F0136281FF}"/>
              </a:ext>
            </a:extLst>
          </p:cNvPr>
          <p:cNvSpPr>
            <a:spLocks/>
          </p:cNvSpPr>
          <p:nvPr>
            <p:custDataLst>
              <p:tags r:id="rId66"/>
            </p:custDataLst>
          </p:nvPr>
        </p:nvSpPr>
        <p:spPr bwMode="gray">
          <a:xfrm>
            <a:off x="2457450" y="2135188"/>
            <a:ext cx="212725" cy="15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5875" tIns="0" rIns="15875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  <a:defRPr/>
            </a:pPr>
            <a:fld id="{A8653A23-4395-406D-8D01-9B71056CC98D}" type="datetime'''35''''''''''''''''''0'''''''''''''''''''">
              <a:rPr lang="en-US" altLang="en-US" sz="900" b="1" smtClean="0"/>
              <a:pPr lvl="0" algn="ctr">
                <a:spcBef>
                  <a:spcPct val="0"/>
                </a:spcBef>
                <a:spcAft>
                  <a:spcPct val="0"/>
                </a:spcAft>
                <a:defRPr/>
              </a:pPr>
              <a:t>350</a:t>
            </a:fld>
            <a:endParaRPr kumimoji="0" lang="en-US" sz="900" b="1" i="0" strike="noStrike" kern="1200" cap="none" spc="0" normalizeH="0" baseline="0" noProof="0">
              <a:ln>
                <a:noFill/>
              </a:ln>
              <a:effectLst/>
              <a:uLnTx/>
              <a:uFillTx/>
              <a:sym typeface="Trebuchet MS" panose="020B0603020202020204" pitchFamily="34" charset="0"/>
            </a:endParaRPr>
          </a:p>
        </p:txBody>
      </p:sp>
      <p:sp>
        <p:nvSpPr>
          <p:cNvPr id="79" name="Text Placeholder 3">
            <a:extLst>
              <a:ext uri="{FF2B5EF4-FFF2-40B4-BE49-F238E27FC236}">
                <a16:creationId xmlns:a16="http://schemas.microsoft.com/office/drawing/2014/main" id="{942121ED-EFE5-2144-2473-33FD4A48AFFD}"/>
              </a:ext>
            </a:extLst>
          </p:cNvPr>
          <p:cNvSpPr>
            <a:spLocks/>
          </p:cNvSpPr>
          <p:nvPr>
            <p:custDataLst>
              <p:tags r:id="rId67"/>
            </p:custDataLst>
          </p:nvPr>
        </p:nvSpPr>
        <p:spPr bwMode="gray">
          <a:xfrm>
            <a:off x="3311525" y="2120900"/>
            <a:ext cx="212725" cy="15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5875" tIns="0" rIns="15875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  <a:defRPr/>
            </a:pPr>
            <a:fld id="{03FE7046-9C46-4AF5-A575-E7CE97244C32}" type="datetime'''''''''''''''''''''''''''''''''3''''''75'''''''">
              <a:rPr lang="en-US" altLang="en-US" sz="900" b="1" smtClean="0"/>
              <a:pPr lvl="0" algn="ctr">
                <a:spcBef>
                  <a:spcPct val="0"/>
                </a:spcBef>
                <a:spcAft>
                  <a:spcPct val="0"/>
                </a:spcAft>
                <a:defRPr/>
              </a:pPr>
              <a:t>375</a:t>
            </a:fld>
            <a:endParaRPr kumimoji="0" lang="en-US" sz="900" b="1" i="0" strike="noStrike" kern="1200" cap="none" spc="0" normalizeH="0" baseline="0" noProof="0">
              <a:ln>
                <a:noFill/>
              </a:ln>
              <a:effectLst/>
              <a:uLnTx/>
              <a:uFillTx/>
              <a:sym typeface="Trebuchet MS" panose="020B0603020202020204" pitchFamily="34" charset="0"/>
            </a:endParaRPr>
          </a:p>
        </p:txBody>
      </p:sp>
      <p:sp>
        <p:nvSpPr>
          <p:cNvPr id="80" name="Text Placeholder 3">
            <a:extLst>
              <a:ext uri="{FF2B5EF4-FFF2-40B4-BE49-F238E27FC236}">
                <a16:creationId xmlns:a16="http://schemas.microsoft.com/office/drawing/2014/main" id="{8E21748E-0525-93B3-942A-553E485DA947}"/>
              </a:ext>
            </a:extLst>
          </p:cNvPr>
          <p:cNvSpPr>
            <a:spLocks/>
          </p:cNvSpPr>
          <p:nvPr>
            <p:custDataLst>
              <p:tags r:id="rId68"/>
            </p:custDataLst>
          </p:nvPr>
        </p:nvSpPr>
        <p:spPr bwMode="gray">
          <a:xfrm>
            <a:off x="4167188" y="2097088"/>
            <a:ext cx="212725" cy="15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5875" tIns="0" rIns="15875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  <a:defRPr/>
            </a:pPr>
            <a:fld id="{C7EAA783-6A8E-446E-B7A3-E20E7BD8A72F}" type="datetime'''''''''''''''''''''''''''''''''''''''3''''''''''''''''''95'">
              <a:rPr lang="en-US" altLang="en-US" sz="900" b="1" smtClean="0"/>
              <a:pPr lvl="0" algn="ctr">
                <a:spcBef>
                  <a:spcPct val="0"/>
                </a:spcBef>
                <a:spcAft>
                  <a:spcPct val="0"/>
                </a:spcAft>
                <a:defRPr/>
              </a:pPr>
              <a:t>395</a:t>
            </a:fld>
            <a:endParaRPr kumimoji="0" lang="en-US" sz="900" b="1" i="0" strike="noStrike" kern="1200" cap="none" spc="0" normalizeH="0" baseline="0" noProof="0">
              <a:ln>
                <a:noFill/>
              </a:ln>
              <a:effectLst/>
              <a:uLnTx/>
              <a:uFillTx/>
              <a:sym typeface="Trebuchet MS" panose="020B0603020202020204" pitchFamily="34" charset="0"/>
            </a:endParaRPr>
          </a:p>
        </p:txBody>
      </p:sp>
      <p:sp>
        <p:nvSpPr>
          <p:cNvPr id="81" name="Text Placeholder 3">
            <a:extLst>
              <a:ext uri="{FF2B5EF4-FFF2-40B4-BE49-F238E27FC236}">
                <a16:creationId xmlns:a16="http://schemas.microsoft.com/office/drawing/2014/main" id="{C66AC2F3-4BBC-CB58-F85C-D275A45E9360}"/>
              </a:ext>
            </a:extLst>
          </p:cNvPr>
          <p:cNvSpPr>
            <a:spLocks/>
          </p:cNvSpPr>
          <p:nvPr>
            <p:custDataLst>
              <p:tags r:id="rId69"/>
            </p:custDataLst>
          </p:nvPr>
        </p:nvSpPr>
        <p:spPr bwMode="gray">
          <a:xfrm>
            <a:off x="5021263" y="2030413"/>
            <a:ext cx="212725" cy="15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5875" tIns="0" rIns="15875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  <a:defRPr/>
            </a:pPr>
            <a:fld id="{23DE0CA9-6729-4E59-AB30-4BB26E42FEEE}" type="datetime'''''''''''''''''''''4''4''''5'''''''''''''''''''''''''''''">
              <a:rPr lang="en-US" altLang="en-US" sz="900" b="1" smtClean="0"/>
              <a:pPr lvl="0" algn="ctr">
                <a:spcBef>
                  <a:spcPct val="0"/>
                </a:spcBef>
                <a:spcAft>
                  <a:spcPct val="0"/>
                </a:spcAft>
                <a:defRPr/>
              </a:pPr>
              <a:t>445</a:t>
            </a:fld>
            <a:endParaRPr kumimoji="0" lang="en-US" sz="900" b="1" i="0" strike="noStrike" kern="1200" cap="none" spc="0" normalizeH="0" baseline="0" noProof="0">
              <a:ln>
                <a:noFill/>
              </a:ln>
              <a:effectLst/>
              <a:uLnTx/>
              <a:uFillTx/>
              <a:sym typeface="Trebuchet MS" panose="020B0603020202020204" pitchFamily="34" charset="0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9BD35686-9D29-8D76-145C-390B00F3E4BD}"/>
              </a:ext>
            </a:extLst>
          </p:cNvPr>
          <p:cNvSpPr/>
          <p:nvPr>
            <p:custDataLst>
              <p:tags r:id="rId70"/>
            </p:custDataLst>
          </p:nvPr>
        </p:nvSpPr>
        <p:spPr bwMode="auto">
          <a:xfrm>
            <a:off x="1438275" y="1550988"/>
            <a:ext cx="160338" cy="120650"/>
          </a:xfrm>
          <a:prstGeom prst="rect">
            <a:avLst/>
          </a:prstGeom>
          <a:solidFill>
            <a:srgbClr val="182A4B"/>
          </a:solidFill>
          <a:ln w="3175" cap="rnd" cmpd="sng" algn="ctr">
            <a:solidFill>
              <a:srgbClr val="C9C9C9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11844C65-FF23-BB10-F086-5696EF0246F7}"/>
              </a:ext>
            </a:extLst>
          </p:cNvPr>
          <p:cNvSpPr/>
          <p:nvPr>
            <p:custDataLst>
              <p:tags r:id="rId71"/>
            </p:custDataLst>
          </p:nvPr>
        </p:nvSpPr>
        <p:spPr bwMode="auto">
          <a:xfrm>
            <a:off x="1984375" y="1550988"/>
            <a:ext cx="160338" cy="120650"/>
          </a:xfrm>
          <a:prstGeom prst="rect">
            <a:avLst/>
          </a:prstGeom>
          <a:solidFill>
            <a:srgbClr val="7094D3"/>
          </a:solidFill>
          <a:ln w="3175" cap="rnd" cmpd="sng" algn="ctr">
            <a:solidFill>
              <a:srgbClr val="C9C9C9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4668E3A6-C1E6-52DD-9BF4-83FACBFA0000}"/>
              </a:ext>
            </a:extLst>
          </p:cNvPr>
          <p:cNvSpPr/>
          <p:nvPr>
            <p:custDataLst>
              <p:tags r:id="rId72"/>
            </p:custDataLst>
          </p:nvPr>
        </p:nvSpPr>
        <p:spPr bwMode="auto">
          <a:xfrm>
            <a:off x="2874963" y="1550988"/>
            <a:ext cx="160338" cy="120650"/>
          </a:xfrm>
          <a:prstGeom prst="rect">
            <a:avLst/>
          </a:prstGeom>
          <a:solidFill>
            <a:schemeClr val="tx2"/>
          </a:solidFill>
          <a:ln w="3175" cap="rnd" cmpd="sng" algn="ctr">
            <a:solidFill>
              <a:srgbClr val="C9C9C9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85" name="Text Placeholder 3">
            <a:extLst>
              <a:ext uri="{FF2B5EF4-FFF2-40B4-BE49-F238E27FC236}">
                <a16:creationId xmlns:a16="http://schemas.microsoft.com/office/drawing/2014/main" id="{1C2EE76A-940F-88B4-F2CA-D37249624097}"/>
              </a:ext>
            </a:extLst>
          </p:cNvPr>
          <p:cNvSpPr>
            <a:spLocks/>
          </p:cNvSpPr>
          <p:nvPr>
            <p:custDataLst>
              <p:tags r:id="rId73"/>
            </p:custDataLst>
          </p:nvPr>
        </p:nvSpPr>
        <p:spPr bwMode="auto">
          <a:xfrm>
            <a:off x="1649413" y="1536700"/>
            <a:ext cx="233363" cy="15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  <a:defRPr/>
            </a:pPr>
            <a:fld id="{6BD6FC90-8F4E-4B11-A726-125D54A4F1DA}" type="datetime'''''''''''''''''M''''''''''''''&amp;''''''''''''''''A'''">
              <a:rPr lang="en-US" altLang="en-US" sz="900" smtClean="0"/>
              <a:pPr lvl="0">
                <a:spcBef>
                  <a:spcPct val="0"/>
                </a:spcBef>
                <a:spcAft>
                  <a:spcPct val="0"/>
                </a:spcAft>
                <a:defRPr/>
              </a:pPr>
              <a:t>M&amp;A</a:t>
            </a:fld>
            <a:endParaRPr kumimoji="0" lang="en-US" sz="900" b="0" i="0" strike="noStrike" kern="1200" cap="none" spc="0" normalizeH="0" baseline="0" noProof="0">
              <a:ln>
                <a:noFill/>
              </a:ln>
              <a:effectLst/>
              <a:uLnTx/>
              <a:uFillTx/>
              <a:sym typeface="Trebuchet MS" panose="020B0603020202020204" pitchFamily="34" charset="0"/>
            </a:endParaRPr>
          </a:p>
        </p:txBody>
      </p:sp>
      <p:sp>
        <p:nvSpPr>
          <p:cNvPr id="86" name="Text Placeholder 3">
            <a:extLst>
              <a:ext uri="{FF2B5EF4-FFF2-40B4-BE49-F238E27FC236}">
                <a16:creationId xmlns:a16="http://schemas.microsoft.com/office/drawing/2014/main" id="{8553F877-D150-3822-E62B-C7ED5FAB5606}"/>
              </a:ext>
            </a:extLst>
          </p:cNvPr>
          <p:cNvSpPr>
            <a:spLocks/>
          </p:cNvSpPr>
          <p:nvPr>
            <p:custDataLst>
              <p:tags r:id="rId74"/>
            </p:custDataLst>
          </p:nvPr>
        </p:nvSpPr>
        <p:spPr bwMode="auto">
          <a:xfrm>
            <a:off x="2195513" y="1536700"/>
            <a:ext cx="577850" cy="15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  <a:defRPr/>
            </a:pPr>
            <a:fld id="{E80B9278-0205-4AF8-82B8-BBC655FAD671}" type="datetime'''I''n''tern''a''''''''s''''''''i''''on''''''a''l'''''''''''''">
              <a:rPr lang="en-US" altLang="en-US" sz="900" smtClean="0"/>
              <a:pPr lvl="0">
                <a:spcBef>
                  <a:spcPct val="0"/>
                </a:spcBef>
                <a:spcAft>
                  <a:spcPct val="0"/>
                </a:spcAft>
                <a:defRPr/>
              </a:pPr>
              <a:t>Internasional</a:t>
            </a:fld>
            <a:endParaRPr kumimoji="0" lang="en-US" sz="900" b="0" i="0" strike="noStrike" kern="1200" cap="none" spc="0" normalizeH="0" baseline="0" noProof="0">
              <a:ln>
                <a:noFill/>
              </a:ln>
              <a:effectLst/>
              <a:uLnTx/>
              <a:uFillTx/>
              <a:sym typeface="Trebuchet MS" panose="020B0603020202020204" pitchFamily="34" charset="0"/>
            </a:endParaRPr>
          </a:p>
        </p:txBody>
      </p:sp>
      <p:sp>
        <p:nvSpPr>
          <p:cNvPr id="87" name="Text Placeholder 3">
            <a:extLst>
              <a:ext uri="{FF2B5EF4-FFF2-40B4-BE49-F238E27FC236}">
                <a16:creationId xmlns:a16="http://schemas.microsoft.com/office/drawing/2014/main" id="{8D846141-134A-8253-E565-783D85917D73}"/>
              </a:ext>
            </a:extLst>
          </p:cNvPr>
          <p:cNvSpPr>
            <a:spLocks/>
          </p:cNvSpPr>
          <p:nvPr>
            <p:custDataLst>
              <p:tags r:id="rId75"/>
            </p:custDataLst>
          </p:nvPr>
        </p:nvSpPr>
        <p:spPr bwMode="auto">
          <a:xfrm>
            <a:off x="3086100" y="1536700"/>
            <a:ext cx="404813" cy="15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  <a:defRPr/>
            </a:pPr>
            <a:fld id="{10236DCA-D1B2-48F9-9F02-140DDDA2AC44}" type="datetime'''D''''o''me''st''''''''i''''''''''''''''''''''''k'''''">
              <a:rPr lang="en-US" altLang="en-US" sz="900" smtClean="0"/>
              <a:pPr lvl="0">
                <a:spcBef>
                  <a:spcPct val="0"/>
                </a:spcBef>
                <a:spcAft>
                  <a:spcPct val="0"/>
                </a:spcAft>
                <a:defRPr/>
              </a:pPr>
              <a:t>Domestik</a:t>
            </a:fld>
            <a:endParaRPr kumimoji="0" lang="en-US" sz="900" b="0" i="0" strike="noStrike" kern="1200" cap="none" spc="0" normalizeH="0" baseline="0" noProof="0">
              <a:ln>
                <a:noFill/>
              </a:ln>
              <a:effectLst/>
              <a:uLnTx/>
              <a:uFillTx/>
              <a:sym typeface="Trebuchet MS" panose="020B0603020202020204" pitchFamily="34" charset="0"/>
            </a:endParaRPr>
          </a:p>
        </p:txBody>
      </p:sp>
      <p:graphicFrame>
        <p:nvGraphicFramePr>
          <p:cNvPr id="275" name="Chart 274">
            <a:extLst>
              <a:ext uri="{FF2B5EF4-FFF2-40B4-BE49-F238E27FC236}">
                <a16:creationId xmlns:a16="http://schemas.microsoft.com/office/drawing/2014/main" id="{BFC26D93-10AE-49ED-89A8-B10CA329A8F4}"/>
              </a:ext>
            </a:extLst>
          </p:cNvPr>
          <p:cNvGraphicFramePr/>
          <p:nvPr>
            <p:custDataLst>
              <p:tags r:id="rId76"/>
            </p:custDataLst>
            <p:extLst>
              <p:ext uri="{D42A27DB-BD31-4B8C-83A1-F6EECF244321}">
                <p14:modId xmlns:p14="http://schemas.microsoft.com/office/powerpoint/2010/main" val="3337136344"/>
              </p:ext>
            </p:extLst>
          </p:nvPr>
        </p:nvGraphicFramePr>
        <p:xfrm>
          <a:off x="1108075" y="4652963"/>
          <a:ext cx="4278313" cy="16144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1"/>
          </a:graphicData>
        </a:graphic>
      </p:graphicFrame>
      <p:sp>
        <p:nvSpPr>
          <p:cNvPr id="89" name="Text Placeholder 3">
            <a:extLst>
              <a:ext uri="{FF2B5EF4-FFF2-40B4-BE49-F238E27FC236}">
                <a16:creationId xmlns:a16="http://schemas.microsoft.com/office/drawing/2014/main" id="{41D51DBD-C07E-75AF-CCE5-0ECD978F991D}"/>
              </a:ext>
            </a:extLst>
          </p:cNvPr>
          <p:cNvSpPr>
            <a:spLocks/>
          </p:cNvSpPr>
          <p:nvPr>
            <p:custDataLst>
              <p:tags r:id="rId77"/>
            </p:custDataLst>
          </p:nvPr>
        </p:nvSpPr>
        <p:spPr bwMode="gray">
          <a:xfrm>
            <a:off x="1727200" y="5294313"/>
            <a:ext cx="158750" cy="150813"/>
          </a:xfrm>
          <a:prstGeom prst="rect">
            <a:avLst/>
          </a:prstGeom>
          <a:solidFill>
            <a:srgbClr val="7094D3"/>
          </a:solidFill>
          <a:ln>
            <a:noFill/>
          </a:ln>
          <a:effectLst/>
        </p:spPr>
        <p:txBody>
          <a:bodyPr vert="horz" wrap="none" lIns="15875" tIns="0" rIns="1587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2F5597"/>
              </a:buClr>
              <a:buSzTx/>
              <a:buFont typeface="Arial" panose="020B0604020202020204" pitchFamily="34" charset="0"/>
              <a:buChar char="​"/>
              <a:tabLst/>
              <a:defRPr/>
            </a:pPr>
            <a:fld id="{923A6CF0-2492-42C2-AEF2-93363B30E432}" type="datetime'''''5''''''''''''''''''''0'''''''">
              <a:rPr lang="en-US" altLang="en-US" sz="900" smtClean="0">
                <a:solidFill>
                  <a:srgbClr val="FFFFFF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2F5597"/>
                </a:buClr>
                <a:buSzTx/>
                <a:buFont typeface="Arial" panose="020B0604020202020204" pitchFamily="34" charset="0"/>
                <a:buChar char="​"/>
                <a:tabLst/>
                <a:defRPr/>
              </a:pPr>
              <a:t>50</a:t>
            </a:fld>
            <a:endParaRPr kumimoji="0" lang="en-US" sz="900" b="0" i="0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90" name="Text Placeholder 3">
            <a:extLst>
              <a:ext uri="{FF2B5EF4-FFF2-40B4-BE49-F238E27FC236}">
                <a16:creationId xmlns:a16="http://schemas.microsoft.com/office/drawing/2014/main" id="{6A21A932-BE1D-E27C-FCC5-1B58650B0E0D}"/>
              </a:ext>
            </a:extLst>
          </p:cNvPr>
          <p:cNvSpPr>
            <a:spLocks/>
          </p:cNvSpPr>
          <p:nvPr>
            <p:custDataLst>
              <p:tags r:id="rId78"/>
            </p:custDataLst>
          </p:nvPr>
        </p:nvSpPr>
        <p:spPr bwMode="gray">
          <a:xfrm>
            <a:off x="2517775" y="5195888"/>
            <a:ext cx="222250" cy="150813"/>
          </a:xfrm>
          <a:prstGeom prst="rect">
            <a:avLst/>
          </a:prstGeom>
          <a:solidFill>
            <a:srgbClr val="7094D3"/>
          </a:solidFill>
          <a:ln>
            <a:noFill/>
          </a:ln>
          <a:effectLst/>
        </p:spPr>
        <p:txBody>
          <a:bodyPr vert="horz" wrap="none" lIns="15875" tIns="0" rIns="1587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2F5597"/>
              </a:buClr>
              <a:buSzTx/>
              <a:buFont typeface="Arial" panose="020B0604020202020204" pitchFamily="34" charset="0"/>
              <a:buChar char="​"/>
              <a:tabLst/>
              <a:defRPr/>
            </a:pPr>
            <a:fld id="{56F41120-D5BD-4BAC-A080-2624FE031D7D}" type="datetime'''''''''''''''''''''''''''''''''''1''''0''''''''''''0'''''''''">
              <a:rPr lang="en-US" altLang="en-US" sz="900" smtClean="0">
                <a:solidFill>
                  <a:srgbClr val="FFFFFF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2F5597"/>
                </a:buClr>
                <a:buSzTx/>
                <a:buFont typeface="Arial" panose="020B0604020202020204" pitchFamily="34" charset="0"/>
                <a:buChar char="​"/>
                <a:tabLst/>
                <a:defRPr/>
              </a:pPr>
              <a:t>100</a:t>
            </a:fld>
            <a:endParaRPr kumimoji="0" lang="en-US" sz="900" b="0" i="0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91" name="Text Placeholder 3">
            <a:extLst>
              <a:ext uri="{FF2B5EF4-FFF2-40B4-BE49-F238E27FC236}">
                <a16:creationId xmlns:a16="http://schemas.microsoft.com/office/drawing/2014/main" id="{844AAEB2-F5DA-BDC9-9FAA-745489BFBCE8}"/>
              </a:ext>
            </a:extLst>
          </p:cNvPr>
          <p:cNvSpPr>
            <a:spLocks/>
          </p:cNvSpPr>
          <p:nvPr>
            <p:custDataLst>
              <p:tags r:id="rId79"/>
            </p:custDataLst>
          </p:nvPr>
        </p:nvSpPr>
        <p:spPr bwMode="gray">
          <a:xfrm>
            <a:off x="3341688" y="5075238"/>
            <a:ext cx="222250" cy="150813"/>
          </a:xfrm>
          <a:prstGeom prst="rect">
            <a:avLst/>
          </a:prstGeom>
          <a:solidFill>
            <a:srgbClr val="7094D3"/>
          </a:solidFill>
          <a:ln>
            <a:noFill/>
          </a:ln>
          <a:effectLst/>
        </p:spPr>
        <p:txBody>
          <a:bodyPr vert="horz" wrap="none" lIns="15875" tIns="0" rIns="1587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2F5597"/>
              </a:buClr>
              <a:buSzTx/>
              <a:buFont typeface="Arial" panose="020B0604020202020204" pitchFamily="34" charset="0"/>
              <a:buChar char="​"/>
              <a:tabLst/>
              <a:defRPr/>
            </a:pPr>
            <a:fld id="{2FC1AD50-22FF-4667-860D-49CE9633DE8F}" type="datetime'''''''''''''''''''''''''''1''''''''2''''0'''">
              <a:rPr lang="en-US" altLang="en-US" sz="900" smtClean="0">
                <a:solidFill>
                  <a:srgbClr val="FFFFFF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2F5597"/>
                </a:buClr>
                <a:buSzTx/>
                <a:buFont typeface="Arial" panose="020B0604020202020204" pitchFamily="34" charset="0"/>
                <a:buChar char="​"/>
                <a:tabLst/>
                <a:defRPr/>
              </a:pPr>
              <a:t>120</a:t>
            </a:fld>
            <a:endParaRPr kumimoji="0" lang="en-US" sz="900" b="0" i="0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272" name="Text Placeholder 3">
            <a:extLst>
              <a:ext uri="{FF2B5EF4-FFF2-40B4-BE49-F238E27FC236}">
                <a16:creationId xmlns:a16="http://schemas.microsoft.com/office/drawing/2014/main" id="{13A17E06-9ED6-49F6-E105-01055F0D0B3B}"/>
              </a:ext>
            </a:extLst>
          </p:cNvPr>
          <p:cNvSpPr>
            <a:spLocks/>
          </p:cNvSpPr>
          <p:nvPr>
            <p:custDataLst>
              <p:tags r:id="rId80"/>
            </p:custDataLst>
          </p:nvPr>
        </p:nvSpPr>
        <p:spPr bwMode="gray">
          <a:xfrm>
            <a:off x="4164013" y="4938713"/>
            <a:ext cx="222250" cy="150813"/>
          </a:xfrm>
          <a:prstGeom prst="rect">
            <a:avLst/>
          </a:prstGeom>
          <a:solidFill>
            <a:srgbClr val="7094D3"/>
          </a:solidFill>
          <a:ln>
            <a:noFill/>
          </a:ln>
          <a:effectLst/>
        </p:spPr>
        <p:txBody>
          <a:bodyPr vert="horz" wrap="none" lIns="15875" tIns="0" rIns="1587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2A260FA9-59FE-4061-90ED-2FD37D125F51}" type="datetime'''''''''''''''''''1''''''''''''''''''''4''''0'''''''''''">
              <a:rPr lang="en-US" altLang="en-US" sz="900" smtClean="0">
                <a:solidFill>
                  <a:srgbClr val="FFFFFF"/>
                </a:solidFill>
                <a:effectLst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140</a:t>
            </a:fld>
            <a:endParaRPr lang="en-US" sz="900" dirty="0">
              <a:solidFill>
                <a:srgbClr val="FFFFFF"/>
              </a:solidFill>
            </a:endParaRPr>
          </a:p>
        </p:txBody>
      </p:sp>
      <p:sp>
        <p:nvSpPr>
          <p:cNvPr id="92" name="Text Placeholder 3">
            <a:extLst>
              <a:ext uri="{FF2B5EF4-FFF2-40B4-BE49-F238E27FC236}">
                <a16:creationId xmlns:a16="http://schemas.microsoft.com/office/drawing/2014/main" id="{FD026F59-863C-7359-B906-B1F48D544DC0}"/>
              </a:ext>
            </a:extLst>
          </p:cNvPr>
          <p:cNvSpPr>
            <a:spLocks/>
          </p:cNvSpPr>
          <p:nvPr>
            <p:custDataLst>
              <p:tags r:id="rId81"/>
            </p:custDataLst>
          </p:nvPr>
        </p:nvSpPr>
        <p:spPr bwMode="gray">
          <a:xfrm>
            <a:off x="1700213" y="5143500"/>
            <a:ext cx="212725" cy="15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15875" tIns="0" rIns="15875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  <a:defRPr/>
            </a:pPr>
            <a:fld id="{8DB59B2E-9BFC-4675-9B6E-90E783B753A2}" type="datetime'''''''''''''''''''''''83''''''''0'''''">
              <a:rPr lang="en-US" altLang="en-US" sz="900" b="1" smtClean="0"/>
              <a:pPr lvl="0" algn="ctr">
                <a:spcBef>
                  <a:spcPct val="0"/>
                </a:spcBef>
                <a:spcAft>
                  <a:spcPct val="0"/>
                </a:spcAft>
                <a:defRPr/>
              </a:pPr>
              <a:t>830</a:t>
            </a:fld>
            <a:endParaRPr kumimoji="0" lang="en-US" sz="900" b="1" i="0" strike="noStrike" kern="1200" cap="none" spc="0" normalizeH="0" baseline="0" noProof="0">
              <a:ln>
                <a:noFill/>
              </a:ln>
              <a:effectLst/>
              <a:uLnTx/>
              <a:uFillTx/>
              <a:sym typeface="Trebuchet MS" panose="020B0603020202020204" pitchFamily="34" charset="0"/>
            </a:endParaRPr>
          </a:p>
        </p:txBody>
      </p:sp>
      <p:sp>
        <p:nvSpPr>
          <p:cNvPr id="93" name="Text Placeholder 3">
            <a:extLst>
              <a:ext uri="{FF2B5EF4-FFF2-40B4-BE49-F238E27FC236}">
                <a16:creationId xmlns:a16="http://schemas.microsoft.com/office/drawing/2014/main" id="{10B5E238-8D74-2D85-754B-801F1562BE38}"/>
              </a:ext>
            </a:extLst>
          </p:cNvPr>
          <p:cNvSpPr>
            <a:spLocks/>
          </p:cNvSpPr>
          <p:nvPr>
            <p:custDataLst>
              <p:tags r:id="rId82"/>
            </p:custDataLst>
          </p:nvPr>
        </p:nvSpPr>
        <p:spPr bwMode="gray">
          <a:xfrm>
            <a:off x="2522538" y="5045075"/>
            <a:ext cx="212725" cy="15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5875" tIns="0" rIns="15875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  <a:defRPr/>
            </a:pPr>
            <a:fld id="{20AD151E-B52B-4369-9EC2-7A5BB0BA7081}" type="datetime'9''''7''''''''''''''''''''''''''''''0'''''''''''">
              <a:rPr lang="en-US" altLang="en-US" sz="900" b="1" smtClean="0"/>
              <a:pPr lvl="0" algn="ctr">
                <a:spcBef>
                  <a:spcPct val="0"/>
                </a:spcBef>
                <a:spcAft>
                  <a:spcPct val="0"/>
                </a:spcAft>
                <a:defRPr/>
              </a:pPr>
              <a:t>970</a:t>
            </a:fld>
            <a:endParaRPr kumimoji="0" lang="en-US" sz="900" b="1" i="0" strike="noStrike" kern="1200" cap="none" spc="0" normalizeH="0" baseline="0" noProof="0">
              <a:ln>
                <a:noFill/>
              </a:ln>
              <a:effectLst/>
              <a:uLnTx/>
              <a:uFillTx/>
              <a:sym typeface="Trebuchet MS" panose="020B0603020202020204" pitchFamily="34" charset="0"/>
            </a:endParaRPr>
          </a:p>
        </p:txBody>
      </p:sp>
      <p:sp>
        <p:nvSpPr>
          <p:cNvPr id="94" name="Text Placeholder 3">
            <a:extLst>
              <a:ext uri="{FF2B5EF4-FFF2-40B4-BE49-F238E27FC236}">
                <a16:creationId xmlns:a16="http://schemas.microsoft.com/office/drawing/2014/main" id="{676905D5-7E2F-F80D-6110-A385FEE1863E}"/>
              </a:ext>
            </a:extLst>
          </p:cNvPr>
          <p:cNvSpPr>
            <a:spLocks/>
          </p:cNvSpPr>
          <p:nvPr>
            <p:custDataLst>
              <p:tags r:id="rId83"/>
            </p:custDataLst>
          </p:nvPr>
        </p:nvSpPr>
        <p:spPr bwMode="gray">
          <a:xfrm>
            <a:off x="3302000" y="4922838"/>
            <a:ext cx="303213" cy="15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5875" tIns="0" rIns="15875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  <a:defRPr/>
            </a:pPr>
            <a:fld id="{9BEB7344-230B-4C34-887A-38A459DC2968}" type="datetime'''1''''.''1''''20'''''''''''''''''''''''''">
              <a:rPr lang="en-US" altLang="en-US" sz="900" b="1" smtClean="0"/>
              <a:pPr lvl="0" algn="ctr">
                <a:spcBef>
                  <a:spcPct val="0"/>
                </a:spcBef>
                <a:spcAft>
                  <a:spcPct val="0"/>
                </a:spcAft>
                <a:defRPr/>
              </a:pPr>
              <a:t>1.120</a:t>
            </a:fld>
            <a:endParaRPr kumimoji="0" lang="en-US" sz="900" b="1" i="0" strike="noStrike" kern="1200" cap="none" spc="0" normalizeH="0" baseline="0" noProof="0">
              <a:ln>
                <a:noFill/>
              </a:ln>
              <a:effectLst/>
              <a:uLnTx/>
              <a:uFillTx/>
              <a:sym typeface="Trebuchet MS" panose="020B0603020202020204" pitchFamily="34" charset="0"/>
            </a:endParaRPr>
          </a:p>
        </p:txBody>
      </p:sp>
      <p:sp>
        <p:nvSpPr>
          <p:cNvPr id="95" name="Text Placeholder 3">
            <a:extLst>
              <a:ext uri="{FF2B5EF4-FFF2-40B4-BE49-F238E27FC236}">
                <a16:creationId xmlns:a16="http://schemas.microsoft.com/office/drawing/2014/main" id="{8E750F7C-0926-6665-1D97-A849BE628818}"/>
              </a:ext>
            </a:extLst>
          </p:cNvPr>
          <p:cNvSpPr>
            <a:spLocks/>
          </p:cNvSpPr>
          <p:nvPr>
            <p:custDataLst>
              <p:tags r:id="rId84"/>
            </p:custDataLst>
          </p:nvPr>
        </p:nvSpPr>
        <p:spPr bwMode="gray">
          <a:xfrm>
            <a:off x="4124325" y="4776788"/>
            <a:ext cx="303213" cy="15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5875" tIns="0" rIns="15875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  <a:defRPr/>
            </a:pPr>
            <a:fld id="{E41091ED-8F8D-44F4-8FA1-0B15693AC18A}" type="datetime'''''''''''''''''1''''''.''''''''''2''''''''9''''''''''''0'''">
              <a:rPr lang="en-US" altLang="en-US" sz="900" b="1" smtClean="0"/>
              <a:pPr lvl="0" algn="ctr">
                <a:spcBef>
                  <a:spcPct val="0"/>
                </a:spcBef>
                <a:spcAft>
                  <a:spcPct val="0"/>
                </a:spcAft>
                <a:defRPr/>
              </a:pPr>
              <a:t>1.290</a:t>
            </a:fld>
            <a:endParaRPr kumimoji="0" lang="en-US" sz="900" b="1" i="0" strike="noStrike" kern="1200" cap="none" spc="0" normalizeH="0" baseline="0" noProof="0">
              <a:ln>
                <a:noFill/>
              </a:ln>
              <a:effectLst/>
              <a:uLnTx/>
              <a:uFillTx/>
              <a:sym typeface="Trebuchet MS" panose="020B0603020202020204" pitchFamily="34" charset="0"/>
            </a:endParaRPr>
          </a:p>
        </p:txBody>
      </p:sp>
      <p:sp>
        <p:nvSpPr>
          <p:cNvPr id="96" name="Text Placeholder 3">
            <a:extLst>
              <a:ext uri="{FF2B5EF4-FFF2-40B4-BE49-F238E27FC236}">
                <a16:creationId xmlns:a16="http://schemas.microsoft.com/office/drawing/2014/main" id="{21A8FED4-9BE1-B668-2A0D-9C57C2AC5EF8}"/>
              </a:ext>
            </a:extLst>
          </p:cNvPr>
          <p:cNvSpPr>
            <a:spLocks/>
          </p:cNvSpPr>
          <p:nvPr>
            <p:custDataLst>
              <p:tags r:id="rId85"/>
            </p:custDataLst>
          </p:nvPr>
        </p:nvSpPr>
        <p:spPr bwMode="gray">
          <a:xfrm>
            <a:off x="4946650" y="4681538"/>
            <a:ext cx="303213" cy="15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5875" tIns="0" rIns="15875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  <a:defRPr/>
            </a:pPr>
            <a:fld id="{7E843C57-6B62-4C76-8B48-A2FA2F0BE88F}" type="datetime'''''''''1''''''''''''''.''''''''''''''4''''0''''0'''''''''''">
              <a:rPr lang="en-US" altLang="en-US" sz="900" b="1" smtClean="0"/>
              <a:pPr lvl="0" algn="ctr">
                <a:spcBef>
                  <a:spcPct val="0"/>
                </a:spcBef>
                <a:spcAft>
                  <a:spcPct val="0"/>
                </a:spcAft>
                <a:defRPr/>
              </a:pPr>
              <a:t>1.400</a:t>
            </a:fld>
            <a:endParaRPr kumimoji="0" lang="en-US" sz="900" b="1" i="0" strike="noStrike" kern="1200" cap="none" spc="0" normalizeH="0" baseline="0" noProof="0">
              <a:ln>
                <a:noFill/>
              </a:ln>
              <a:effectLst/>
              <a:uLnTx/>
              <a:uFillTx/>
              <a:sym typeface="Trebuchet MS" panose="020B0603020202020204" pitchFamily="34" charset="0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90002AB6-36CF-D58E-37F4-FC630704D158}"/>
              </a:ext>
            </a:extLst>
          </p:cNvPr>
          <p:cNvSpPr txBox="1"/>
          <p:nvPr>
            <p:custDataLst>
              <p:tags r:id="rId86"/>
            </p:custDataLst>
          </p:nvPr>
        </p:nvSpPr>
        <p:spPr>
          <a:xfrm>
            <a:off x="6210300" y="1597025"/>
            <a:ext cx="993775" cy="604838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Kapasitas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 New Energy 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Terpasang</a:t>
            </a:r>
            <a:endParaRPr kumimoji="0" lang="en-US" sz="1400" b="1" i="0" u="none" strike="noStrike" kern="1200" cap="none" spc="0" normalizeH="0" baseline="3000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(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MW)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32A378AD-F3B9-CFDB-62B2-6BDE1E380B02}"/>
              </a:ext>
            </a:extLst>
          </p:cNvPr>
          <p:cNvSpPr txBox="1"/>
          <p:nvPr>
            <p:custDataLst>
              <p:tags r:id="rId87"/>
            </p:custDataLst>
          </p:nvPr>
        </p:nvSpPr>
        <p:spPr>
          <a:xfrm>
            <a:off x="353984" y="3014663"/>
            <a:ext cx="912818" cy="369888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Produksi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 Gas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(MMSCFD)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F63F623A-FDE3-32B0-ABB5-3EA5417B8054}"/>
              </a:ext>
            </a:extLst>
          </p:cNvPr>
          <p:cNvCxnSpPr>
            <a:cxnSpLocks/>
          </p:cNvCxnSpPr>
          <p:nvPr>
            <p:custDataLst>
              <p:tags r:id="rId88"/>
            </p:custDataLst>
          </p:nvPr>
        </p:nvCxnSpPr>
        <p:spPr>
          <a:xfrm>
            <a:off x="409575" y="4178300"/>
            <a:ext cx="5624513" cy="0"/>
          </a:xfrm>
          <a:prstGeom prst="line">
            <a:avLst/>
          </a:prstGeom>
          <a:ln w="9525" cap="rnd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68" name="Chart 267">
            <a:extLst>
              <a:ext uri="{FF2B5EF4-FFF2-40B4-BE49-F238E27FC236}">
                <a16:creationId xmlns:a16="http://schemas.microsoft.com/office/drawing/2014/main" id="{0E422784-6531-4C60-DF7A-938E647A23C0}"/>
              </a:ext>
            </a:extLst>
          </p:cNvPr>
          <p:cNvGraphicFramePr/>
          <p:nvPr>
            <p:custDataLst>
              <p:tags r:id="rId89"/>
            </p:custDataLst>
            <p:extLst>
              <p:ext uri="{D42A27DB-BD31-4B8C-83A1-F6EECF244321}">
                <p14:modId xmlns:p14="http://schemas.microsoft.com/office/powerpoint/2010/main" val="3776274549"/>
              </p:ext>
            </p:extLst>
          </p:nvPr>
        </p:nvGraphicFramePr>
        <p:xfrm>
          <a:off x="1355725" y="3375025"/>
          <a:ext cx="4011613" cy="10064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2"/>
          </a:graphicData>
        </a:graphic>
      </p:graphicFrame>
      <p:sp>
        <p:nvSpPr>
          <p:cNvPr id="107" name="Text Placeholder 3">
            <a:extLst>
              <a:ext uri="{FF2B5EF4-FFF2-40B4-BE49-F238E27FC236}">
                <a16:creationId xmlns:a16="http://schemas.microsoft.com/office/drawing/2014/main" id="{9701AA5E-71C5-EADD-E267-DAEC5669B0C7}"/>
              </a:ext>
            </a:extLst>
          </p:cNvPr>
          <p:cNvSpPr>
            <a:spLocks/>
          </p:cNvSpPr>
          <p:nvPr>
            <p:custDataLst>
              <p:tags r:id="rId90"/>
            </p:custDataLst>
          </p:nvPr>
        </p:nvSpPr>
        <p:spPr bwMode="gray">
          <a:xfrm>
            <a:off x="1711325" y="3743325"/>
            <a:ext cx="95250" cy="150813"/>
          </a:xfrm>
          <a:prstGeom prst="rect">
            <a:avLst/>
          </a:prstGeom>
          <a:solidFill>
            <a:srgbClr val="182A4B"/>
          </a:solidFill>
          <a:ln>
            <a:noFill/>
          </a:ln>
          <a:effectLst/>
        </p:spPr>
        <p:txBody>
          <a:bodyPr vert="horz" wrap="none" lIns="15875" tIns="0" rIns="1587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2F5597"/>
              </a:buClr>
              <a:buSzTx/>
              <a:buFont typeface="Arial" panose="020B0604020202020204" pitchFamily="34" charset="0"/>
              <a:buChar char="​"/>
              <a:tabLst/>
              <a:defRPr/>
            </a:pPr>
            <a:fld id="{2091600D-04A5-4259-B77A-2407167D19C2}" type="datetime'''''0'''''''">
              <a:rPr lang="en-US" altLang="en-US" sz="900" smtClean="0">
                <a:solidFill>
                  <a:srgbClr val="FFFFFF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2F5597"/>
                </a:buClr>
                <a:buSzTx/>
                <a:buFont typeface="Arial" panose="020B0604020202020204" pitchFamily="34" charset="0"/>
                <a:buChar char="​"/>
                <a:tabLst/>
                <a:defRPr/>
              </a:pPr>
              <a:t>0</a:t>
            </a:fld>
            <a:endParaRPr kumimoji="0" lang="en-US" sz="900" b="0" i="0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sym typeface="Trebuchet MS" panose="020B0603020202020204" pitchFamily="34" charset="0"/>
            </a:endParaRPr>
          </a:p>
        </p:txBody>
      </p:sp>
      <p:sp>
        <p:nvSpPr>
          <p:cNvPr id="108" name="Text Placeholder 3">
            <a:extLst>
              <a:ext uri="{FF2B5EF4-FFF2-40B4-BE49-F238E27FC236}">
                <a16:creationId xmlns:a16="http://schemas.microsoft.com/office/drawing/2014/main" id="{57EE6779-EC84-217A-3134-A82E1B62F498}"/>
              </a:ext>
            </a:extLst>
          </p:cNvPr>
          <p:cNvSpPr>
            <a:spLocks/>
          </p:cNvSpPr>
          <p:nvPr>
            <p:custDataLst>
              <p:tags r:id="rId91"/>
            </p:custDataLst>
          </p:nvPr>
        </p:nvSpPr>
        <p:spPr bwMode="gray">
          <a:xfrm>
            <a:off x="1433513" y="3792538"/>
            <a:ext cx="222250" cy="150813"/>
          </a:xfrm>
          <a:prstGeom prst="rect">
            <a:avLst/>
          </a:prstGeom>
          <a:solidFill>
            <a:srgbClr val="7094D3"/>
          </a:solidFill>
          <a:ln>
            <a:noFill/>
          </a:ln>
          <a:effectLst/>
        </p:spPr>
        <p:txBody>
          <a:bodyPr vert="horz" wrap="none" lIns="15875" tIns="0" rIns="1587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2F5597"/>
              </a:buClr>
              <a:buSzTx/>
              <a:buFont typeface="Arial" panose="020B0604020202020204" pitchFamily="34" charset="0"/>
              <a:buChar char="​"/>
              <a:tabLst/>
              <a:defRPr/>
            </a:pPr>
            <a:fld id="{4318DFEC-0F06-4465-89B1-938A7D40C103}" type="datetime'''''2''''''''2''''''''''0'''''''''''''''''''''''''''''''''">
              <a:rPr lang="en-US" altLang="en-US" sz="900" smtClean="0">
                <a:solidFill>
                  <a:srgbClr val="FFFFFF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2F5597"/>
                </a:buClr>
                <a:buSzTx/>
                <a:buFont typeface="Arial" panose="020B0604020202020204" pitchFamily="34" charset="0"/>
                <a:buChar char="​"/>
                <a:tabLst/>
                <a:defRPr/>
              </a:pPr>
              <a:t>220</a:t>
            </a:fld>
            <a:endParaRPr kumimoji="0" lang="en-US" sz="900" b="0" i="0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sym typeface="Trebuchet MS" panose="020B0603020202020204" pitchFamily="34" charset="0"/>
            </a:endParaRPr>
          </a:p>
        </p:txBody>
      </p:sp>
      <p:sp>
        <p:nvSpPr>
          <p:cNvPr id="109" name="Text Placeholder 3">
            <a:extLst>
              <a:ext uri="{FF2B5EF4-FFF2-40B4-BE49-F238E27FC236}">
                <a16:creationId xmlns:a16="http://schemas.microsoft.com/office/drawing/2014/main" id="{898D938E-69BE-22BE-FD84-090707B0C701}"/>
              </a:ext>
            </a:extLst>
          </p:cNvPr>
          <p:cNvSpPr>
            <a:spLocks/>
          </p:cNvSpPr>
          <p:nvPr>
            <p:custDataLst>
              <p:tags r:id="rId92"/>
            </p:custDataLst>
          </p:nvPr>
        </p:nvSpPr>
        <p:spPr bwMode="gray">
          <a:xfrm>
            <a:off x="2535238" y="3703638"/>
            <a:ext cx="158750" cy="150813"/>
          </a:xfrm>
          <a:prstGeom prst="rect">
            <a:avLst/>
          </a:prstGeom>
          <a:solidFill>
            <a:srgbClr val="182A4B"/>
          </a:solidFill>
          <a:ln>
            <a:noFill/>
          </a:ln>
          <a:effectLst/>
        </p:spPr>
        <p:txBody>
          <a:bodyPr vert="horz" wrap="none" lIns="15875" tIns="0" rIns="1587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AEC0D312-84D2-48EB-A4EB-61B85670D8C9}" type="datetime'''''''''''''''57'''''''''''">
              <a:rPr lang="en-US" altLang="en-US" sz="900" smtClean="0">
                <a:solidFill>
                  <a:srgbClr val="FFFFFF"/>
                </a:solidFill>
                <a:effectLst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57</a:t>
            </a:fld>
            <a:endParaRPr lang="en-US" sz="900">
              <a:solidFill>
                <a:srgbClr val="FFFFFF"/>
              </a:solidFill>
            </a:endParaRPr>
          </a:p>
        </p:txBody>
      </p:sp>
      <p:sp>
        <p:nvSpPr>
          <p:cNvPr id="110" name="Text Placeholder 3">
            <a:extLst>
              <a:ext uri="{FF2B5EF4-FFF2-40B4-BE49-F238E27FC236}">
                <a16:creationId xmlns:a16="http://schemas.microsoft.com/office/drawing/2014/main" id="{621A9D70-36ED-29EA-6EBF-773BA593FBF5}"/>
              </a:ext>
            </a:extLst>
          </p:cNvPr>
          <p:cNvSpPr>
            <a:spLocks/>
          </p:cNvSpPr>
          <p:nvPr>
            <p:custDataLst>
              <p:tags r:id="rId93"/>
            </p:custDataLst>
          </p:nvPr>
        </p:nvSpPr>
        <p:spPr bwMode="gray">
          <a:xfrm>
            <a:off x="2289175" y="3768725"/>
            <a:ext cx="222250" cy="150813"/>
          </a:xfrm>
          <a:prstGeom prst="rect">
            <a:avLst/>
          </a:prstGeom>
          <a:solidFill>
            <a:srgbClr val="7094D3"/>
          </a:solidFill>
          <a:ln>
            <a:noFill/>
          </a:ln>
          <a:effectLst/>
        </p:spPr>
        <p:txBody>
          <a:bodyPr vert="horz" wrap="none" lIns="15875" tIns="0" rIns="1587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400DC599-BDC6-46F3-AA3C-D32EBC740442}" type="datetime'''''2''''''''''''''''''''''''30'''''''''''''''''''''''''''''''">
              <a:rPr lang="en-US" altLang="en-US" sz="900" smtClean="0">
                <a:solidFill>
                  <a:srgbClr val="FFFFFF"/>
                </a:solidFill>
                <a:effectLst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230</a:t>
            </a:fld>
            <a:endParaRPr lang="en-US" sz="900">
              <a:solidFill>
                <a:srgbClr val="FFFFFF"/>
              </a:solidFill>
            </a:endParaRPr>
          </a:p>
        </p:txBody>
      </p:sp>
      <p:sp>
        <p:nvSpPr>
          <p:cNvPr id="111" name="Text Placeholder 3">
            <a:extLst>
              <a:ext uri="{FF2B5EF4-FFF2-40B4-BE49-F238E27FC236}">
                <a16:creationId xmlns:a16="http://schemas.microsoft.com/office/drawing/2014/main" id="{6317E373-CFA1-8F7C-D412-D47B642822FC}"/>
              </a:ext>
            </a:extLst>
          </p:cNvPr>
          <p:cNvSpPr>
            <a:spLocks/>
          </p:cNvSpPr>
          <p:nvPr>
            <p:custDataLst>
              <p:tags r:id="rId94"/>
            </p:custDataLst>
          </p:nvPr>
        </p:nvSpPr>
        <p:spPr bwMode="gray">
          <a:xfrm>
            <a:off x="3357563" y="3640138"/>
            <a:ext cx="222250" cy="150813"/>
          </a:xfrm>
          <a:prstGeom prst="rect">
            <a:avLst/>
          </a:prstGeom>
          <a:solidFill>
            <a:srgbClr val="182A4B"/>
          </a:solidFill>
          <a:ln>
            <a:noFill/>
          </a:ln>
          <a:effectLst/>
        </p:spPr>
        <p:txBody>
          <a:bodyPr vert="horz" wrap="none" lIns="15875" tIns="0" rIns="1587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4EFD6C12-FB7F-4D04-8D27-E7FAC9C84DA1}" type="datetime'''''''''''1''''''5''''''''''0'''''''''''''''''''''''''''">
              <a:rPr lang="en-US" altLang="en-US" sz="900" smtClean="0">
                <a:solidFill>
                  <a:srgbClr val="FFFFFF"/>
                </a:solidFill>
                <a:effectLst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150</a:t>
            </a:fld>
            <a:endParaRPr lang="en-US" sz="900">
              <a:solidFill>
                <a:srgbClr val="FFFFFF"/>
              </a:solidFill>
            </a:endParaRPr>
          </a:p>
        </p:txBody>
      </p:sp>
      <p:sp>
        <p:nvSpPr>
          <p:cNvPr id="112" name="Text Placeholder 3">
            <a:extLst>
              <a:ext uri="{FF2B5EF4-FFF2-40B4-BE49-F238E27FC236}">
                <a16:creationId xmlns:a16="http://schemas.microsoft.com/office/drawing/2014/main" id="{4EA7E6AB-93CF-1060-7C59-F271A304E156}"/>
              </a:ext>
            </a:extLst>
          </p:cNvPr>
          <p:cNvSpPr>
            <a:spLocks/>
          </p:cNvSpPr>
          <p:nvPr>
            <p:custDataLst>
              <p:tags r:id="rId95"/>
            </p:custDataLst>
          </p:nvPr>
        </p:nvSpPr>
        <p:spPr bwMode="gray">
          <a:xfrm>
            <a:off x="3143250" y="3729038"/>
            <a:ext cx="222250" cy="150813"/>
          </a:xfrm>
          <a:prstGeom prst="rect">
            <a:avLst/>
          </a:prstGeom>
          <a:solidFill>
            <a:srgbClr val="7094D3"/>
          </a:solidFill>
          <a:ln>
            <a:noFill/>
          </a:ln>
          <a:effectLst/>
        </p:spPr>
        <p:txBody>
          <a:bodyPr vert="horz" wrap="none" lIns="15875" tIns="0" rIns="1587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C51D2BEA-7548-4646-85AE-4D4DC5539A90}" type="datetime'2''5''''''''''''''''''''''''''''''''''''0'''''''''''''">
              <a:rPr lang="en-US" altLang="en-US" sz="900" smtClean="0">
                <a:solidFill>
                  <a:srgbClr val="FFFFFF"/>
                </a:solidFill>
                <a:effectLst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250</a:t>
            </a:fld>
            <a:endParaRPr lang="en-US" sz="900">
              <a:solidFill>
                <a:srgbClr val="FFFFFF"/>
              </a:solidFill>
            </a:endParaRPr>
          </a:p>
        </p:txBody>
      </p:sp>
      <p:sp>
        <p:nvSpPr>
          <p:cNvPr id="113" name="Text Placeholder 3">
            <a:extLst>
              <a:ext uri="{FF2B5EF4-FFF2-40B4-BE49-F238E27FC236}">
                <a16:creationId xmlns:a16="http://schemas.microsoft.com/office/drawing/2014/main" id="{F5598A96-ECB7-5CD5-9F93-1337F1850B0D}"/>
              </a:ext>
            </a:extLst>
          </p:cNvPr>
          <p:cNvSpPr>
            <a:spLocks/>
          </p:cNvSpPr>
          <p:nvPr>
            <p:custDataLst>
              <p:tags r:id="rId96"/>
            </p:custDataLst>
          </p:nvPr>
        </p:nvSpPr>
        <p:spPr bwMode="gray">
          <a:xfrm>
            <a:off x="4213225" y="3594100"/>
            <a:ext cx="222250" cy="150813"/>
          </a:xfrm>
          <a:prstGeom prst="rect">
            <a:avLst/>
          </a:prstGeom>
          <a:solidFill>
            <a:srgbClr val="182A4B"/>
          </a:solidFill>
          <a:ln>
            <a:noFill/>
          </a:ln>
          <a:effectLst/>
        </p:spPr>
        <p:txBody>
          <a:bodyPr vert="horz" wrap="none" lIns="15875" tIns="0" rIns="1587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B370A088-A9AF-4D34-9A71-E4E8A5441293}" type="datetime'''2''''0''''''''''''''''''''''''''''''''0'''''''''''">
              <a:rPr lang="en-US" altLang="en-US" sz="900" smtClean="0">
                <a:solidFill>
                  <a:srgbClr val="FFFFFF"/>
                </a:solidFill>
                <a:effectLst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200</a:t>
            </a:fld>
            <a:endParaRPr lang="en-US" sz="900">
              <a:solidFill>
                <a:srgbClr val="FFFFFF"/>
              </a:solidFill>
            </a:endParaRPr>
          </a:p>
        </p:txBody>
      </p:sp>
      <p:sp>
        <p:nvSpPr>
          <p:cNvPr id="114" name="Text Placeholder 3">
            <a:extLst>
              <a:ext uri="{FF2B5EF4-FFF2-40B4-BE49-F238E27FC236}">
                <a16:creationId xmlns:a16="http://schemas.microsoft.com/office/drawing/2014/main" id="{C3545350-C78A-CF19-7625-624E265A2D26}"/>
              </a:ext>
            </a:extLst>
          </p:cNvPr>
          <p:cNvSpPr>
            <a:spLocks/>
          </p:cNvSpPr>
          <p:nvPr>
            <p:custDataLst>
              <p:tags r:id="rId97"/>
            </p:custDataLst>
          </p:nvPr>
        </p:nvSpPr>
        <p:spPr bwMode="gray">
          <a:xfrm>
            <a:off x="3998913" y="3702050"/>
            <a:ext cx="222250" cy="150813"/>
          </a:xfrm>
          <a:prstGeom prst="rect">
            <a:avLst/>
          </a:prstGeom>
          <a:solidFill>
            <a:srgbClr val="7094D3"/>
          </a:solidFill>
          <a:ln>
            <a:noFill/>
          </a:ln>
          <a:effectLst/>
        </p:spPr>
        <p:txBody>
          <a:bodyPr vert="horz" wrap="none" lIns="15875" tIns="0" rIns="1587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DEE7E8EE-A4DA-4BBA-AC9E-CE6F20906B08}" type="datetime'''''''''''2''''''''7''''''5'''''''''''''">
              <a:rPr lang="en-US" altLang="en-US" sz="900" smtClean="0">
                <a:solidFill>
                  <a:srgbClr val="FFFFFF"/>
                </a:solidFill>
                <a:effectLst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275</a:t>
            </a:fld>
            <a:endParaRPr lang="en-US" sz="900">
              <a:solidFill>
                <a:srgbClr val="FFFFFF"/>
              </a:solidFill>
            </a:endParaRPr>
          </a:p>
        </p:txBody>
      </p:sp>
      <p:sp>
        <p:nvSpPr>
          <p:cNvPr id="115" name="Text Placeholder 3">
            <a:extLst>
              <a:ext uri="{FF2B5EF4-FFF2-40B4-BE49-F238E27FC236}">
                <a16:creationId xmlns:a16="http://schemas.microsoft.com/office/drawing/2014/main" id="{D1175731-DA0D-9D48-C08F-551382E66656}"/>
              </a:ext>
            </a:extLst>
          </p:cNvPr>
          <p:cNvSpPr>
            <a:spLocks/>
          </p:cNvSpPr>
          <p:nvPr>
            <p:custDataLst>
              <p:tags r:id="rId98"/>
            </p:custDataLst>
          </p:nvPr>
        </p:nvSpPr>
        <p:spPr bwMode="gray">
          <a:xfrm>
            <a:off x="5067300" y="3560763"/>
            <a:ext cx="222250" cy="150813"/>
          </a:xfrm>
          <a:prstGeom prst="rect">
            <a:avLst/>
          </a:prstGeom>
          <a:solidFill>
            <a:srgbClr val="182A4B"/>
          </a:solidFill>
          <a:ln>
            <a:noFill/>
          </a:ln>
          <a:effectLst/>
        </p:spPr>
        <p:txBody>
          <a:bodyPr vert="horz" wrap="none" lIns="15875" tIns="0" rIns="1587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37FD41A3-9246-44CD-90CF-5DBED61E0B3B}" type="datetime'''''''''2''''''''''''''''''5''''''0'''''''''">
              <a:rPr lang="en-US" altLang="en-US" sz="900" smtClean="0">
                <a:solidFill>
                  <a:srgbClr val="FFFFFF"/>
                </a:solidFill>
                <a:effectLst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250</a:t>
            </a:fld>
            <a:endParaRPr lang="en-US" sz="900">
              <a:solidFill>
                <a:srgbClr val="FFFFFF"/>
              </a:solidFill>
            </a:endParaRPr>
          </a:p>
        </p:txBody>
      </p:sp>
      <p:sp>
        <p:nvSpPr>
          <p:cNvPr id="117" name="Text Placeholder 3">
            <a:extLst>
              <a:ext uri="{FF2B5EF4-FFF2-40B4-BE49-F238E27FC236}">
                <a16:creationId xmlns:a16="http://schemas.microsoft.com/office/drawing/2014/main" id="{062F6808-A3B8-EEFE-D32A-0386AD53940F}"/>
              </a:ext>
            </a:extLst>
          </p:cNvPr>
          <p:cNvSpPr>
            <a:spLocks/>
          </p:cNvSpPr>
          <p:nvPr>
            <p:custDataLst>
              <p:tags r:id="rId99"/>
            </p:custDataLst>
          </p:nvPr>
        </p:nvSpPr>
        <p:spPr bwMode="gray">
          <a:xfrm>
            <a:off x="1544638" y="3592513"/>
            <a:ext cx="212725" cy="15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5875" tIns="0" rIns="15875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  <a:defRPr/>
            </a:pPr>
            <a:fld id="{76C0160E-A433-4AE1-AD73-8C5F967C6807}" type="datetime'''''''''''''''''''''''''''''''''''7''''''''''9''''5'''''''''''">
              <a:rPr lang="en-US" altLang="en-US" sz="900" b="1" smtClean="0"/>
              <a:pPr lvl="0" algn="ctr">
                <a:spcBef>
                  <a:spcPct val="0"/>
                </a:spcBef>
                <a:spcAft>
                  <a:spcPct val="0"/>
                </a:spcAft>
                <a:defRPr/>
              </a:pPr>
              <a:t>795</a:t>
            </a:fld>
            <a:endParaRPr kumimoji="0" lang="en-US" sz="900" b="1" i="0" strike="noStrike" kern="1200" cap="none" spc="0" normalizeH="0" baseline="0" noProof="0">
              <a:ln>
                <a:noFill/>
              </a:ln>
              <a:effectLst/>
              <a:uLnTx/>
              <a:uFillTx/>
              <a:sym typeface="Trebuchet MS" panose="020B0603020202020204" pitchFamily="34" charset="0"/>
            </a:endParaRPr>
          </a:p>
        </p:txBody>
      </p:sp>
      <p:sp>
        <p:nvSpPr>
          <p:cNvPr id="118" name="Text Placeholder 3">
            <a:extLst>
              <a:ext uri="{FF2B5EF4-FFF2-40B4-BE49-F238E27FC236}">
                <a16:creationId xmlns:a16="http://schemas.microsoft.com/office/drawing/2014/main" id="{27CE4F40-6375-49D0-CC22-CE62D3F4DEB4}"/>
              </a:ext>
            </a:extLst>
          </p:cNvPr>
          <p:cNvSpPr>
            <a:spLocks/>
          </p:cNvSpPr>
          <p:nvPr>
            <p:custDataLst>
              <p:tags r:id="rId100"/>
            </p:custDataLst>
          </p:nvPr>
        </p:nvSpPr>
        <p:spPr bwMode="gray">
          <a:xfrm>
            <a:off x="2400300" y="3552825"/>
            <a:ext cx="212725" cy="15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5875" tIns="0" rIns="15875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  <a:defRPr/>
            </a:pPr>
            <a:fld id="{AE04FC35-4888-4A8E-8FE3-A2BCD5934604}" type="datetime'''''''''''''''''9''''''''''''''''''''1''''''''''''''''''2'''">
              <a:rPr lang="en-US" altLang="en-US" sz="900" b="1" smtClean="0"/>
              <a:pPr lvl="0" algn="ctr">
                <a:spcBef>
                  <a:spcPct val="0"/>
                </a:spcBef>
                <a:spcAft>
                  <a:spcPct val="0"/>
                </a:spcAft>
                <a:defRPr/>
              </a:pPr>
              <a:t>912</a:t>
            </a:fld>
            <a:endParaRPr kumimoji="0" lang="en-US" sz="900" b="1" i="0" strike="noStrike" kern="1200" cap="none" spc="0" normalizeH="0" baseline="0" noProof="0">
              <a:ln>
                <a:noFill/>
              </a:ln>
              <a:effectLst/>
              <a:uLnTx/>
              <a:uFillTx/>
              <a:sym typeface="Trebuchet MS" panose="020B0603020202020204" pitchFamily="34" charset="0"/>
            </a:endParaRPr>
          </a:p>
        </p:txBody>
      </p:sp>
      <p:sp>
        <p:nvSpPr>
          <p:cNvPr id="119" name="Text Placeholder 3">
            <a:extLst>
              <a:ext uri="{FF2B5EF4-FFF2-40B4-BE49-F238E27FC236}">
                <a16:creationId xmlns:a16="http://schemas.microsoft.com/office/drawing/2014/main" id="{72C30A05-7C95-08B3-DE67-F4299F6444CD}"/>
              </a:ext>
            </a:extLst>
          </p:cNvPr>
          <p:cNvSpPr>
            <a:spLocks/>
          </p:cNvSpPr>
          <p:nvPr>
            <p:custDataLst>
              <p:tags r:id="rId101"/>
            </p:custDataLst>
          </p:nvPr>
        </p:nvSpPr>
        <p:spPr bwMode="gray">
          <a:xfrm>
            <a:off x="3209925" y="3489325"/>
            <a:ext cx="303213" cy="15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5875" tIns="0" rIns="15875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  <a:defRPr/>
            </a:pPr>
            <a:fld id="{7952D1F3-5762-4269-89BF-4BAC30318881}" type="datetime'''''''''''''''1''''''''.''''1''''''''0''''''''''''''0'''''">
              <a:rPr lang="en-US" altLang="en-US" sz="900" b="1" smtClean="0"/>
              <a:pPr lvl="0" algn="ctr">
                <a:spcBef>
                  <a:spcPct val="0"/>
                </a:spcBef>
                <a:spcAft>
                  <a:spcPct val="0"/>
                </a:spcAft>
                <a:defRPr/>
              </a:pPr>
              <a:t>1.100</a:t>
            </a:fld>
            <a:endParaRPr kumimoji="0" lang="en-US" sz="900" b="1" i="0" strike="noStrike" kern="1200" cap="none" spc="0" normalizeH="0" baseline="0" noProof="0">
              <a:ln>
                <a:noFill/>
              </a:ln>
              <a:effectLst/>
              <a:uLnTx/>
              <a:uFillTx/>
              <a:sym typeface="Trebuchet MS" panose="020B0603020202020204" pitchFamily="34" charset="0"/>
            </a:endParaRPr>
          </a:p>
        </p:txBody>
      </p:sp>
      <p:sp>
        <p:nvSpPr>
          <p:cNvPr id="120" name="Text Placeholder 3">
            <a:extLst>
              <a:ext uri="{FF2B5EF4-FFF2-40B4-BE49-F238E27FC236}">
                <a16:creationId xmlns:a16="http://schemas.microsoft.com/office/drawing/2014/main" id="{7A357CE9-4591-4BFA-88D8-503B0BF111DF}"/>
              </a:ext>
            </a:extLst>
          </p:cNvPr>
          <p:cNvSpPr>
            <a:spLocks/>
          </p:cNvSpPr>
          <p:nvPr>
            <p:custDataLst>
              <p:tags r:id="rId102"/>
            </p:custDataLst>
          </p:nvPr>
        </p:nvSpPr>
        <p:spPr bwMode="gray">
          <a:xfrm>
            <a:off x="4065588" y="3443288"/>
            <a:ext cx="303213" cy="15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5875" tIns="0" rIns="15875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  <a:defRPr/>
            </a:pPr>
            <a:fld id="{94BFA29A-B3BE-4991-A7F8-6F7BE17CFF53}" type="datetime'''''1''.''2''''''''2''''5'''''''''''''''''''''''''''''''''''">
              <a:rPr lang="en-US" altLang="en-US" sz="900" b="1" smtClean="0"/>
              <a:pPr lvl="0" algn="ctr">
                <a:spcBef>
                  <a:spcPct val="0"/>
                </a:spcBef>
                <a:spcAft>
                  <a:spcPct val="0"/>
                </a:spcAft>
                <a:defRPr/>
              </a:pPr>
              <a:t>1.225</a:t>
            </a:fld>
            <a:endParaRPr kumimoji="0" lang="en-US" sz="900" b="1" i="0" strike="noStrike" kern="1200" cap="none" spc="0" normalizeH="0" baseline="0" noProof="0">
              <a:ln>
                <a:noFill/>
              </a:ln>
              <a:effectLst/>
              <a:uLnTx/>
              <a:uFillTx/>
              <a:sym typeface="Trebuchet MS" panose="020B0603020202020204" pitchFamily="34" charset="0"/>
            </a:endParaRPr>
          </a:p>
        </p:txBody>
      </p:sp>
      <p:sp>
        <p:nvSpPr>
          <p:cNvPr id="121" name="Text Placeholder 3">
            <a:extLst>
              <a:ext uri="{FF2B5EF4-FFF2-40B4-BE49-F238E27FC236}">
                <a16:creationId xmlns:a16="http://schemas.microsoft.com/office/drawing/2014/main" id="{715513F2-9364-2398-CF1B-2095293292C5}"/>
              </a:ext>
            </a:extLst>
          </p:cNvPr>
          <p:cNvSpPr>
            <a:spLocks/>
          </p:cNvSpPr>
          <p:nvPr>
            <p:custDataLst>
              <p:tags r:id="rId103"/>
            </p:custDataLst>
          </p:nvPr>
        </p:nvSpPr>
        <p:spPr bwMode="gray">
          <a:xfrm>
            <a:off x="4919663" y="3403600"/>
            <a:ext cx="303213" cy="15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5875" tIns="0" rIns="15875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  <a:defRPr/>
            </a:pPr>
            <a:fld id="{C2907E92-F653-4DF2-855B-9CC018DDEDCB}" type="datetime'1''''''''''''''''.''''''''''''''''3''''2''''''''''5'">
              <a:rPr lang="en-US" altLang="en-US" sz="900" b="1" smtClean="0"/>
              <a:pPr lvl="0" algn="ctr">
                <a:spcBef>
                  <a:spcPct val="0"/>
                </a:spcBef>
                <a:spcAft>
                  <a:spcPct val="0"/>
                </a:spcAft>
                <a:defRPr/>
              </a:pPr>
              <a:t>1.325</a:t>
            </a:fld>
            <a:endParaRPr kumimoji="0" lang="en-US" sz="900" b="1" i="0" strike="noStrike" kern="1200" cap="none" spc="0" normalizeH="0" baseline="0" noProof="0">
              <a:ln>
                <a:noFill/>
              </a:ln>
              <a:effectLst/>
              <a:uLnTx/>
              <a:uFillTx/>
              <a:sym typeface="Trebuchet MS" panose="020B0603020202020204" pitchFamily="34" charset="0"/>
            </a:endParaRP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026D3119-72E3-0677-5076-BE458C0337E4}"/>
              </a:ext>
            </a:extLst>
          </p:cNvPr>
          <p:cNvSpPr/>
          <p:nvPr>
            <p:custDataLst>
              <p:tags r:id="rId104"/>
            </p:custDataLst>
          </p:nvPr>
        </p:nvSpPr>
        <p:spPr bwMode="auto">
          <a:xfrm>
            <a:off x="1438275" y="2947988"/>
            <a:ext cx="160338" cy="120650"/>
          </a:xfrm>
          <a:prstGeom prst="rect">
            <a:avLst/>
          </a:prstGeom>
          <a:solidFill>
            <a:srgbClr val="182A4B"/>
          </a:solidFill>
          <a:ln w="3175" cap="rnd" cmpd="sng" algn="ctr">
            <a:solidFill>
              <a:srgbClr val="C9C9C9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B1547AFD-971C-58C4-81B1-CC6673383D5B}"/>
              </a:ext>
            </a:extLst>
          </p:cNvPr>
          <p:cNvSpPr/>
          <p:nvPr>
            <p:custDataLst>
              <p:tags r:id="rId105"/>
            </p:custDataLst>
          </p:nvPr>
        </p:nvSpPr>
        <p:spPr bwMode="auto">
          <a:xfrm>
            <a:off x="1984375" y="2947988"/>
            <a:ext cx="160338" cy="120650"/>
          </a:xfrm>
          <a:prstGeom prst="rect">
            <a:avLst/>
          </a:prstGeom>
          <a:solidFill>
            <a:srgbClr val="7094D3"/>
          </a:solidFill>
          <a:ln w="3175" cap="rnd" cmpd="sng" algn="ctr">
            <a:solidFill>
              <a:srgbClr val="C9C9C9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D8F7650C-7057-F8B6-D2E2-F68794C55CD1}"/>
              </a:ext>
            </a:extLst>
          </p:cNvPr>
          <p:cNvSpPr/>
          <p:nvPr>
            <p:custDataLst>
              <p:tags r:id="rId106"/>
            </p:custDataLst>
          </p:nvPr>
        </p:nvSpPr>
        <p:spPr bwMode="auto">
          <a:xfrm>
            <a:off x="2874963" y="2947988"/>
            <a:ext cx="160338" cy="120650"/>
          </a:xfrm>
          <a:prstGeom prst="rect">
            <a:avLst/>
          </a:prstGeom>
          <a:solidFill>
            <a:schemeClr val="tx2"/>
          </a:solidFill>
          <a:ln w="3175" cap="rnd" cmpd="sng" algn="ctr">
            <a:solidFill>
              <a:srgbClr val="C9C9C9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126" name="Text Placeholder 3">
            <a:extLst>
              <a:ext uri="{FF2B5EF4-FFF2-40B4-BE49-F238E27FC236}">
                <a16:creationId xmlns:a16="http://schemas.microsoft.com/office/drawing/2014/main" id="{2B8FD419-6A68-B645-5CE1-FA248C7C782A}"/>
              </a:ext>
            </a:extLst>
          </p:cNvPr>
          <p:cNvSpPr>
            <a:spLocks/>
          </p:cNvSpPr>
          <p:nvPr>
            <p:custDataLst>
              <p:tags r:id="rId107"/>
            </p:custDataLst>
          </p:nvPr>
        </p:nvSpPr>
        <p:spPr bwMode="auto">
          <a:xfrm>
            <a:off x="1649413" y="2933700"/>
            <a:ext cx="233363" cy="15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  <a:defRPr/>
            </a:pPr>
            <a:fld id="{FA8BAE91-34CB-4D4E-8284-0B2D15EFB73E}" type="datetime'''''M''''''''&amp;''''''''''''''''''A'''''''''''''">
              <a:rPr lang="en-US" altLang="en-US" sz="900" smtClean="0"/>
              <a:pPr/>
              <a:t>M&amp;A</a:t>
            </a:fld>
            <a:endParaRPr kumimoji="0" lang="en-US" sz="900" b="0" i="0" strike="noStrike" kern="1200" cap="none" spc="0" normalizeH="0" baseline="0" noProof="0">
              <a:ln>
                <a:noFill/>
              </a:ln>
              <a:effectLst/>
              <a:uLnTx/>
              <a:uFillTx/>
              <a:sym typeface="Trebuchet MS" panose="020B0603020202020204" pitchFamily="34" charset="0"/>
            </a:endParaRPr>
          </a:p>
        </p:txBody>
      </p:sp>
      <p:sp>
        <p:nvSpPr>
          <p:cNvPr id="127" name="Text Placeholder 3">
            <a:extLst>
              <a:ext uri="{FF2B5EF4-FFF2-40B4-BE49-F238E27FC236}">
                <a16:creationId xmlns:a16="http://schemas.microsoft.com/office/drawing/2014/main" id="{B9D3AC3F-3FF6-B741-3B54-52B310A3E78C}"/>
              </a:ext>
            </a:extLst>
          </p:cNvPr>
          <p:cNvSpPr>
            <a:spLocks/>
          </p:cNvSpPr>
          <p:nvPr>
            <p:custDataLst>
              <p:tags r:id="rId108"/>
            </p:custDataLst>
          </p:nvPr>
        </p:nvSpPr>
        <p:spPr bwMode="auto">
          <a:xfrm>
            <a:off x="2195513" y="2933700"/>
            <a:ext cx="577850" cy="15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  <a:defRPr/>
            </a:pPr>
            <a:fld id="{01AD055C-6471-4240-858E-B2E0C4B351CF}" type="datetime'I''''''''n''te''''r''n''a''''s''i''''on''a''''l'">
              <a:rPr lang="en-US" altLang="en-US" sz="900" smtClean="0"/>
              <a:pPr/>
              <a:t>Internasional</a:t>
            </a:fld>
            <a:endParaRPr kumimoji="0" lang="en-US" sz="900" b="0" i="0" strike="noStrike" kern="1200" cap="none" spc="0" normalizeH="0" baseline="0" noProof="0">
              <a:ln>
                <a:noFill/>
              </a:ln>
              <a:effectLst/>
              <a:uLnTx/>
              <a:uFillTx/>
              <a:sym typeface="Trebuchet MS" panose="020B0603020202020204" pitchFamily="34" charset="0"/>
            </a:endParaRPr>
          </a:p>
        </p:txBody>
      </p:sp>
      <p:sp>
        <p:nvSpPr>
          <p:cNvPr id="128" name="Text Placeholder 3">
            <a:extLst>
              <a:ext uri="{FF2B5EF4-FFF2-40B4-BE49-F238E27FC236}">
                <a16:creationId xmlns:a16="http://schemas.microsoft.com/office/drawing/2014/main" id="{86D91ECF-1660-A244-3FC2-5469F8DFB434}"/>
              </a:ext>
            </a:extLst>
          </p:cNvPr>
          <p:cNvSpPr>
            <a:spLocks/>
          </p:cNvSpPr>
          <p:nvPr>
            <p:custDataLst>
              <p:tags r:id="rId109"/>
            </p:custDataLst>
          </p:nvPr>
        </p:nvSpPr>
        <p:spPr bwMode="auto">
          <a:xfrm>
            <a:off x="3086100" y="2933700"/>
            <a:ext cx="404813" cy="15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  <a:defRPr/>
            </a:pPr>
            <a:fld id="{2A4601D9-216F-413F-B9A1-749441343006}" type="datetime'''''D''''''''''''om''''''''e''''''''s''t''''i''''''''''''k'''">
              <a:rPr lang="en-US" altLang="en-US" sz="900" smtClean="0"/>
              <a:pPr/>
              <a:t>Domestik</a:t>
            </a:fld>
            <a:endParaRPr kumimoji="0" lang="en-US" sz="900" b="0" i="0" strike="noStrike" kern="1200" cap="none" spc="0" normalizeH="0" baseline="0" noProof="0">
              <a:ln>
                <a:noFill/>
              </a:ln>
              <a:effectLst/>
              <a:uLnTx/>
              <a:uFillTx/>
              <a:sym typeface="Trebuchet MS" panose="020B0603020202020204" pitchFamily="34" charset="0"/>
            </a:endParaRPr>
          </a:p>
        </p:txBody>
      </p: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54945295-A535-8473-9EB3-2783EBB29739}"/>
              </a:ext>
            </a:extLst>
          </p:cNvPr>
          <p:cNvGrpSpPr/>
          <p:nvPr/>
        </p:nvGrpSpPr>
        <p:grpSpPr>
          <a:xfrm>
            <a:off x="6950965" y="6053186"/>
            <a:ext cx="4168584" cy="260350"/>
            <a:chOff x="1399078" y="6176963"/>
            <a:chExt cx="4168584" cy="260350"/>
          </a:xfrm>
        </p:grpSpPr>
        <p:sp>
          <p:nvSpPr>
            <p:cNvPr id="130" name="Rectangle: Rounded Corners 129">
              <a:extLst>
                <a:ext uri="{FF2B5EF4-FFF2-40B4-BE49-F238E27FC236}">
                  <a16:creationId xmlns:a16="http://schemas.microsoft.com/office/drawing/2014/main" id="{BEADD361-3379-5208-1E25-9F3185522305}"/>
                </a:ext>
              </a:extLst>
            </p:cNvPr>
            <p:cNvSpPr/>
            <p:nvPr/>
          </p:nvSpPr>
          <p:spPr>
            <a:xfrm>
              <a:off x="1399078" y="6176963"/>
              <a:ext cx="563372" cy="260350"/>
            </a:xfrm>
            <a:prstGeom prst="roundRect">
              <a:avLst/>
            </a:prstGeom>
            <a:noFill/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182958"/>
                  </a:solidFill>
                  <a:effectLst/>
                  <a:uLnTx/>
                  <a:uFillTx/>
                  <a:latin typeface="Tw Cen MT" panose="020B0602020104020603"/>
                  <a:ea typeface="+mn-ea"/>
                  <a:cs typeface="+mn-cs"/>
                </a:rPr>
                <a:t>2026</a:t>
              </a:r>
            </a:p>
          </p:txBody>
        </p:sp>
        <p:sp>
          <p:nvSpPr>
            <p:cNvPr id="131" name="Rectangle: Rounded Corners 130">
              <a:extLst>
                <a:ext uri="{FF2B5EF4-FFF2-40B4-BE49-F238E27FC236}">
                  <a16:creationId xmlns:a16="http://schemas.microsoft.com/office/drawing/2014/main" id="{DA2C629C-0288-588D-84FA-A6E01D1AD97F}"/>
                </a:ext>
              </a:extLst>
            </p:cNvPr>
            <p:cNvSpPr/>
            <p:nvPr/>
          </p:nvSpPr>
          <p:spPr>
            <a:xfrm>
              <a:off x="2326177" y="6176963"/>
              <a:ext cx="563372" cy="260350"/>
            </a:xfrm>
            <a:prstGeom prst="roundRect">
              <a:avLst/>
            </a:prstGeom>
            <a:noFill/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182958"/>
                  </a:solidFill>
                  <a:effectLst/>
                  <a:uLnTx/>
                  <a:uFillTx/>
                  <a:latin typeface="Tw Cen MT" panose="020B0602020104020603"/>
                  <a:ea typeface="+mn-ea"/>
                  <a:cs typeface="+mn-cs"/>
                </a:rPr>
                <a:t>2027</a:t>
              </a:r>
            </a:p>
          </p:txBody>
        </p:sp>
        <p:sp>
          <p:nvSpPr>
            <p:cNvPr id="132" name="Rectangle: Rounded Corners 131">
              <a:extLst>
                <a:ext uri="{FF2B5EF4-FFF2-40B4-BE49-F238E27FC236}">
                  <a16:creationId xmlns:a16="http://schemas.microsoft.com/office/drawing/2014/main" id="{00CB292C-45EB-0C39-7F8D-FA26B601390A}"/>
                </a:ext>
              </a:extLst>
            </p:cNvPr>
            <p:cNvSpPr/>
            <p:nvPr/>
          </p:nvSpPr>
          <p:spPr>
            <a:xfrm>
              <a:off x="3231443" y="6176963"/>
              <a:ext cx="564178" cy="260350"/>
            </a:xfrm>
            <a:prstGeom prst="roundRect">
              <a:avLst/>
            </a:prstGeom>
            <a:noFill/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182958"/>
                  </a:solidFill>
                  <a:effectLst/>
                  <a:uLnTx/>
                  <a:uFillTx/>
                  <a:latin typeface="Tw Cen MT" panose="020B0602020104020603"/>
                  <a:ea typeface="+mn-ea"/>
                  <a:cs typeface="+mn-cs"/>
                </a:rPr>
                <a:t>2028</a:t>
              </a:r>
            </a:p>
          </p:txBody>
        </p:sp>
        <p:sp>
          <p:nvSpPr>
            <p:cNvPr id="133" name="Rectangle: Rounded Corners 132">
              <a:extLst>
                <a:ext uri="{FF2B5EF4-FFF2-40B4-BE49-F238E27FC236}">
                  <a16:creationId xmlns:a16="http://schemas.microsoft.com/office/drawing/2014/main" id="{CDEE79C2-401C-83E6-1B32-015565883FC0}"/>
                </a:ext>
              </a:extLst>
            </p:cNvPr>
            <p:cNvSpPr/>
            <p:nvPr/>
          </p:nvSpPr>
          <p:spPr>
            <a:xfrm>
              <a:off x="4111226" y="6176963"/>
              <a:ext cx="563372" cy="260350"/>
            </a:xfrm>
            <a:prstGeom prst="roundRect">
              <a:avLst/>
            </a:prstGeom>
            <a:noFill/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182958"/>
                  </a:solidFill>
                  <a:effectLst/>
                  <a:uLnTx/>
                  <a:uFillTx/>
                  <a:latin typeface="Tw Cen MT" panose="020B0602020104020603"/>
                  <a:ea typeface="+mn-ea"/>
                  <a:cs typeface="+mn-cs"/>
                </a:rPr>
                <a:t>2029</a:t>
              </a:r>
            </a:p>
          </p:txBody>
        </p:sp>
        <p:sp>
          <p:nvSpPr>
            <p:cNvPr id="134" name="Rectangle: Rounded Corners 133">
              <a:extLst>
                <a:ext uri="{FF2B5EF4-FFF2-40B4-BE49-F238E27FC236}">
                  <a16:creationId xmlns:a16="http://schemas.microsoft.com/office/drawing/2014/main" id="{44ED7513-4926-2A2D-D254-851D1F1781E2}"/>
                </a:ext>
              </a:extLst>
            </p:cNvPr>
            <p:cNvSpPr/>
            <p:nvPr/>
          </p:nvSpPr>
          <p:spPr>
            <a:xfrm>
              <a:off x="5004290" y="6176963"/>
              <a:ext cx="563372" cy="260350"/>
            </a:xfrm>
            <a:prstGeom prst="roundRect">
              <a:avLst/>
            </a:prstGeom>
            <a:noFill/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182958"/>
                  </a:solidFill>
                  <a:effectLst/>
                  <a:uLnTx/>
                  <a:uFillTx/>
                  <a:latin typeface="Tw Cen MT" panose="020B0602020104020603"/>
                  <a:ea typeface="+mn-ea"/>
                  <a:cs typeface="+mn-cs"/>
                </a:rPr>
                <a:t>2030</a:t>
              </a:r>
            </a:p>
          </p:txBody>
        </p:sp>
      </p:grpSp>
      <p:sp>
        <p:nvSpPr>
          <p:cNvPr id="135" name="Rectangle 11 37 9">
            <a:extLst>
              <a:ext uri="{FF2B5EF4-FFF2-40B4-BE49-F238E27FC236}">
                <a16:creationId xmlns:a16="http://schemas.microsoft.com/office/drawing/2014/main" id="{61E016CA-DD80-8B1A-C46E-B3B32B159BCF}"/>
              </a:ext>
            </a:extLst>
          </p:cNvPr>
          <p:cNvSpPr>
            <a:spLocks/>
          </p:cNvSpPr>
          <p:nvPr/>
        </p:nvSpPr>
        <p:spPr>
          <a:xfrm>
            <a:off x="5389563" y="1460153"/>
            <a:ext cx="742950" cy="461665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CAGR </a:t>
            </a:r>
            <a:b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26’-</a:t>
            </a:r>
            <a:r>
              <a:rPr lang="en-US" sz="1050" b="1">
                <a:solidFill>
                  <a:srgbClr val="000000"/>
                </a:solidFill>
                <a:latin typeface="+mj-lt"/>
              </a:rPr>
              <a:t>30</a:t>
            </a: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’</a:t>
            </a:r>
          </a:p>
        </p:txBody>
      </p:sp>
      <p:sp>
        <p:nvSpPr>
          <p:cNvPr id="136" name="Rectangle 11 37 9">
            <a:extLst>
              <a:ext uri="{FF2B5EF4-FFF2-40B4-BE49-F238E27FC236}">
                <a16:creationId xmlns:a16="http://schemas.microsoft.com/office/drawing/2014/main" id="{2DA74F4E-A0D5-6EE5-C4C4-5379BF5AF23C}"/>
              </a:ext>
            </a:extLst>
          </p:cNvPr>
          <p:cNvSpPr>
            <a:spLocks/>
          </p:cNvSpPr>
          <p:nvPr/>
        </p:nvSpPr>
        <p:spPr>
          <a:xfrm>
            <a:off x="11129964" y="1460153"/>
            <a:ext cx="742950" cy="461665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CAGR </a:t>
            </a:r>
            <a:b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26’-</a:t>
            </a:r>
            <a:r>
              <a:rPr lang="en-US" sz="1050" b="1">
                <a:solidFill>
                  <a:srgbClr val="000000"/>
                </a:solidFill>
                <a:latin typeface="+mj-lt"/>
              </a:rPr>
              <a:t>30</a:t>
            </a: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’</a:t>
            </a:r>
          </a:p>
        </p:txBody>
      </p:sp>
      <p:sp>
        <p:nvSpPr>
          <p:cNvPr id="137" name="Oval 136">
            <a:extLst>
              <a:ext uri="{FF2B5EF4-FFF2-40B4-BE49-F238E27FC236}">
                <a16:creationId xmlns:a16="http://schemas.microsoft.com/office/drawing/2014/main" id="{7B55C601-2810-C78B-50AA-E004CAF44EBD}"/>
              </a:ext>
            </a:extLst>
          </p:cNvPr>
          <p:cNvSpPr/>
          <p:nvPr/>
        </p:nvSpPr>
        <p:spPr>
          <a:xfrm>
            <a:off x="5483225" y="2246313"/>
            <a:ext cx="560388" cy="265219"/>
          </a:xfrm>
          <a:prstGeom prst="ellipse">
            <a:avLst/>
          </a:prstGeom>
          <a:solidFill>
            <a:schemeClr val="bg1"/>
          </a:solidFill>
          <a:ln w="12700" cap="rnd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900" b="1">
                <a:solidFill>
                  <a:sysClr val="windowText" lastClr="000000"/>
                </a:solidFill>
              </a:rPr>
              <a:t>+15,9%</a:t>
            </a:r>
          </a:p>
        </p:txBody>
      </p:sp>
      <p:sp>
        <p:nvSpPr>
          <p:cNvPr id="138" name="Oval 137">
            <a:extLst>
              <a:ext uri="{FF2B5EF4-FFF2-40B4-BE49-F238E27FC236}">
                <a16:creationId xmlns:a16="http://schemas.microsoft.com/office/drawing/2014/main" id="{B955B1C9-37EE-17B7-2593-6DF6737C3520}"/>
              </a:ext>
            </a:extLst>
          </p:cNvPr>
          <p:cNvSpPr/>
          <p:nvPr/>
        </p:nvSpPr>
        <p:spPr>
          <a:xfrm>
            <a:off x="5483225" y="3694059"/>
            <a:ext cx="560388" cy="265219"/>
          </a:xfrm>
          <a:prstGeom prst="ellipse">
            <a:avLst/>
          </a:prstGeom>
          <a:solidFill>
            <a:schemeClr val="bg1"/>
          </a:solidFill>
          <a:ln w="12700" cap="rnd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900" b="1">
                <a:solidFill>
                  <a:sysClr val="windowText" lastClr="000000"/>
                </a:solidFill>
              </a:rPr>
              <a:t>+22,2%</a:t>
            </a:r>
          </a:p>
        </p:txBody>
      </p:sp>
      <p:sp>
        <p:nvSpPr>
          <p:cNvPr id="139" name="Oval 138">
            <a:extLst>
              <a:ext uri="{FF2B5EF4-FFF2-40B4-BE49-F238E27FC236}">
                <a16:creationId xmlns:a16="http://schemas.microsoft.com/office/drawing/2014/main" id="{F7BA4605-0A08-7328-AC43-525011D6A426}"/>
              </a:ext>
            </a:extLst>
          </p:cNvPr>
          <p:cNvSpPr/>
          <p:nvPr/>
        </p:nvSpPr>
        <p:spPr>
          <a:xfrm>
            <a:off x="5483225" y="5065713"/>
            <a:ext cx="560388" cy="266700"/>
          </a:xfrm>
          <a:prstGeom prst="ellipse">
            <a:avLst/>
          </a:prstGeom>
          <a:solidFill>
            <a:schemeClr val="bg1"/>
          </a:solidFill>
          <a:ln w="12700" cap="rnd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900" b="1">
                <a:solidFill>
                  <a:sysClr val="windowText" lastClr="000000"/>
                </a:solidFill>
              </a:rPr>
              <a:t>+12,9%</a:t>
            </a:r>
          </a:p>
        </p:txBody>
      </p:sp>
      <p:sp>
        <p:nvSpPr>
          <p:cNvPr id="140" name="Oval 139">
            <a:extLst>
              <a:ext uri="{FF2B5EF4-FFF2-40B4-BE49-F238E27FC236}">
                <a16:creationId xmlns:a16="http://schemas.microsoft.com/office/drawing/2014/main" id="{64E2ABA6-20EF-16D6-F132-E10762188F4C}"/>
              </a:ext>
            </a:extLst>
          </p:cNvPr>
          <p:cNvSpPr/>
          <p:nvPr/>
        </p:nvSpPr>
        <p:spPr>
          <a:xfrm>
            <a:off x="11223624" y="2246313"/>
            <a:ext cx="560388" cy="265219"/>
          </a:xfrm>
          <a:prstGeom prst="ellipse">
            <a:avLst/>
          </a:prstGeom>
          <a:solidFill>
            <a:schemeClr val="bg1"/>
          </a:solidFill>
          <a:ln w="12700" cap="rnd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900" b="1">
                <a:solidFill>
                  <a:sysClr val="windowText" lastClr="000000"/>
                </a:solidFill>
              </a:rPr>
              <a:t>+18,1%</a:t>
            </a:r>
          </a:p>
        </p:txBody>
      </p:sp>
      <p:sp>
        <p:nvSpPr>
          <p:cNvPr id="141" name="Oval 140">
            <a:extLst>
              <a:ext uri="{FF2B5EF4-FFF2-40B4-BE49-F238E27FC236}">
                <a16:creationId xmlns:a16="http://schemas.microsoft.com/office/drawing/2014/main" id="{BB670784-49DF-9D53-3ED7-D31EE2F13301}"/>
              </a:ext>
            </a:extLst>
          </p:cNvPr>
          <p:cNvSpPr/>
          <p:nvPr/>
        </p:nvSpPr>
        <p:spPr>
          <a:xfrm>
            <a:off x="11223624" y="3694061"/>
            <a:ext cx="560388" cy="265219"/>
          </a:xfrm>
          <a:prstGeom prst="ellipse">
            <a:avLst/>
          </a:prstGeom>
          <a:solidFill>
            <a:schemeClr val="bg1"/>
          </a:solidFill>
          <a:ln w="12700" cap="rnd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900" b="1">
                <a:solidFill>
                  <a:sysClr val="windowText" lastClr="000000"/>
                </a:solidFill>
              </a:rPr>
              <a:t>+16,7%</a:t>
            </a:r>
          </a:p>
        </p:txBody>
      </p:sp>
      <p:sp>
        <p:nvSpPr>
          <p:cNvPr id="142" name="Oval 141">
            <a:extLst>
              <a:ext uri="{FF2B5EF4-FFF2-40B4-BE49-F238E27FC236}">
                <a16:creationId xmlns:a16="http://schemas.microsoft.com/office/drawing/2014/main" id="{63F96342-A247-7B3B-6CB0-C83D23C0EC05}"/>
              </a:ext>
            </a:extLst>
          </p:cNvPr>
          <p:cNvSpPr/>
          <p:nvPr/>
        </p:nvSpPr>
        <p:spPr>
          <a:xfrm>
            <a:off x="11223624" y="4973638"/>
            <a:ext cx="560388" cy="265113"/>
          </a:xfrm>
          <a:prstGeom prst="ellipse">
            <a:avLst/>
          </a:prstGeom>
          <a:solidFill>
            <a:schemeClr val="bg1"/>
          </a:solidFill>
          <a:ln w="12700" cap="rnd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900" b="1">
                <a:solidFill>
                  <a:sysClr val="windowText" lastClr="000000"/>
                </a:solidFill>
              </a:rPr>
              <a:t>+1,5%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4B33E266-AB9F-6706-1173-90BBFE9E3611}"/>
              </a:ext>
            </a:extLst>
          </p:cNvPr>
          <p:cNvSpPr/>
          <p:nvPr>
            <p:custDataLst>
              <p:tags r:id="rId110"/>
            </p:custDataLst>
          </p:nvPr>
        </p:nvSpPr>
        <p:spPr bwMode="auto">
          <a:xfrm>
            <a:off x="1438275" y="4313238"/>
            <a:ext cx="160338" cy="120650"/>
          </a:xfrm>
          <a:prstGeom prst="rect">
            <a:avLst/>
          </a:prstGeom>
          <a:solidFill>
            <a:schemeClr val="accent4"/>
          </a:solidFill>
          <a:ln w="3175" cap="rnd" cmpd="sng" algn="ctr">
            <a:solidFill>
              <a:srgbClr val="C9C9C9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>
              <a:solidFill>
                <a:srgbClr val="FFFFFF"/>
              </a:solidFill>
            </a:endParaRP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3CE5275E-C35B-8DD6-34AD-3B7A217FFD0C}"/>
              </a:ext>
            </a:extLst>
          </p:cNvPr>
          <p:cNvSpPr/>
          <p:nvPr>
            <p:custDataLst>
              <p:tags r:id="rId111"/>
            </p:custDataLst>
          </p:nvPr>
        </p:nvSpPr>
        <p:spPr bwMode="auto">
          <a:xfrm>
            <a:off x="2265363" y="4313238"/>
            <a:ext cx="160338" cy="120650"/>
          </a:xfrm>
          <a:prstGeom prst="rect">
            <a:avLst/>
          </a:prstGeom>
          <a:solidFill>
            <a:srgbClr val="7094D3"/>
          </a:solidFill>
          <a:ln w="3175" cap="rnd" cmpd="sng" algn="ctr">
            <a:solidFill>
              <a:srgbClr val="C9C9C9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>
              <a:solidFill>
                <a:srgbClr val="FFFFFF"/>
              </a:solidFill>
            </a:endParaRPr>
          </a:p>
        </p:txBody>
      </p:sp>
      <p:sp>
        <p:nvSpPr>
          <p:cNvPr id="146" name="Text Placeholder 3">
            <a:extLst>
              <a:ext uri="{FF2B5EF4-FFF2-40B4-BE49-F238E27FC236}">
                <a16:creationId xmlns:a16="http://schemas.microsoft.com/office/drawing/2014/main" id="{D2DE3AB9-10EC-F0E0-7676-CDEF67780843}"/>
              </a:ext>
            </a:extLst>
          </p:cNvPr>
          <p:cNvSpPr>
            <a:spLocks/>
          </p:cNvSpPr>
          <p:nvPr>
            <p:custDataLst>
              <p:tags r:id="rId112"/>
            </p:custDataLst>
          </p:nvPr>
        </p:nvSpPr>
        <p:spPr bwMode="auto">
          <a:xfrm>
            <a:off x="1649413" y="4298950"/>
            <a:ext cx="514350" cy="15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029017D8-13BB-426F-A458-B2C38368E0DC}" type="datetime'''''''''''''''''N''''''ia''''g''a G''''''''''as'''">
              <a:rPr lang="en-US" altLang="en-US" sz="900" smtClean="0"/>
              <a:pPr/>
              <a:t>Niaga Gas</a:t>
            </a:fld>
            <a:endParaRPr lang="en-US" sz="900"/>
          </a:p>
        </p:txBody>
      </p:sp>
      <p:sp>
        <p:nvSpPr>
          <p:cNvPr id="147" name="Text Placeholder 3">
            <a:extLst>
              <a:ext uri="{FF2B5EF4-FFF2-40B4-BE49-F238E27FC236}">
                <a16:creationId xmlns:a16="http://schemas.microsoft.com/office/drawing/2014/main" id="{4F9B5433-DE9F-2CDA-AEAD-E214CB9CE718}"/>
              </a:ext>
            </a:extLst>
          </p:cNvPr>
          <p:cNvSpPr>
            <a:spLocks/>
          </p:cNvSpPr>
          <p:nvPr>
            <p:custDataLst>
              <p:tags r:id="rId113"/>
            </p:custDataLst>
          </p:nvPr>
        </p:nvSpPr>
        <p:spPr bwMode="auto">
          <a:xfrm>
            <a:off x="2476500" y="4298950"/>
            <a:ext cx="596900" cy="15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E0B67C23-A6C8-4333-90FC-C3A03FD300DF}" type="datetime'L''''''''''NG T''''''rad''''''i''n''''''g'''''''''''''">
              <a:rPr lang="en-US" altLang="en-US" sz="900" smtClean="0"/>
              <a:pPr/>
              <a:t>LNG Trading</a:t>
            </a:fld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3493007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79BC6-BE0B-FBF3-8C6B-167641468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DA60DFEF-6D19-7E11-A9B7-63FF5BD45574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3396483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92" imgW="408" imgH="408" progId="TCLayout.ActiveDocument.1">
                  <p:embed/>
                </p:oleObj>
              </mc:Choice>
              <mc:Fallback>
                <p:oleObj name="thinkcell Slide" r:id="rId92" imgW="408" imgH="408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A60DFEF-6D19-7E11-A9B7-63FF5BD455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30" name="Straight Connector 329">
            <a:extLst>
              <a:ext uri="{FF2B5EF4-FFF2-40B4-BE49-F238E27FC236}">
                <a16:creationId xmlns:a16="http://schemas.microsoft.com/office/drawing/2014/main" id="{2F67EC00-3150-2C62-4E9E-4F6C6C8AC7D5}"/>
              </a:ext>
            </a:extLst>
          </p:cNvPr>
          <p:cNvCxnSpPr>
            <a:cxnSpLocks/>
          </p:cNvCxnSpPr>
          <p:nvPr/>
        </p:nvCxnSpPr>
        <p:spPr>
          <a:xfrm>
            <a:off x="360362" y="3759200"/>
            <a:ext cx="8358188" cy="1588"/>
          </a:xfrm>
          <a:prstGeom prst="line">
            <a:avLst/>
          </a:prstGeom>
          <a:ln w="6350" cap="rnd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1" name="Straight Connector 330">
            <a:extLst>
              <a:ext uri="{FF2B5EF4-FFF2-40B4-BE49-F238E27FC236}">
                <a16:creationId xmlns:a16="http://schemas.microsoft.com/office/drawing/2014/main" id="{05A5E959-4788-0FAC-4754-F15814B4EB06}"/>
              </a:ext>
            </a:extLst>
          </p:cNvPr>
          <p:cNvCxnSpPr>
            <a:cxnSpLocks/>
          </p:cNvCxnSpPr>
          <p:nvPr/>
        </p:nvCxnSpPr>
        <p:spPr>
          <a:xfrm>
            <a:off x="360362" y="4778375"/>
            <a:ext cx="8358188" cy="1588"/>
          </a:xfrm>
          <a:prstGeom prst="line">
            <a:avLst/>
          </a:prstGeom>
          <a:ln w="6350" cap="rnd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2" name="Straight Connector 331">
            <a:extLst>
              <a:ext uri="{FF2B5EF4-FFF2-40B4-BE49-F238E27FC236}">
                <a16:creationId xmlns:a16="http://schemas.microsoft.com/office/drawing/2014/main" id="{BA6E0045-5FD4-7DF0-9B7B-F2F6F2AC6312}"/>
              </a:ext>
            </a:extLst>
          </p:cNvPr>
          <p:cNvCxnSpPr>
            <a:cxnSpLocks/>
          </p:cNvCxnSpPr>
          <p:nvPr/>
        </p:nvCxnSpPr>
        <p:spPr>
          <a:xfrm>
            <a:off x="360362" y="5813425"/>
            <a:ext cx="8358188" cy="1588"/>
          </a:xfrm>
          <a:prstGeom prst="line">
            <a:avLst/>
          </a:prstGeom>
          <a:ln w="6350" cap="rnd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9" name="Straight Connector 328">
            <a:extLst>
              <a:ext uri="{FF2B5EF4-FFF2-40B4-BE49-F238E27FC236}">
                <a16:creationId xmlns:a16="http://schemas.microsoft.com/office/drawing/2014/main" id="{544047B7-B5E6-26C9-98D2-70B7B5374027}"/>
              </a:ext>
            </a:extLst>
          </p:cNvPr>
          <p:cNvCxnSpPr>
            <a:cxnSpLocks/>
          </p:cNvCxnSpPr>
          <p:nvPr/>
        </p:nvCxnSpPr>
        <p:spPr>
          <a:xfrm>
            <a:off x="360362" y="2731422"/>
            <a:ext cx="8358502" cy="0"/>
          </a:xfrm>
          <a:prstGeom prst="line">
            <a:avLst/>
          </a:prstGeom>
          <a:ln w="6350" cap="rnd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59" name="Chart 458">
            <a:extLst>
              <a:ext uri="{FF2B5EF4-FFF2-40B4-BE49-F238E27FC236}">
                <a16:creationId xmlns:a16="http://schemas.microsoft.com/office/drawing/2014/main" id="{372A81EB-801C-D3DE-ECDC-6E2583D50559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284078658"/>
              </p:ext>
            </p:extLst>
          </p:nvPr>
        </p:nvGraphicFramePr>
        <p:xfrm>
          <a:off x="1498600" y="2259013"/>
          <a:ext cx="7302500" cy="6143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4"/>
          </a:graphicData>
        </a:graphic>
      </p:graphicFrame>
      <p:cxnSp>
        <p:nvCxnSpPr>
          <p:cNvPr id="460" name="Straight Connector 459">
            <a:extLst>
              <a:ext uri="{FF2B5EF4-FFF2-40B4-BE49-F238E27FC236}">
                <a16:creationId xmlns:a16="http://schemas.microsoft.com/office/drawing/2014/main" id="{4B19EE58-2260-729A-031B-B490D79FDFCD}"/>
              </a:ext>
            </a:extLst>
          </p:cNvPr>
          <p:cNvCxnSpPr/>
          <p:nvPr>
            <p:custDataLst>
              <p:tags r:id="rId3"/>
            </p:custDataLst>
          </p:nvPr>
        </p:nvCxnSpPr>
        <p:spPr bwMode="gray">
          <a:xfrm flipV="1">
            <a:off x="1978025" y="2697163"/>
            <a:ext cx="0" cy="176212"/>
          </a:xfrm>
          <a:prstGeom prst="line">
            <a:avLst/>
          </a:prstGeom>
          <a:ln w="63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1" name="Straight Connector 460">
            <a:extLst>
              <a:ext uri="{FF2B5EF4-FFF2-40B4-BE49-F238E27FC236}">
                <a16:creationId xmlns:a16="http://schemas.microsoft.com/office/drawing/2014/main" id="{DDFE9696-AEF6-74EC-AE2C-354FD972EC61}"/>
              </a:ext>
            </a:extLst>
          </p:cNvPr>
          <p:cNvCxnSpPr>
            <a:cxnSpLocks/>
          </p:cNvCxnSpPr>
          <p:nvPr>
            <p:custDataLst>
              <p:tags r:id="rId4"/>
            </p:custDataLst>
          </p:nvPr>
        </p:nvCxnSpPr>
        <p:spPr bwMode="gray">
          <a:xfrm flipH="1">
            <a:off x="3884613" y="2662238"/>
            <a:ext cx="92075" cy="0"/>
          </a:xfrm>
          <a:prstGeom prst="line">
            <a:avLst/>
          </a:prstGeom>
          <a:ln w="63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0" name="Text Placeholder 3">
            <a:extLst>
              <a:ext uri="{FF2B5EF4-FFF2-40B4-BE49-F238E27FC236}">
                <a16:creationId xmlns:a16="http://schemas.microsoft.com/office/drawing/2014/main" id="{F766F3C5-8DC0-84F3-EDC7-5A0C51ABECBF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gray">
          <a:xfrm>
            <a:off x="1876425" y="2470150"/>
            <a:ext cx="203200" cy="16827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txBody>
          <a:bodyPr vert="horz" wrap="none" lIns="17463" tIns="0" rIns="17463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2ADE2DBD-C41A-4C5F-9E05-156C11D97DD5}" type="datetime'''''8'''''''''',''''''''''''''''''''''''''9'''''''''''">
              <a:rPr lang="en-US" altLang="en-US" sz="1000" smtClean="0"/>
              <a:pPr lvl="0" algn="ctr">
                <a:spcBef>
                  <a:spcPct val="0"/>
                </a:spcBef>
                <a:spcAft>
                  <a:spcPct val="0"/>
                </a:spcAft>
              </a:pPr>
              <a:t>8,9</a:t>
            </a:fld>
            <a:endParaRPr lang="en-US" sz="1000">
              <a:sym typeface="Tw Cen MT" panose="020B0602020104020603" pitchFamily="34" charset="0"/>
            </a:endParaRPr>
          </a:p>
        </p:txBody>
      </p:sp>
      <p:sp>
        <p:nvSpPr>
          <p:cNvPr id="411" name="Text Placeholder 3">
            <a:extLst>
              <a:ext uri="{FF2B5EF4-FFF2-40B4-BE49-F238E27FC236}">
                <a16:creationId xmlns:a16="http://schemas.microsoft.com/office/drawing/2014/main" id="{2B26ABD2-CACA-1F49-6EB3-39E4519848F9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gray">
          <a:xfrm>
            <a:off x="1841500" y="2873375"/>
            <a:ext cx="273050" cy="16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36F72695-53E9-4B02-975B-2672EF10D3C3}" type="datetime'2''''8'''''''''''''''''''',''''''''''''1'''''">
              <a:rPr lang="en-US" altLang="en-US" sz="1000" smtClean="0"/>
              <a:pPr lvl="0" algn="ctr">
                <a:spcBef>
                  <a:spcPct val="0"/>
                </a:spcBef>
                <a:spcAft>
                  <a:spcPct val="0"/>
                </a:spcAft>
              </a:pPr>
              <a:t>28,1</a:t>
            </a:fld>
            <a:endParaRPr lang="en-US" sz="1000">
              <a:sym typeface="Tw Cen MT" panose="020B0602020104020603" pitchFamily="34" charset="0"/>
            </a:endParaRPr>
          </a:p>
        </p:txBody>
      </p:sp>
      <p:sp>
        <p:nvSpPr>
          <p:cNvPr id="412" name="Text Placeholder 3">
            <a:extLst>
              <a:ext uri="{FF2B5EF4-FFF2-40B4-BE49-F238E27FC236}">
                <a16:creationId xmlns:a16="http://schemas.microsoft.com/office/drawing/2014/main" id="{B69800C1-7855-59B0-1726-C1A35EB91AD2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gray">
          <a:xfrm>
            <a:off x="2074863" y="2695575"/>
            <a:ext cx="203200" cy="168275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txBody>
          <a:bodyPr vert="horz" wrap="none" lIns="17463" tIns="0" rIns="17463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1D15F7CA-ED58-488E-984A-38608BC577B4}" type="datetime'''''''''''''''''''''''''''''''''''''2'''''''',''''1'''''">
              <a:rPr lang="en-US" altLang="en-US" sz="1000" smtClean="0">
                <a:solidFill>
                  <a:schemeClr val="bg1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2,1</a:t>
            </a:fld>
            <a:endParaRPr lang="en-US" sz="1000">
              <a:solidFill>
                <a:schemeClr val="bg1"/>
              </a:solidFill>
              <a:sym typeface="Tw Cen MT" panose="020B0602020104020603" pitchFamily="34" charset="0"/>
            </a:endParaRPr>
          </a:p>
        </p:txBody>
      </p:sp>
      <p:sp>
        <p:nvSpPr>
          <p:cNvPr id="413" name="Text Placeholder 3">
            <a:extLst>
              <a:ext uri="{FF2B5EF4-FFF2-40B4-BE49-F238E27FC236}">
                <a16:creationId xmlns:a16="http://schemas.microsoft.com/office/drawing/2014/main" id="{DE50CC58-FD74-B290-5D52-0D958C006E46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gray">
          <a:xfrm>
            <a:off x="1677988" y="2705100"/>
            <a:ext cx="203200" cy="168275"/>
          </a:xfrm>
          <a:prstGeom prst="rect">
            <a:avLst/>
          </a:prstGeom>
          <a:solidFill>
            <a:srgbClr val="C4D535"/>
          </a:solidFill>
          <a:ln>
            <a:noFill/>
          </a:ln>
          <a:effectLst/>
        </p:spPr>
        <p:txBody>
          <a:bodyPr vert="horz" wrap="none" lIns="17463" tIns="0" rIns="17463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8FD2E131-294B-413F-9E6C-12C81318CF04}" type="datetime'''0'''''''''''''''''''''',''''''''''''''''4'">
              <a:rPr lang="en-US" altLang="en-US" sz="1000" smtClean="0"/>
              <a:pPr lvl="0" algn="ctr">
                <a:spcBef>
                  <a:spcPct val="0"/>
                </a:spcBef>
                <a:spcAft>
                  <a:spcPct val="0"/>
                </a:spcAft>
              </a:pPr>
              <a:t>0,4</a:t>
            </a:fld>
            <a:endParaRPr lang="en-US" sz="1000" dirty="0">
              <a:sym typeface="Tw Cen MT" panose="020B0602020104020603" pitchFamily="34" charset="0"/>
            </a:endParaRPr>
          </a:p>
        </p:txBody>
      </p:sp>
      <p:sp>
        <p:nvSpPr>
          <p:cNvPr id="415" name="Text Placeholder 3">
            <a:extLst>
              <a:ext uri="{FF2B5EF4-FFF2-40B4-BE49-F238E27FC236}">
                <a16:creationId xmlns:a16="http://schemas.microsoft.com/office/drawing/2014/main" id="{41679C5E-89B2-EDF7-EAE3-9F0135EE7F7E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gray">
          <a:xfrm>
            <a:off x="3976688" y="2578100"/>
            <a:ext cx="273050" cy="16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6561224A-1017-4C1A-92FB-71EC2A931670}" type="datetime'''''''3''''''''''1'''''''',''''''''''''''''''''9'''''''''''">
              <a:rPr lang="en-US" altLang="en-US" sz="1000" smtClean="0"/>
              <a:pPr lvl="0">
                <a:spcBef>
                  <a:spcPct val="0"/>
                </a:spcBef>
                <a:spcAft>
                  <a:spcPct val="0"/>
                </a:spcAft>
              </a:pPr>
              <a:t>31,9</a:t>
            </a:fld>
            <a:endParaRPr lang="en-US" sz="1000" dirty="0">
              <a:sym typeface="Tw Cen MT" panose="020B0602020104020603" pitchFamily="34" charset="0"/>
            </a:endParaRPr>
          </a:p>
        </p:txBody>
      </p:sp>
      <p:sp>
        <p:nvSpPr>
          <p:cNvPr id="416" name="Text Placeholder 3">
            <a:extLst>
              <a:ext uri="{FF2B5EF4-FFF2-40B4-BE49-F238E27FC236}">
                <a16:creationId xmlns:a16="http://schemas.microsoft.com/office/drawing/2014/main" id="{32AE40B4-E823-0B3F-668F-F2F6A130C54C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gray">
          <a:xfrm>
            <a:off x="3660775" y="2693988"/>
            <a:ext cx="203200" cy="168275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txBody>
          <a:bodyPr vert="horz" wrap="none" lIns="17463" tIns="0" rIns="17463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3840ADC3-0492-48C6-A949-974C041FA034}" type="datetime'2'''''''''''''''''''''''''''''''''''''',''''7'">
              <a:rPr lang="en-US" altLang="en-US" sz="1000" smtClean="0">
                <a:solidFill>
                  <a:schemeClr val="bg1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2,7</a:t>
            </a:fld>
            <a:endParaRPr lang="en-US" sz="1000">
              <a:solidFill>
                <a:schemeClr val="bg1"/>
              </a:solidFill>
              <a:sym typeface="Tw Cen MT" panose="020B0602020104020603" pitchFamily="34" charset="0"/>
            </a:endParaRPr>
          </a:p>
        </p:txBody>
      </p:sp>
      <p:sp>
        <p:nvSpPr>
          <p:cNvPr id="417" name="Text Placeholder 3">
            <a:extLst>
              <a:ext uri="{FF2B5EF4-FFF2-40B4-BE49-F238E27FC236}">
                <a16:creationId xmlns:a16="http://schemas.microsoft.com/office/drawing/2014/main" id="{0D91F1B1-95A1-E0BA-397B-89BF15E1C048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 bwMode="gray">
          <a:xfrm>
            <a:off x="3263900" y="2705100"/>
            <a:ext cx="203200" cy="168275"/>
          </a:xfrm>
          <a:prstGeom prst="rect">
            <a:avLst/>
          </a:prstGeom>
          <a:solidFill>
            <a:srgbClr val="C4D535"/>
          </a:solidFill>
          <a:ln>
            <a:noFill/>
          </a:ln>
          <a:effectLst/>
        </p:spPr>
        <p:txBody>
          <a:bodyPr vert="horz" wrap="none" lIns="17463" tIns="0" rIns="17463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E1EF1338-7FDD-462E-8D43-C0B40FA92B30}" type="datetime'''''0,''''''''''''''''5'''''''''''''''''''''''''''''''">
              <a:rPr lang="en-US" altLang="en-US" sz="1000" smtClean="0"/>
              <a:pPr lvl="0" algn="ctr">
                <a:spcBef>
                  <a:spcPct val="0"/>
                </a:spcBef>
                <a:spcAft>
                  <a:spcPct val="0"/>
                </a:spcAft>
              </a:pPr>
              <a:t>0,5</a:t>
            </a:fld>
            <a:endParaRPr lang="en-US" sz="1000" dirty="0">
              <a:sym typeface="Tw Cen MT" panose="020B0602020104020603" pitchFamily="34" charset="0"/>
            </a:endParaRPr>
          </a:p>
        </p:txBody>
      </p:sp>
      <p:sp>
        <p:nvSpPr>
          <p:cNvPr id="418" name="Text Placeholder 3">
            <a:extLst>
              <a:ext uri="{FF2B5EF4-FFF2-40B4-BE49-F238E27FC236}">
                <a16:creationId xmlns:a16="http://schemas.microsoft.com/office/drawing/2014/main" id="{87287962-6A59-332B-ADEC-09B43592676B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 bwMode="gray">
          <a:xfrm>
            <a:off x="5013325" y="2395538"/>
            <a:ext cx="273050" cy="16827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txBody>
          <a:bodyPr vert="horz" wrap="none" lIns="17463" tIns="0" rIns="17463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79E0EE52-7CC0-4095-8575-872E5B788261}" type="datetime'''''''''''''''1''''''2'''''''',''1'''''''''''''''''''''''''''">
              <a:rPr lang="en-US" altLang="en-US" sz="1000" smtClean="0">
                <a:effectLst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12,1</a:t>
            </a:fld>
            <a:endParaRPr lang="en-US" sz="1000" dirty="0">
              <a:sym typeface="Tw Cen MT" panose="020B0602020104020603" pitchFamily="34" charset="0"/>
            </a:endParaRPr>
          </a:p>
        </p:txBody>
      </p:sp>
      <p:sp>
        <p:nvSpPr>
          <p:cNvPr id="419" name="Text Placeholder 3">
            <a:extLst>
              <a:ext uri="{FF2B5EF4-FFF2-40B4-BE49-F238E27FC236}">
                <a16:creationId xmlns:a16="http://schemas.microsoft.com/office/drawing/2014/main" id="{FE4EE0D6-71AB-5793-424F-56E0D5B3499F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 bwMode="gray">
          <a:xfrm>
            <a:off x="4814888" y="2557463"/>
            <a:ext cx="273050" cy="16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77A780B1-A188-4120-8245-E9E2E5168DA1}" type="datetime'''''3''''5'''''''''''''''''''''''''''''',9'''''''''''''''''''">
              <a:rPr lang="en-US" altLang="en-US" sz="1000" smtClean="0">
                <a:solidFill>
                  <a:schemeClr val="bg1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35,9</a:t>
            </a:fld>
            <a:endParaRPr lang="en-US" sz="1000" dirty="0">
              <a:solidFill>
                <a:schemeClr val="bg1"/>
              </a:solidFill>
              <a:sym typeface="Tw Cen MT" panose="020B0602020104020603" pitchFamily="34" charset="0"/>
            </a:endParaRPr>
          </a:p>
        </p:txBody>
      </p:sp>
      <p:sp>
        <p:nvSpPr>
          <p:cNvPr id="420" name="Text Placeholder 3">
            <a:extLst>
              <a:ext uri="{FF2B5EF4-FFF2-40B4-BE49-F238E27FC236}">
                <a16:creationId xmlns:a16="http://schemas.microsoft.com/office/drawing/2014/main" id="{69C8D335-EFBD-C96B-7E92-10EA499433B2}"/>
              </a:ext>
            </a:extLst>
          </p:cNvPr>
          <p:cNvSpPr>
            <a:spLocks/>
          </p:cNvSpPr>
          <p:nvPr>
            <p:custDataLst>
              <p:tags r:id="rId14"/>
            </p:custDataLst>
          </p:nvPr>
        </p:nvSpPr>
        <p:spPr bwMode="gray">
          <a:xfrm>
            <a:off x="5246688" y="2690813"/>
            <a:ext cx="203200" cy="168275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txBody>
          <a:bodyPr vert="horz" wrap="none" lIns="17463" tIns="0" rIns="17463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831A6E2C-93A3-46CF-B092-755CD0B084B4}" type="datetime'''''3'''''''''''''''''''''''''''''',''''''2'''''''''''''">
              <a:rPr lang="en-US" altLang="en-US" sz="1000" smtClean="0">
                <a:solidFill>
                  <a:schemeClr val="bg1"/>
                </a:solidFill>
                <a:effectLst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3,2</a:t>
            </a:fld>
            <a:endParaRPr lang="en-US" sz="1000">
              <a:solidFill>
                <a:schemeClr val="bg1"/>
              </a:solidFill>
              <a:sym typeface="Tw Cen MT" panose="020B0602020104020603" pitchFamily="34" charset="0"/>
            </a:endParaRPr>
          </a:p>
        </p:txBody>
      </p:sp>
      <p:sp>
        <p:nvSpPr>
          <p:cNvPr id="421" name="Text Placeholder 3">
            <a:extLst>
              <a:ext uri="{FF2B5EF4-FFF2-40B4-BE49-F238E27FC236}">
                <a16:creationId xmlns:a16="http://schemas.microsoft.com/office/drawing/2014/main" id="{34C22364-C105-2620-9E0C-71BF4C711348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 bwMode="gray">
          <a:xfrm>
            <a:off x="4849813" y="2703513"/>
            <a:ext cx="203200" cy="168275"/>
          </a:xfrm>
          <a:prstGeom prst="rect">
            <a:avLst/>
          </a:prstGeom>
          <a:solidFill>
            <a:srgbClr val="C4D535"/>
          </a:solidFill>
          <a:ln>
            <a:noFill/>
          </a:ln>
          <a:effectLst/>
        </p:spPr>
        <p:txBody>
          <a:bodyPr vert="horz" wrap="none" lIns="17463" tIns="0" rIns="17463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A141B973-8D11-43D4-AFF8-EF7D39E8902A}" type="datetime'''0'''''''',''''''''''''''''''''''''''8'''''''''''''''''''''''">
              <a:rPr lang="en-US" altLang="en-US" sz="1000" smtClean="0">
                <a:effectLst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0,8</a:t>
            </a:fld>
            <a:endParaRPr lang="en-US" sz="1000" dirty="0">
              <a:sym typeface="Tw Cen MT" panose="020B0602020104020603" pitchFamily="34" charset="0"/>
            </a:endParaRPr>
          </a:p>
        </p:txBody>
      </p:sp>
      <p:sp>
        <p:nvSpPr>
          <p:cNvPr id="422" name="Text Placeholder 3">
            <a:extLst>
              <a:ext uri="{FF2B5EF4-FFF2-40B4-BE49-F238E27FC236}">
                <a16:creationId xmlns:a16="http://schemas.microsoft.com/office/drawing/2014/main" id="{6EA4898A-5879-0737-2381-DA1CE2138965}"/>
              </a:ext>
            </a:extLst>
          </p:cNvPr>
          <p:cNvSpPr>
            <a:spLocks/>
          </p:cNvSpPr>
          <p:nvPr>
            <p:custDataLst>
              <p:tags r:id="rId16"/>
            </p:custDataLst>
          </p:nvPr>
        </p:nvSpPr>
        <p:spPr bwMode="gray">
          <a:xfrm>
            <a:off x="6599238" y="2357438"/>
            <a:ext cx="273050" cy="16827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txBody>
          <a:bodyPr vert="horz" wrap="none" lIns="17463" tIns="0" rIns="17463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B31070E2-F0D3-41A7-9332-1D599FCD7BBD}" type="datetime'1''''''''''''''''''''''''''''''''3'''''''',''''''6'">
              <a:rPr lang="en-US" altLang="en-US" sz="1000" smtClean="0">
                <a:effectLst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13,6</a:t>
            </a:fld>
            <a:endParaRPr lang="en-US" sz="1000">
              <a:sym typeface="Tw Cen MT" panose="020B0602020104020603" pitchFamily="34" charset="0"/>
            </a:endParaRPr>
          </a:p>
        </p:txBody>
      </p:sp>
      <p:sp>
        <p:nvSpPr>
          <p:cNvPr id="423" name="Text Placeholder 3">
            <a:extLst>
              <a:ext uri="{FF2B5EF4-FFF2-40B4-BE49-F238E27FC236}">
                <a16:creationId xmlns:a16="http://schemas.microsoft.com/office/drawing/2014/main" id="{BC6EDEDB-2106-334E-43DE-6247086C610B}"/>
              </a:ext>
            </a:extLst>
          </p:cNvPr>
          <p:cNvSpPr>
            <a:spLocks/>
          </p:cNvSpPr>
          <p:nvPr>
            <p:custDataLst>
              <p:tags r:id="rId17"/>
            </p:custDataLst>
          </p:nvPr>
        </p:nvSpPr>
        <p:spPr bwMode="gray">
          <a:xfrm>
            <a:off x="6400800" y="2538413"/>
            <a:ext cx="273050" cy="16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1B5AEFBA-D921-410A-8146-C58677EA1535}" type="datetime'''4''''''''0'''''''''''',''''''''''''''''''''''''2'''''">
              <a:rPr lang="en-US" altLang="en-US" sz="1000" smtClean="0">
                <a:solidFill>
                  <a:schemeClr val="bg1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40,2</a:t>
            </a:fld>
            <a:endParaRPr lang="en-US" sz="1000">
              <a:solidFill>
                <a:schemeClr val="bg1"/>
              </a:solidFill>
              <a:sym typeface="Tw Cen MT" panose="020B0602020104020603" pitchFamily="34" charset="0"/>
            </a:endParaRPr>
          </a:p>
        </p:txBody>
      </p:sp>
      <p:sp>
        <p:nvSpPr>
          <p:cNvPr id="424" name="Text Placeholder 3">
            <a:extLst>
              <a:ext uri="{FF2B5EF4-FFF2-40B4-BE49-F238E27FC236}">
                <a16:creationId xmlns:a16="http://schemas.microsoft.com/office/drawing/2014/main" id="{A943A837-C581-73B6-2BB9-DBF9F11877F4}"/>
              </a:ext>
            </a:extLst>
          </p:cNvPr>
          <p:cNvSpPr>
            <a:spLocks/>
          </p:cNvSpPr>
          <p:nvPr>
            <p:custDataLst>
              <p:tags r:id="rId18"/>
            </p:custDataLst>
          </p:nvPr>
        </p:nvSpPr>
        <p:spPr bwMode="gray">
          <a:xfrm>
            <a:off x="6832600" y="2687638"/>
            <a:ext cx="203200" cy="168275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txBody>
          <a:bodyPr vert="horz" wrap="none" lIns="17463" tIns="0" rIns="17463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C9A1F540-93A4-4A17-BA59-39A190E5CAA5}" type="datetime'''''''''''3'''''''''''''''',''''''9'''''''''''''''''''''''''">
              <a:rPr lang="en-US" altLang="en-US" sz="1000" smtClean="0">
                <a:solidFill>
                  <a:schemeClr val="bg1"/>
                </a:solidFill>
                <a:effectLst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3,9</a:t>
            </a:fld>
            <a:endParaRPr lang="en-US" sz="1000">
              <a:solidFill>
                <a:schemeClr val="bg1"/>
              </a:solidFill>
              <a:sym typeface="Tw Cen MT" panose="020B0602020104020603" pitchFamily="34" charset="0"/>
            </a:endParaRPr>
          </a:p>
        </p:txBody>
      </p:sp>
      <p:sp>
        <p:nvSpPr>
          <p:cNvPr id="425" name="Text Placeholder 3">
            <a:extLst>
              <a:ext uri="{FF2B5EF4-FFF2-40B4-BE49-F238E27FC236}">
                <a16:creationId xmlns:a16="http://schemas.microsoft.com/office/drawing/2014/main" id="{0F66FABA-0A91-6D63-A9FF-29D1320D2D4F}"/>
              </a:ext>
            </a:extLst>
          </p:cNvPr>
          <p:cNvSpPr>
            <a:spLocks/>
          </p:cNvSpPr>
          <p:nvPr>
            <p:custDataLst>
              <p:tags r:id="rId19"/>
            </p:custDataLst>
          </p:nvPr>
        </p:nvSpPr>
        <p:spPr bwMode="gray">
          <a:xfrm>
            <a:off x="6435725" y="2703513"/>
            <a:ext cx="203200" cy="168275"/>
          </a:xfrm>
          <a:prstGeom prst="rect">
            <a:avLst/>
          </a:prstGeom>
          <a:solidFill>
            <a:srgbClr val="C4D535"/>
          </a:solidFill>
          <a:ln>
            <a:noFill/>
          </a:ln>
          <a:effectLst/>
        </p:spPr>
        <p:txBody>
          <a:bodyPr vert="horz" wrap="none" lIns="17463" tIns="0" rIns="17463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C34E8E3B-4E72-4473-B5F7-17E18CF77D48}" type="datetime'''''''''''0'''''',''''9'''''''''''''''''''''''''''''''''''">
              <a:rPr lang="en-US" altLang="en-US" sz="1000" smtClean="0">
                <a:effectLst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0,9</a:t>
            </a:fld>
            <a:endParaRPr lang="en-US" sz="1000">
              <a:sym typeface="Tw Cen MT" panose="020B0602020104020603" pitchFamily="34" charset="0"/>
            </a:endParaRPr>
          </a:p>
        </p:txBody>
      </p:sp>
      <p:sp>
        <p:nvSpPr>
          <p:cNvPr id="426" name="Text Placeholder 3">
            <a:extLst>
              <a:ext uri="{FF2B5EF4-FFF2-40B4-BE49-F238E27FC236}">
                <a16:creationId xmlns:a16="http://schemas.microsoft.com/office/drawing/2014/main" id="{D3100D75-444A-AE31-E6C9-BC8CFF37340F}"/>
              </a:ext>
            </a:extLst>
          </p:cNvPr>
          <p:cNvSpPr>
            <a:spLocks/>
          </p:cNvSpPr>
          <p:nvPr>
            <p:custDataLst>
              <p:tags r:id="rId20"/>
            </p:custDataLst>
          </p:nvPr>
        </p:nvSpPr>
        <p:spPr bwMode="gray">
          <a:xfrm>
            <a:off x="8185150" y="2311400"/>
            <a:ext cx="273050" cy="16827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txBody>
          <a:bodyPr vert="horz" wrap="none" lIns="17463" tIns="0" rIns="17463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66B495D1-AAD9-430B-842A-2B8DD1C22A05}" type="datetime'''''''1''''''''''''''6'''''''',1'''''''''''''''''''''''''">
              <a:rPr lang="en-US" altLang="en-US" sz="1000" smtClean="0">
                <a:effectLst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16,1</a:t>
            </a:fld>
            <a:endParaRPr lang="en-US" sz="1000">
              <a:sym typeface="Tw Cen MT" panose="020B0602020104020603" pitchFamily="34" charset="0"/>
            </a:endParaRPr>
          </a:p>
        </p:txBody>
      </p:sp>
      <p:sp>
        <p:nvSpPr>
          <p:cNvPr id="427" name="Text Placeholder 3">
            <a:extLst>
              <a:ext uri="{FF2B5EF4-FFF2-40B4-BE49-F238E27FC236}">
                <a16:creationId xmlns:a16="http://schemas.microsoft.com/office/drawing/2014/main" id="{5FFCAE43-BFFA-46C0-4C7C-E1CEA350A501}"/>
              </a:ext>
            </a:extLst>
          </p:cNvPr>
          <p:cNvSpPr>
            <a:spLocks/>
          </p:cNvSpPr>
          <p:nvPr>
            <p:custDataLst>
              <p:tags r:id="rId21"/>
            </p:custDataLst>
          </p:nvPr>
        </p:nvSpPr>
        <p:spPr bwMode="gray">
          <a:xfrm>
            <a:off x="8185150" y="2516188"/>
            <a:ext cx="273050" cy="16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81EA7F65-F2BC-403D-8066-F0885B379DB5}" type="datetime'''''''''''''''''44'''''''''''''''''''''''',''7'''''''">
              <a:rPr lang="en-US" altLang="en-US" sz="1000" smtClean="0">
                <a:solidFill>
                  <a:schemeClr val="bg1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44,7</a:t>
            </a:fld>
            <a:endParaRPr lang="en-US" sz="1000">
              <a:solidFill>
                <a:schemeClr val="bg1"/>
              </a:solidFill>
              <a:sym typeface="Tw Cen MT" panose="020B0602020104020603" pitchFamily="34" charset="0"/>
            </a:endParaRPr>
          </a:p>
        </p:txBody>
      </p:sp>
      <p:sp>
        <p:nvSpPr>
          <p:cNvPr id="428" name="Text Placeholder 3">
            <a:extLst>
              <a:ext uri="{FF2B5EF4-FFF2-40B4-BE49-F238E27FC236}">
                <a16:creationId xmlns:a16="http://schemas.microsoft.com/office/drawing/2014/main" id="{C9EC8860-4C3F-B119-730C-DE2BFBBA69D1}"/>
              </a:ext>
            </a:extLst>
          </p:cNvPr>
          <p:cNvSpPr>
            <a:spLocks/>
          </p:cNvSpPr>
          <p:nvPr>
            <p:custDataLst>
              <p:tags r:id="rId22"/>
            </p:custDataLst>
          </p:nvPr>
        </p:nvSpPr>
        <p:spPr bwMode="gray">
          <a:xfrm>
            <a:off x="8418513" y="2682875"/>
            <a:ext cx="203200" cy="168275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txBody>
          <a:bodyPr vert="horz" wrap="none" lIns="17463" tIns="0" rIns="17463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DC1E4D53-E2DF-4531-8467-31C978D73B7A}" type="datetime'''''''''''4'''''''''''''''''',8'''''''''''''''''''''''''''''''">
              <a:rPr lang="en-US" altLang="en-US" sz="1000" smtClean="0">
                <a:solidFill>
                  <a:schemeClr val="bg1"/>
                </a:solidFill>
                <a:effectLst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4,8</a:t>
            </a:fld>
            <a:endParaRPr lang="en-US" sz="1000">
              <a:solidFill>
                <a:schemeClr val="bg1"/>
              </a:solidFill>
              <a:sym typeface="Tw Cen MT" panose="020B0602020104020603" pitchFamily="34" charset="0"/>
            </a:endParaRPr>
          </a:p>
        </p:txBody>
      </p:sp>
      <p:sp>
        <p:nvSpPr>
          <p:cNvPr id="429" name="Text Placeholder 3">
            <a:extLst>
              <a:ext uri="{FF2B5EF4-FFF2-40B4-BE49-F238E27FC236}">
                <a16:creationId xmlns:a16="http://schemas.microsoft.com/office/drawing/2014/main" id="{11AE85E1-373A-2619-3E0A-8BAB199B2EC3}"/>
              </a:ext>
            </a:extLst>
          </p:cNvPr>
          <p:cNvSpPr>
            <a:spLocks/>
          </p:cNvSpPr>
          <p:nvPr>
            <p:custDataLst>
              <p:tags r:id="rId23"/>
            </p:custDataLst>
          </p:nvPr>
        </p:nvSpPr>
        <p:spPr bwMode="gray">
          <a:xfrm>
            <a:off x="8021638" y="2703513"/>
            <a:ext cx="203200" cy="168275"/>
          </a:xfrm>
          <a:prstGeom prst="rect">
            <a:avLst/>
          </a:prstGeom>
          <a:solidFill>
            <a:srgbClr val="C4D535"/>
          </a:solidFill>
          <a:ln>
            <a:noFill/>
          </a:ln>
          <a:effectLst/>
        </p:spPr>
        <p:txBody>
          <a:bodyPr vert="horz" wrap="none" lIns="17463" tIns="0" rIns="17463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863FE87D-0D88-4756-B4F1-1B8E7200ABB5}" type="datetime'''''1'''''',''0'''''''''''''''''''''''''''''''''''''''''''''''">
              <a:rPr lang="en-US" altLang="en-US" sz="1000" smtClean="0">
                <a:effectLst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1,0</a:t>
            </a:fld>
            <a:endParaRPr lang="en-US" sz="1000">
              <a:sym typeface="Tw Cen MT" panose="020B0602020104020603" pitchFamily="34" charset="0"/>
            </a:endParaRPr>
          </a:p>
        </p:txBody>
      </p:sp>
      <p:sp>
        <p:nvSpPr>
          <p:cNvPr id="51" name="Google Shape;1885200;p1">
            <a:extLst>
              <a:ext uri="{FF2B5EF4-FFF2-40B4-BE49-F238E27FC236}">
                <a16:creationId xmlns:a16="http://schemas.microsoft.com/office/drawing/2014/main" id="{84E09DE4-4018-84A3-4F88-E1EC84174872}"/>
              </a:ext>
            </a:extLst>
          </p:cNvPr>
          <p:cNvSpPr txBox="1">
            <a:spLocks/>
          </p:cNvSpPr>
          <p:nvPr>
            <p:custDataLst>
              <p:tags r:id="rId24"/>
            </p:custDataLst>
          </p:nvPr>
        </p:nvSpPr>
        <p:spPr bwMode="gray">
          <a:xfrm>
            <a:off x="1844675" y="2333625"/>
            <a:ext cx="268288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spcFirstLastPara="1" vert="horz" wrap="none" lIns="17463" tIns="0" rIns="17463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fld id="{03EBECE0-509C-4B8F-AD47-70103A47C685}" type="datetime'3''''9'''''',''''''''''''''5'''''''''''''''''''''''''">
              <a:rPr lang="en-US" altLang="en-US" sz="1000" b="1" smtClean="0">
                <a:latin typeface="+mn-lt"/>
                <a:ea typeface="+mn-ea"/>
                <a:cs typeface="+mn-cs"/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t>39,5</a:t>
            </a:fld>
            <a:endParaRPr kumimoji="0" lang="en-US" sz="1000" b="1" i="0" strike="noStrike" kern="120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  <a:sym typeface="Tw Cen MT" panose="020B0602020104020603" pitchFamily="34" charset="0"/>
            </a:endParaRPr>
          </a:p>
        </p:txBody>
      </p:sp>
      <p:sp>
        <p:nvSpPr>
          <p:cNvPr id="10" name="Google Shape;1885200;p1">
            <a:extLst>
              <a:ext uri="{FF2B5EF4-FFF2-40B4-BE49-F238E27FC236}">
                <a16:creationId xmlns:a16="http://schemas.microsoft.com/office/drawing/2014/main" id="{06B9F47D-A820-D067-D636-C73DB8541664}"/>
              </a:ext>
            </a:extLst>
          </p:cNvPr>
          <p:cNvSpPr txBox="1">
            <a:spLocks/>
          </p:cNvSpPr>
          <p:nvPr>
            <p:custDataLst>
              <p:tags r:id="rId25"/>
            </p:custDataLst>
          </p:nvPr>
        </p:nvSpPr>
        <p:spPr bwMode="gray">
          <a:xfrm>
            <a:off x="3430588" y="2297113"/>
            <a:ext cx="268288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spcFirstLastPara="1" vert="horz" wrap="none" lIns="17463" tIns="0" rIns="17463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fld id="{BCE19F2C-E59F-4736-8E4E-49BDAD61B4EC}" type="datetime'''''4''''5'''''''''''''''''''''''''''',''''''6'''''''">
              <a:rPr lang="en-US" altLang="en-US" sz="1000" b="1" smtClean="0">
                <a:latin typeface="+mn-lt"/>
                <a:ea typeface="+mn-ea"/>
                <a:cs typeface="+mn-cs"/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t>45,6</a:t>
            </a:fld>
            <a:endParaRPr kumimoji="0" lang="en-US" sz="1000" b="1" i="0" strike="noStrike" kern="120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  <a:sym typeface="Tw Cen MT" panose="020B0602020104020603" pitchFamily="34" charset="0"/>
            </a:endParaRPr>
          </a:p>
        </p:txBody>
      </p:sp>
      <p:sp>
        <p:nvSpPr>
          <p:cNvPr id="53" name="Google Shape;1885200;p1">
            <a:extLst>
              <a:ext uri="{FF2B5EF4-FFF2-40B4-BE49-F238E27FC236}">
                <a16:creationId xmlns:a16="http://schemas.microsoft.com/office/drawing/2014/main" id="{9731D1EF-55BF-48F9-4209-CF2150F3CA73}"/>
              </a:ext>
            </a:extLst>
          </p:cNvPr>
          <p:cNvSpPr txBox="1">
            <a:spLocks/>
          </p:cNvSpPr>
          <p:nvPr>
            <p:custDataLst>
              <p:tags r:id="rId26"/>
            </p:custDataLst>
          </p:nvPr>
        </p:nvSpPr>
        <p:spPr bwMode="gray">
          <a:xfrm>
            <a:off x="5016500" y="2259013"/>
            <a:ext cx="268288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spcFirstLastPara="1" vert="horz" wrap="none" lIns="17463" tIns="0" rIns="17463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fld id="{FA3FCB43-8DD8-4CCC-A364-60754270D3A0}" type="datetime'''''''''5''''''''''''''2'''',''''''''''''''''''''''0'''''">
              <a:rPr lang="en-US" altLang="en-US" sz="1000" b="1" smtClean="0">
                <a:latin typeface="+mn-lt"/>
                <a:ea typeface="+mn-ea"/>
                <a:cs typeface="+mn-cs"/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t>52,0</a:t>
            </a:fld>
            <a:endParaRPr kumimoji="0" lang="en-US" sz="1000" b="1" i="0" strike="noStrike" kern="120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  <a:sym typeface="Tw Cen MT" panose="020B0602020104020603" pitchFamily="34" charset="0"/>
            </a:endParaRPr>
          </a:p>
        </p:txBody>
      </p:sp>
      <p:sp>
        <p:nvSpPr>
          <p:cNvPr id="54" name="Google Shape;1885200;p1">
            <a:extLst>
              <a:ext uri="{FF2B5EF4-FFF2-40B4-BE49-F238E27FC236}">
                <a16:creationId xmlns:a16="http://schemas.microsoft.com/office/drawing/2014/main" id="{747F728B-0A51-6C2A-6F4B-F018A2D324D1}"/>
              </a:ext>
            </a:extLst>
          </p:cNvPr>
          <p:cNvSpPr txBox="1">
            <a:spLocks/>
          </p:cNvSpPr>
          <p:nvPr>
            <p:custDataLst>
              <p:tags r:id="rId27"/>
            </p:custDataLst>
          </p:nvPr>
        </p:nvSpPr>
        <p:spPr bwMode="gray">
          <a:xfrm>
            <a:off x="6602413" y="2220913"/>
            <a:ext cx="268288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spcFirstLastPara="1" vert="horz" wrap="none" lIns="17463" tIns="0" rIns="17463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fld id="{2BB42E12-146F-4B59-A465-4DC26D586F8A}" type="datetime'''5''''''''''''''''''''8'''''',''''''''''''''''''''5'">
              <a:rPr lang="en-US" altLang="en-US" sz="1000" b="1" smtClean="0">
                <a:latin typeface="+mn-lt"/>
                <a:ea typeface="+mn-ea"/>
                <a:cs typeface="+mn-cs"/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t>58,5</a:t>
            </a:fld>
            <a:endParaRPr kumimoji="0" lang="en-US" sz="1000" b="1" i="0" strike="noStrike" kern="120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  <a:sym typeface="Tw Cen MT" panose="020B0602020104020603" pitchFamily="34" charset="0"/>
            </a:endParaRPr>
          </a:p>
        </p:txBody>
      </p:sp>
      <p:sp>
        <p:nvSpPr>
          <p:cNvPr id="55" name="Google Shape;1885200;p1">
            <a:extLst>
              <a:ext uri="{FF2B5EF4-FFF2-40B4-BE49-F238E27FC236}">
                <a16:creationId xmlns:a16="http://schemas.microsoft.com/office/drawing/2014/main" id="{93E9355C-4766-40EB-8D5C-4756B7300AC5}"/>
              </a:ext>
            </a:extLst>
          </p:cNvPr>
          <p:cNvSpPr txBox="1">
            <a:spLocks/>
          </p:cNvSpPr>
          <p:nvPr>
            <p:custDataLst>
              <p:tags r:id="rId28"/>
            </p:custDataLst>
          </p:nvPr>
        </p:nvSpPr>
        <p:spPr bwMode="gray">
          <a:xfrm>
            <a:off x="8188325" y="2174875"/>
            <a:ext cx="268288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spcFirstLastPara="1" vert="horz" wrap="none" lIns="17463" tIns="0" rIns="17463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fld id="{BFF44765-507A-41DA-97A6-3A3E4E764C5D}" type="datetime'''6''6'''''''''',''6'''''''''">
              <a:rPr lang="en-US" altLang="en-US" sz="1000" b="1" smtClean="0">
                <a:latin typeface="+mn-lt"/>
                <a:ea typeface="+mn-ea"/>
                <a:cs typeface="+mn-cs"/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t>66,6</a:t>
            </a:fld>
            <a:endParaRPr kumimoji="0" lang="en-US" sz="1000" b="1" i="0" strike="noStrike" kern="120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  <a:sym typeface="Tw Cen MT" panose="020B0602020104020603" pitchFamily="34" charset="0"/>
            </a:endParaRPr>
          </a:p>
        </p:txBody>
      </p:sp>
      <p:sp>
        <p:nvSpPr>
          <p:cNvPr id="48" name="Text Placeholder 3">
            <a:extLst>
              <a:ext uri="{FF2B5EF4-FFF2-40B4-BE49-F238E27FC236}">
                <a16:creationId xmlns:a16="http://schemas.microsoft.com/office/drawing/2014/main" id="{AEAE476D-0A76-8822-A8EF-1C56E7456528}"/>
              </a:ext>
            </a:extLst>
          </p:cNvPr>
          <p:cNvSpPr>
            <a:spLocks/>
          </p:cNvSpPr>
          <p:nvPr>
            <p:custDataLst>
              <p:tags r:id="rId29"/>
            </p:custDataLst>
          </p:nvPr>
        </p:nvSpPr>
        <p:spPr bwMode="gray">
          <a:xfrm>
            <a:off x="3427413" y="2433638"/>
            <a:ext cx="273050" cy="16827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txBody>
          <a:bodyPr vert="horz" wrap="none" lIns="17463" tIns="0" rIns="17463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71BDE14C-284E-4D88-AEAA-141AD661A53A}" type="datetime'1''''0'',''5'''''''''''''''''''''''''''">
              <a:rPr lang="en-US" altLang="en-US" sz="1000" smtClean="0">
                <a:sym typeface="Tw Cen MT" panose="020B0602020104020603" pitchFamily="34" charset="0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10,5</a:t>
            </a:fld>
            <a:endParaRPr lang="en-US" sz="1000">
              <a:sym typeface="Tw Cen MT" panose="020B0602020104020603" pitchFamily="34" charset="0"/>
            </a:endParaRP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2E177975-8CDD-4294-B55A-340BF2094883}"/>
              </a:ext>
            </a:extLst>
          </p:cNvPr>
          <p:cNvSpPr/>
          <p:nvPr/>
        </p:nvSpPr>
        <p:spPr>
          <a:xfrm>
            <a:off x="1588689" y="5959475"/>
            <a:ext cx="778671" cy="261085"/>
          </a:xfrm>
          <a:prstGeom prst="roundRect">
            <a:avLst/>
          </a:prstGeom>
          <a:noFill/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>
                <a:solidFill>
                  <a:schemeClr val="accent1"/>
                </a:solidFill>
              </a:rPr>
              <a:t>2026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7238D8D9-1CF0-87C8-06EA-D7ED7324BFA4}"/>
              </a:ext>
            </a:extLst>
          </p:cNvPr>
          <p:cNvSpPr/>
          <p:nvPr/>
        </p:nvSpPr>
        <p:spPr>
          <a:xfrm>
            <a:off x="3173909" y="5959475"/>
            <a:ext cx="779463" cy="261085"/>
          </a:xfrm>
          <a:prstGeom prst="roundRect">
            <a:avLst/>
          </a:prstGeom>
          <a:noFill/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>
                <a:solidFill>
                  <a:schemeClr val="accent1"/>
                </a:solidFill>
              </a:rPr>
              <a:t>2027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58BB9FB5-90EE-AC76-2F74-9BCD38C3F6B9}"/>
              </a:ext>
            </a:extLst>
          </p:cNvPr>
          <p:cNvSpPr/>
          <p:nvPr/>
        </p:nvSpPr>
        <p:spPr>
          <a:xfrm>
            <a:off x="4759921" y="5959475"/>
            <a:ext cx="779463" cy="261085"/>
          </a:xfrm>
          <a:prstGeom prst="roundRect">
            <a:avLst/>
          </a:prstGeom>
          <a:noFill/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>
                <a:solidFill>
                  <a:schemeClr val="accent1"/>
                </a:solidFill>
              </a:rPr>
              <a:t>2028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26F9C14F-6456-AB31-B5B9-8D32DEA70689}"/>
              </a:ext>
            </a:extLst>
          </p:cNvPr>
          <p:cNvSpPr/>
          <p:nvPr/>
        </p:nvSpPr>
        <p:spPr>
          <a:xfrm>
            <a:off x="6345933" y="5959475"/>
            <a:ext cx="779463" cy="261085"/>
          </a:xfrm>
          <a:prstGeom prst="roundRect">
            <a:avLst/>
          </a:prstGeom>
          <a:noFill/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>
                <a:solidFill>
                  <a:schemeClr val="accent1"/>
                </a:solidFill>
              </a:rPr>
              <a:t>2029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5A346F73-1508-5072-7E5E-A89606726DC5}"/>
              </a:ext>
            </a:extLst>
          </p:cNvPr>
          <p:cNvSpPr/>
          <p:nvPr/>
        </p:nvSpPr>
        <p:spPr>
          <a:xfrm>
            <a:off x="7931943" y="5959475"/>
            <a:ext cx="779463" cy="261085"/>
          </a:xfrm>
          <a:prstGeom prst="roundRect">
            <a:avLst/>
          </a:prstGeom>
          <a:noFill/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>
                <a:solidFill>
                  <a:schemeClr val="accent1"/>
                </a:solidFill>
              </a:rPr>
              <a:t>2030</a:t>
            </a:r>
          </a:p>
        </p:txBody>
      </p:sp>
      <p:graphicFrame>
        <p:nvGraphicFramePr>
          <p:cNvPr id="623" name="Chart 622">
            <a:extLst>
              <a:ext uri="{FF2B5EF4-FFF2-40B4-BE49-F238E27FC236}">
                <a16:creationId xmlns:a16="http://schemas.microsoft.com/office/drawing/2014/main" id="{AC255C81-672A-ACBB-8917-AC70A6EF8EB7}"/>
              </a:ext>
            </a:extLst>
          </p:cNvPr>
          <p:cNvGraphicFramePr/>
          <p:nvPr>
            <p:custDataLst>
              <p:tags r:id="rId30"/>
            </p:custDataLst>
            <p:extLst>
              <p:ext uri="{D42A27DB-BD31-4B8C-83A1-F6EECF244321}">
                <p14:modId xmlns:p14="http://schemas.microsoft.com/office/powerpoint/2010/main" val="2329479060"/>
              </p:ext>
            </p:extLst>
          </p:nvPr>
        </p:nvGraphicFramePr>
        <p:xfrm>
          <a:off x="1489075" y="3386138"/>
          <a:ext cx="7312025" cy="4619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5"/>
          </a:graphicData>
        </a:graphic>
      </p:graphicFrame>
      <p:sp>
        <p:nvSpPr>
          <p:cNvPr id="62" name="Text Placeholder 3">
            <a:extLst>
              <a:ext uri="{FF2B5EF4-FFF2-40B4-BE49-F238E27FC236}">
                <a16:creationId xmlns:a16="http://schemas.microsoft.com/office/drawing/2014/main" id="{DBC34FD4-7AAD-B24E-E0A7-462B08744A2C}"/>
              </a:ext>
            </a:extLst>
          </p:cNvPr>
          <p:cNvSpPr>
            <a:spLocks/>
          </p:cNvSpPr>
          <p:nvPr>
            <p:custDataLst>
              <p:tags r:id="rId31"/>
            </p:custDataLst>
          </p:nvPr>
        </p:nvSpPr>
        <p:spPr bwMode="gray">
          <a:xfrm>
            <a:off x="2065338" y="3586163"/>
            <a:ext cx="203200" cy="16827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txBody>
          <a:bodyPr vert="horz" wrap="none" lIns="17463" tIns="0" rIns="17463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2F5597"/>
              </a:buClr>
              <a:buSzTx/>
              <a:buFont typeface="Arial" panose="020B0604020202020204" pitchFamily="34" charset="0"/>
              <a:buChar char="​"/>
              <a:tabLst/>
              <a:defRPr/>
            </a:pPr>
            <a:fld id="{343542F7-8614-42BD-AB49-F917C55AFD75}" type="datetime'''''''''''''''''''''''''''''''''''''''0'''',8'''''''''''''">
              <a:rPr lang="en-US" altLang="en-US" sz="1000" smtClean="0">
                <a:effectLst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2F5597"/>
                </a:buClr>
                <a:buSzTx/>
                <a:buFont typeface="Arial" panose="020B0604020202020204" pitchFamily="34" charset="0"/>
                <a:buChar char="​"/>
                <a:tabLst/>
                <a:defRPr/>
              </a:pPr>
              <a:t>0,8</a:t>
            </a:fld>
            <a:endParaRPr kumimoji="0" lang="en-US" sz="1000" b="0" i="0" strike="noStrike" kern="1200" cap="none" spc="0" normalizeH="0" baseline="0" noProof="0">
              <a:ln>
                <a:noFill/>
              </a:ln>
              <a:effectLst/>
              <a:uLnTx/>
              <a:uFillTx/>
              <a:sym typeface="Tw Cen MT" panose="020B0602020104020603" pitchFamily="34" charset="0"/>
            </a:endParaRPr>
          </a:p>
        </p:txBody>
      </p:sp>
      <p:sp>
        <p:nvSpPr>
          <p:cNvPr id="63" name="Text Placeholder 3">
            <a:extLst>
              <a:ext uri="{FF2B5EF4-FFF2-40B4-BE49-F238E27FC236}">
                <a16:creationId xmlns:a16="http://schemas.microsoft.com/office/drawing/2014/main" id="{805C4590-8784-A542-64C1-3C40477DE195}"/>
              </a:ext>
            </a:extLst>
          </p:cNvPr>
          <p:cNvSpPr>
            <a:spLocks/>
          </p:cNvSpPr>
          <p:nvPr>
            <p:custDataLst>
              <p:tags r:id="rId32"/>
            </p:custDataLst>
          </p:nvPr>
        </p:nvSpPr>
        <p:spPr bwMode="gray">
          <a:xfrm>
            <a:off x="1668463" y="3633788"/>
            <a:ext cx="203200" cy="168275"/>
          </a:xfrm>
          <a:prstGeom prst="rect">
            <a:avLst/>
          </a:prstGeom>
          <a:solidFill>
            <a:srgbClr val="6A99DE"/>
          </a:solidFill>
          <a:ln>
            <a:noFill/>
          </a:ln>
          <a:effectLst/>
        </p:spPr>
        <p:txBody>
          <a:bodyPr vert="horz" wrap="none" lIns="17463" tIns="0" rIns="17463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  <a:defRPr/>
            </a:pPr>
            <a:fld id="{24BD84CA-A702-45A2-872A-2F1C5E36BC46}" type="datetime'''0'''''''''''''''''''',''''4'''''''''''''''''''''''''''''">
              <a:rPr lang="en-US" altLang="en-US" sz="1000" smtClean="0">
                <a:solidFill>
                  <a:srgbClr val="FFFFFF"/>
                </a:solidFill>
                <a:effectLst/>
              </a:rPr>
              <a:pPr lvl="0" algn="ctr">
                <a:spcBef>
                  <a:spcPct val="0"/>
                </a:spcBef>
                <a:spcAft>
                  <a:spcPct val="0"/>
                </a:spcAft>
                <a:defRPr/>
              </a:pPr>
              <a:t>0,4</a:t>
            </a:fld>
            <a:endParaRPr kumimoji="0" lang="en-US" sz="1000" b="0" i="0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sym typeface="Tw Cen MT" panose="020B0602020104020603" pitchFamily="34" charset="0"/>
            </a:endParaRPr>
          </a:p>
        </p:txBody>
      </p:sp>
      <p:sp>
        <p:nvSpPr>
          <p:cNvPr id="256" name="Text Placeholder 3">
            <a:extLst>
              <a:ext uri="{FF2B5EF4-FFF2-40B4-BE49-F238E27FC236}">
                <a16:creationId xmlns:a16="http://schemas.microsoft.com/office/drawing/2014/main" id="{ECF9658E-FC3F-068B-CA75-DB8087416B8D}"/>
              </a:ext>
            </a:extLst>
          </p:cNvPr>
          <p:cNvSpPr>
            <a:spLocks/>
          </p:cNvSpPr>
          <p:nvPr>
            <p:custDataLst>
              <p:tags r:id="rId33"/>
            </p:custDataLst>
          </p:nvPr>
        </p:nvSpPr>
        <p:spPr bwMode="gray">
          <a:xfrm>
            <a:off x="3654425" y="3546475"/>
            <a:ext cx="203200" cy="16827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txBody>
          <a:bodyPr vert="horz" wrap="none" lIns="17463" tIns="0" rIns="17463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2F5597"/>
              </a:buClr>
              <a:buSzTx/>
              <a:buFont typeface="Arial" panose="020B0604020202020204" pitchFamily="34" charset="0"/>
              <a:buChar char="​"/>
              <a:tabLst/>
              <a:defRPr/>
            </a:pPr>
            <a:fld id="{50B9C7C5-DF4B-44C9-9475-1D00C865CEDA}" type="datetime'1,''''''''''''''''''''''''0'''''''''''''''''''''''''''''''''''">
              <a:rPr lang="en-US" altLang="en-US" sz="1000" smtClean="0">
                <a:effectLst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2F5597"/>
                </a:buClr>
                <a:buSzTx/>
                <a:buFont typeface="Arial" panose="020B0604020202020204" pitchFamily="34" charset="0"/>
                <a:buChar char="​"/>
                <a:tabLst/>
                <a:defRPr/>
              </a:pPr>
              <a:t>1,0</a:t>
            </a:fld>
            <a:endParaRPr kumimoji="0" lang="en-US" sz="1000" b="0" i="0" strike="noStrike" kern="1200" cap="none" spc="0" normalizeH="0" baseline="0" noProof="0">
              <a:ln>
                <a:noFill/>
              </a:ln>
              <a:effectLst/>
              <a:uLnTx/>
              <a:uFillTx/>
              <a:sym typeface="Tw Cen MT" panose="020B0602020104020603" pitchFamily="34" charset="0"/>
            </a:endParaRPr>
          </a:p>
        </p:txBody>
      </p:sp>
      <p:sp>
        <p:nvSpPr>
          <p:cNvPr id="257" name="Text Placeholder 3">
            <a:extLst>
              <a:ext uri="{FF2B5EF4-FFF2-40B4-BE49-F238E27FC236}">
                <a16:creationId xmlns:a16="http://schemas.microsoft.com/office/drawing/2014/main" id="{0EF0ED00-5ED8-B142-F6F1-A7A0762113BA}"/>
              </a:ext>
            </a:extLst>
          </p:cNvPr>
          <p:cNvSpPr>
            <a:spLocks/>
          </p:cNvSpPr>
          <p:nvPr>
            <p:custDataLst>
              <p:tags r:id="rId34"/>
            </p:custDataLst>
          </p:nvPr>
        </p:nvSpPr>
        <p:spPr bwMode="gray">
          <a:xfrm>
            <a:off x="3255963" y="3611563"/>
            <a:ext cx="203200" cy="168275"/>
          </a:xfrm>
          <a:prstGeom prst="rect">
            <a:avLst/>
          </a:prstGeom>
          <a:solidFill>
            <a:srgbClr val="6A99DE"/>
          </a:solidFill>
          <a:ln>
            <a:noFill/>
          </a:ln>
          <a:effectLst/>
        </p:spPr>
        <p:txBody>
          <a:bodyPr vert="horz" wrap="none" lIns="17463" tIns="0" rIns="17463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  <a:defRPr/>
            </a:pPr>
            <a:fld id="{AF335D03-43C8-4FB6-A41C-FE3CA654240E}" type="datetime'''''''''0'''''',''''7'''''''''''''''''''''''''''''''''">
              <a:rPr lang="en-US" altLang="en-US" sz="1000" smtClean="0">
                <a:solidFill>
                  <a:srgbClr val="FFFFFF"/>
                </a:solidFill>
                <a:effectLst/>
              </a:rPr>
              <a:pPr lvl="0" algn="ctr">
                <a:spcBef>
                  <a:spcPct val="0"/>
                </a:spcBef>
                <a:spcAft>
                  <a:spcPct val="0"/>
                </a:spcAft>
                <a:defRPr/>
              </a:pPr>
              <a:t>0,7</a:t>
            </a:fld>
            <a:endParaRPr kumimoji="0" lang="en-US" sz="1000" b="0" i="0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sym typeface="Tw Cen MT" panose="020B0602020104020603" pitchFamily="34" charset="0"/>
            </a:endParaRPr>
          </a:p>
        </p:txBody>
      </p:sp>
      <p:sp>
        <p:nvSpPr>
          <p:cNvPr id="258" name="Text Placeholder 3">
            <a:extLst>
              <a:ext uri="{FF2B5EF4-FFF2-40B4-BE49-F238E27FC236}">
                <a16:creationId xmlns:a16="http://schemas.microsoft.com/office/drawing/2014/main" id="{114BE2C1-7F2E-17FB-E512-415036338A90}"/>
              </a:ext>
            </a:extLst>
          </p:cNvPr>
          <p:cNvSpPr>
            <a:spLocks/>
          </p:cNvSpPr>
          <p:nvPr>
            <p:custDataLst>
              <p:tags r:id="rId35"/>
            </p:custDataLst>
          </p:nvPr>
        </p:nvSpPr>
        <p:spPr bwMode="gray">
          <a:xfrm>
            <a:off x="5241925" y="3522663"/>
            <a:ext cx="203200" cy="16827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txBody>
          <a:bodyPr vert="horz" wrap="none" lIns="17463" tIns="0" rIns="17463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2F5597"/>
              </a:buClr>
              <a:buSzTx/>
              <a:buFont typeface="Arial" panose="020B0604020202020204" pitchFamily="34" charset="0"/>
              <a:buChar char="​"/>
              <a:tabLst/>
              <a:defRPr/>
            </a:pPr>
            <a:fld id="{98E2E929-AAED-41D5-99DC-098D7C2EDF6C}" type="datetime'1'''''''''''''''',''''''''''''''''''2'''''''''''''''''''''''">
              <a:rPr lang="en-US" altLang="en-US" sz="1000" smtClean="0">
                <a:effectLst/>
              </a:rPr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2F5597"/>
                </a:buClr>
                <a:buSzTx/>
                <a:buFont typeface="Arial" panose="020B0604020202020204" pitchFamily="34" charset="0"/>
                <a:buChar char="​"/>
                <a:tabLst/>
                <a:defRPr/>
              </a:pPr>
              <a:t>1,2</a:t>
            </a:fld>
            <a:endParaRPr kumimoji="0" lang="en-US" sz="1000" b="0" i="0" strike="noStrike" kern="1200" cap="none" spc="0" normalizeH="0" baseline="0" noProof="0">
              <a:ln>
                <a:noFill/>
              </a:ln>
              <a:effectLst/>
              <a:uLnTx/>
              <a:uFillTx/>
              <a:sym typeface="Tw Cen MT" panose="020B0602020104020603" pitchFamily="34" charset="0"/>
            </a:endParaRPr>
          </a:p>
        </p:txBody>
      </p:sp>
      <p:sp>
        <p:nvSpPr>
          <p:cNvPr id="259" name="Text Placeholder 3">
            <a:extLst>
              <a:ext uri="{FF2B5EF4-FFF2-40B4-BE49-F238E27FC236}">
                <a16:creationId xmlns:a16="http://schemas.microsoft.com/office/drawing/2014/main" id="{60F0BF06-6630-E6B2-1682-FC368747423F}"/>
              </a:ext>
            </a:extLst>
          </p:cNvPr>
          <p:cNvSpPr>
            <a:spLocks/>
          </p:cNvSpPr>
          <p:nvPr>
            <p:custDataLst>
              <p:tags r:id="rId36"/>
            </p:custDataLst>
          </p:nvPr>
        </p:nvSpPr>
        <p:spPr bwMode="gray">
          <a:xfrm>
            <a:off x="4845050" y="3597275"/>
            <a:ext cx="203200" cy="168275"/>
          </a:xfrm>
          <a:prstGeom prst="rect">
            <a:avLst/>
          </a:prstGeom>
          <a:solidFill>
            <a:srgbClr val="6A99DE"/>
          </a:solidFill>
          <a:ln>
            <a:noFill/>
          </a:ln>
          <a:effectLst/>
        </p:spPr>
        <p:txBody>
          <a:bodyPr vert="horz" wrap="none" lIns="17463" tIns="0" rIns="17463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  <a:defRPr/>
            </a:pPr>
            <a:fld id="{809BBE35-9E58-482D-AA9A-156F76A7960F}" type="datetime'''0,''''''''''7'''''''''''''''''''''''''''''''''''">
              <a:rPr lang="en-US" altLang="en-US" sz="1000" smtClean="0">
                <a:solidFill>
                  <a:srgbClr val="FFFFFF"/>
                </a:solidFill>
                <a:effectLst/>
              </a:rPr>
              <a:pPr lvl="0" algn="ctr">
                <a:spcBef>
                  <a:spcPct val="0"/>
                </a:spcBef>
                <a:spcAft>
                  <a:spcPct val="0"/>
                </a:spcAft>
                <a:defRPr/>
              </a:pPr>
              <a:t>0,7</a:t>
            </a:fld>
            <a:endParaRPr kumimoji="0" lang="en-US" sz="1000" b="0" i="0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sym typeface="Tw Cen MT" panose="020B0602020104020603" pitchFamily="34" charset="0"/>
            </a:endParaRPr>
          </a:p>
        </p:txBody>
      </p:sp>
      <p:sp>
        <p:nvSpPr>
          <p:cNvPr id="260" name="Text Placeholder 3">
            <a:extLst>
              <a:ext uri="{FF2B5EF4-FFF2-40B4-BE49-F238E27FC236}">
                <a16:creationId xmlns:a16="http://schemas.microsoft.com/office/drawing/2014/main" id="{06020E34-2569-C050-A45F-61A726DDE489}"/>
              </a:ext>
            </a:extLst>
          </p:cNvPr>
          <p:cNvSpPr>
            <a:spLocks/>
          </p:cNvSpPr>
          <p:nvPr>
            <p:custDataLst>
              <p:tags r:id="rId37"/>
            </p:custDataLst>
          </p:nvPr>
        </p:nvSpPr>
        <p:spPr bwMode="gray">
          <a:xfrm>
            <a:off x="6831013" y="3498850"/>
            <a:ext cx="203200" cy="16827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txBody>
          <a:bodyPr vert="horz" wrap="none" lIns="17463" tIns="0" rIns="17463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  <a:defRPr/>
            </a:pPr>
            <a:fld id="{0C176CFB-D7F5-4E04-BC72-AFD9E19AB80F}" type="datetime'''''''''1'''''''''''''''''''''',4'''''''''''''''''''''">
              <a:rPr lang="en-US" altLang="en-US" sz="1000" smtClean="0">
                <a:effectLst/>
              </a:rPr>
              <a:pPr lvl="0" algn="ctr">
                <a:spcBef>
                  <a:spcPct val="0"/>
                </a:spcBef>
                <a:spcAft>
                  <a:spcPct val="0"/>
                </a:spcAft>
                <a:defRPr/>
              </a:pPr>
              <a:t>1,4</a:t>
            </a:fld>
            <a:endParaRPr kumimoji="0" lang="en-US" sz="1000" b="0" i="0" strike="noStrike" kern="1200" cap="none" spc="0" normalizeH="0" baseline="0" noProof="0">
              <a:ln>
                <a:noFill/>
              </a:ln>
              <a:effectLst/>
              <a:uLnTx/>
              <a:uFillTx/>
              <a:sym typeface="Tw Cen MT" panose="020B0602020104020603" pitchFamily="34" charset="0"/>
            </a:endParaRPr>
          </a:p>
        </p:txBody>
      </p:sp>
      <p:sp>
        <p:nvSpPr>
          <p:cNvPr id="261" name="Text Placeholder 3">
            <a:extLst>
              <a:ext uri="{FF2B5EF4-FFF2-40B4-BE49-F238E27FC236}">
                <a16:creationId xmlns:a16="http://schemas.microsoft.com/office/drawing/2014/main" id="{085BB8C7-B8D8-A3F8-1844-EF7353C44C7A}"/>
              </a:ext>
            </a:extLst>
          </p:cNvPr>
          <p:cNvSpPr>
            <a:spLocks/>
          </p:cNvSpPr>
          <p:nvPr>
            <p:custDataLst>
              <p:tags r:id="rId38"/>
            </p:custDataLst>
          </p:nvPr>
        </p:nvSpPr>
        <p:spPr bwMode="gray">
          <a:xfrm>
            <a:off x="6432550" y="3584575"/>
            <a:ext cx="203200" cy="168275"/>
          </a:xfrm>
          <a:prstGeom prst="rect">
            <a:avLst/>
          </a:prstGeom>
          <a:solidFill>
            <a:srgbClr val="6A99DE"/>
          </a:solidFill>
          <a:ln>
            <a:noFill/>
          </a:ln>
          <a:effectLst/>
        </p:spPr>
        <p:txBody>
          <a:bodyPr vert="horz" wrap="none" lIns="17463" tIns="0" rIns="17463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  <a:defRPr/>
            </a:pPr>
            <a:fld id="{0E29568C-A357-4555-B156-723F132AC6C5}" type="datetime'''''''''''''''''''''''''0,''''''8'''''''''''''''''''''">
              <a:rPr lang="en-US" altLang="en-US" sz="1000" smtClean="0">
                <a:solidFill>
                  <a:srgbClr val="FFFFFF"/>
                </a:solidFill>
                <a:effectLst/>
              </a:rPr>
              <a:pPr lvl="0" algn="ctr">
                <a:spcBef>
                  <a:spcPct val="0"/>
                </a:spcBef>
                <a:spcAft>
                  <a:spcPct val="0"/>
                </a:spcAft>
                <a:defRPr/>
              </a:pPr>
              <a:t>0,8</a:t>
            </a:fld>
            <a:endParaRPr kumimoji="0" lang="en-US" sz="1000" b="0" i="0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sym typeface="Tw Cen MT" panose="020B0602020104020603" pitchFamily="34" charset="0"/>
            </a:endParaRPr>
          </a:p>
        </p:txBody>
      </p:sp>
      <p:sp>
        <p:nvSpPr>
          <p:cNvPr id="262" name="Text Placeholder 3">
            <a:extLst>
              <a:ext uri="{FF2B5EF4-FFF2-40B4-BE49-F238E27FC236}">
                <a16:creationId xmlns:a16="http://schemas.microsoft.com/office/drawing/2014/main" id="{794736AE-A677-783A-2877-08D9DE3DE343}"/>
              </a:ext>
            </a:extLst>
          </p:cNvPr>
          <p:cNvSpPr>
            <a:spLocks/>
          </p:cNvSpPr>
          <p:nvPr>
            <p:custDataLst>
              <p:tags r:id="rId39"/>
            </p:custDataLst>
          </p:nvPr>
        </p:nvSpPr>
        <p:spPr bwMode="gray">
          <a:xfrm>
            <a:off x="8418513" y="3463925"/>
            <a:ext cx="203200" cy="16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4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  <a:defRPr/>
            </a:pPr>
            <a:fld id="{2BBF21A7-920F-4703-A3C2-19DCD6663494}" type="datetime'''''''''''''''''''''2'''''',0'''''''''''''''''''''''''">
              <a:rPr lang="en-US" altLang="en-US" sz="1000" smtClean="0">
                <a:effectLst/>
              </a:rPr>
              <a:pPr lvl="0" algn="ctr">
                <a:spcBef>
                  <a:spcPct val="0"/>
                </a:spcBef>
                <a:spcAft>
                  <a:spcPct val="0"/>
                </a:spcAft>
                <a:defRPr/>
              </a:pPr>
              <a:t>2,0</a:t>
            </a:fld>
            <a:endParaRPr kumimoji="0" lang="en-US" sz="1000" b="0" i="0" strike="noStrike" kern="1200" cap="none" spc="0" normalizeH="0" baseline="0" noProof="0">
              <a:ln>
                <a:noFill/>
              </a:ln>
              <a:effectLst/>
              <a:uLnTx/>
              <a:uFillTx/>
              <a:sym typeface="Tw Cen MT" panose="020B0602020104020603" pitchFamily="34" charset="0"/>
            </a:endParaRPr>
          </a:p>
        </p:txBody>
      </p:sp>
      <p:sp>
        <p:nvSpPr>
          <p:cNvPr id="263" name="Text Placeholder 3">
            <a:extLst>
              <a:ext uri="{FF2B5EF4-FFF2-40B4-BE49-F238E27FC236}">
                <a16:creationId xmlns:a16="http://schemas.microsoft.com/office/drawing/2014/main" id="{B4792054-DD12-064E-54D4-C6095B38D1B0}"/>
              </a:ext>
            </a:extLst>
          </p:cNvPr>
          <p:cNvSpPr>
            <a:spLocks/>
          </p:cNvSpPr>
          <p:nvPr>
            <p:custDataLst>
              <p:tags r:id="rId40"/>
            </p:custDataLst>
          </p:nvPr>
        </p:nvSpPr>
        <p:spPr bwMode="gray">
          <a:xfrm>
            <a:off x="8021638" y="3575050"/>
            <a:ext cx="203200" cy="168275"/>
          </a:xfrm>
          <a:prstGeom prst="rect">
            <a:avLst/>
          </a:prstGeom>
          <a:solidFill>
            <a:srgbClr val="6A99DE"/>
          </a:solidFill>
          <a:ln>
            <a:noFill/>
          </a:ln>
          <a:effectLst/>
        </p:spPr>
        <p:txBody>
          <a:bodyPr vert="horz" wrap="none" lIns="17463" tIns="0" rIns="17463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  <a:defRPr/>
            </a:pPr>
            <a:fld id="{32EEE8D8-7986-48E1-917C-10BD20EC183A}" type="datetime'''''''''''''0'''''''',''''''''8'''''''''''''''">
              <a:rPr lang="en-US" altLang="en-US" sz="1000" smtClean="0">
                <a:solidFill>
                  <a:srgbClr val="FFFFFF"/>
                </a:solidFill>
                <a:effectLst/>
              </a:rPr>
              <a:pPr lvl="0" algn="ctr">
                <a:spcBef>
                  <a:spcPct val="0"/>
                </a:spcBef>
                <a:spcAft>
                  <a:spcPct val="0"/>
                </a:spcAft>
                <a:defRPr/>
              </a:pPr>
              <a:t>0,8</a:t>
            </a:fld>
            <a:endParaRPr kumimoji="0" lang="en-US" sz="1000" b="0" i="0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sym typeface="Tw Cen MT" panose="020B0602020104020603" pitchFamily="34" charset="0"/>
            </a:endParaRPr>
          </a:p>
        </p:txBody>
      </p:sp>
      <p:sp>
        <p:nvSpPr>
          <p:cNvPr id="272" name="Google Shape;1885200;p1">
            <a:extLst>
              <a:ext uri="{FF2B5EF4-FFF2-40B4-BE49-F238E27FC236}">
                <a16:creationId xmlns:a16="http://schemas.microsoft.com/office/drawing/2014/main" id="{88CBFD70-DF0E-F891-AEB3-DD8B0BD0F580}"/>
              </a:ext>
            </a:extLst>
          </p:cNvPr>
          <p:cNvSpPr txBox="1">
            <a:spLocks/>
          </p:cNvSpPr>
          <p:nvPr>
            <p:custDataLst>
              <p:tags r:id="rId41"/>
            </p:custDataLst>
          </p:nvPr>
        </p:nvSpPr>
        <p:spPr bwMode="gray">
          <a:xfrm>
            <a:off x="1868488" y="3449638"/>
            <a:ext cx="201613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spcFirstLastPara="1" vert="horz" wrap="none" lIns="17463" tIns="0" rIns="17463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fld id="{61B96EEA-ABE1-4743-99DB-1FE3EBEE7EF7}" type="datetime'1'''''''''''''''''''''''''''''',''''''''''''''''''''6'">
              <a:rPr lang="en-US" altLang="en-US" sz="1000" b="1" smtClean="0">
                <a:latin typeface="+mn-lt"/>
                <a:ea typeface="+mn-ea"/>
                <a:cs typeface="+mn-cs"/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t>1,6</a:t>
            </a:fld>
            <a:endParaRPr kumimoji="0" lang="en-US" sz="1000" b="1" i="0" strike="noStrike" kern="120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  <a:sym typeface="Tw Cen MT" panose="020B0602020104020603" pitchFamily="34" charset="0"/>
            </a:endParaRPr>
          </a:p>
        </p:txBody>
      </p:sp>
      <p:sp>
        <p:nvSpPr>
          <p:cNvPr id="273" name="Google Shape;1885200;p1">
            <a:extLst>
              <a:ext uri="{FF2B5EF4-FFF2-40B4-BE49-F238E27FC236}">
                <a16:creationId xmlns:a16="http://schemas.microsoft.com/office/drawing/2014/main" id="{064EE268-BA93-BFC6-693B-5D842463504E}"/>
              </a:ext>
            </a:extLst>
          </p:cNvPr>
          <p:cNvSpPr txBox="1">
            <a:spLocks/>
          </p:cNvSpPr>
          <p:nvPr>
            <p:custDataLst>
              <p:tags r:id="rId42"/>
            </p:custDataLst>
          </p:nvPr>
        </p:nvSpPr>
        <p:spPr bwMode="gray">
          <a:xfrm>
            <a:off x="3455988" y="3409950"/>
            <a:ext cx="201613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spcFirstLastPara="1" vert="horz" wrap="none" lIns="17463" tIns="0" rIns="17463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fld id="{DFF55095-4682-4C53-8169-2CBC3EFC42A0}" type="datetime'''2'''''''''''''''''''''''''''''',''''''''''''''''''''''2'''''">
              <a:rPr lang="en-US" altLang="en-US" sz="1000" b="1" smtClean="0">
                <a:latin typeface="+mn-lt"/>
                <a:ea typeface="+mn-ea"/>
                <a:cs typeface="+mn-cs"/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t>2,2</a:t>
            </a:fld>
            <a:endParaRPr kumimoji="0" lang="en-US" sz="1000" b="1" i="0" strike="noStrike" kern="120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  <a:sym typeface="Tw Cen MT" panose="020B0602020104020603" pitchFamily="34" charset="0"/>
            </a:endParaRPr>
          </a:p>
        </p:txBody>
      </p:sp>
      <p:sp>
        <p:nvSpPr>
          <p:cNvPr id="274" name="Google Shape;1885200;p1">
            <a:extLst>
              <a:ext uri="{FF2B5EF4-FFF2-40B4-BE49-F238E27FC236}">
                <a16:creationId xmlns:a16="http://schemas.microsoft.com/office/drawing/2014/main" id="{B74D9AC9-328E-F753-8AAF-C4E6CB25780B}"/>
              </a:ext>
            </a:extLst>
          </p:cNvPr>
          <p:cNvSpPr txBox="1">
            <a:spLocks/>
          </p:cNvSpPr>
          <p:nvPr>
            <p:custDataLst>
              <p:tags r:id="rId43"/>
            </p:custDataLst>
          </p:nvPr>
        </p:nvSpPr>
        <p:spPr bwMode="gray">
          <a:xfrm>
            <a:off x="5045075" y="3386138"/>
            <a:ext cx="201613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spcFirstLastPara="1" vert="horz" wrap="none" lIns="17463" tIns="0" rIns="17463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fld id="{A09FF469-39E2-4967-8FA9-BC92CEB5716F}" type="datetime'''''''''''2,''''''''''''''''''''''''6'''">
              <a:rPr lang="en-US" altLang="en-US" sz="1000" b="1" smtClean="0">
                <a:latin typeface="+mn-lt"/>
                <a:ea typeface="+mn-ea"/>
                <a:cs typeface="+mn-cs"/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t>2,6</a:t>
            </a:fld>
            <a:endParaRPr kumimoji="0" lang="en-US" sz="1000" b="1" i="0" strike="noStrike" kern="120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  <a:sym typeface="Tw Cen MT" panose="020B0602020104020603" pitchFamily="34" charset="0"/>
            </a:endParaRPr>
          </a:p>
        </p:txBody>
      </p:sp>
      <p:sp>
        <p:nvSpPr>
          <p:cNvPr id="275" name="Google Shape;1885200;p1">
            <a:extLst>
              <a:ext uri="{FF2B5EF4-FFF2-40B4-BE49-F238E27FC236}">
                <a16:creationId xmlns:a16="http://schemas.microsoft.com/office/drawing/2014/main" id="{F3F76D87-CEFE-6D85-707F-0701D2ED04A3}"/>
              </a:ext>
            </a:extLst>
          </p:cNvPr>
          <p:cNvSpPr txBox="1">
            <a:spLocks/>
          </p:cNvSpPr>
          <p:nvPr>
            <p:custDataLst>
              <p:tags r:id="rId44"/>
            </p:custDataLst>
          </p:nvPr>
        </p:nvSpPr>
        <p:spPr bwMode="gray">
          <a:xfrm>
            <a:off x="6632575" y="3362325"/>
            <a:ext cx="201613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spcFirstLastPara="1" vert="horz" wrap="none" lIns="17463" tIns="0" rIns="17463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fld id="{AD38DC83-D746-4816-9335-BB0DEDBC48EA}" type="datetime'''''''''''3'''''''''''''',0'''''''''''''''''''">
              <a:rPr lang="en-US" altLang="en-US" sz="1000" b="1" smtClean="0">
                <a:latin typeface="+mn-lt"/>
                <a:ea typeface="+mn-ea"/>
                <a:cs typeface="+mn-cs"/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t>3,0</a:t>
            </a:fld>
            <a:endParaRPr kumimoji="0" lang="en-US" sz="1000" b="1" i="0" strike="noStrike" kern="120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  <a:sym typeface="Tw Cen MT" panose="020B0602020104020603" pitchFamily="34" charset="0"/>
            </a:endParaRPr>
          </a:p>
        </p:txBody>
      </p:sp>
      <p:sp>
        <p:nvSpPr>
          <p:cNvPr id="276" name="Google Shape;1885200;p1">
            <a:extLst>
              <a:ext uri="{FF2B5EF4-FFF2-40B4-BE49-F238E27FC236}">
                <a16:creationId xmlns:a16="http://schemas.microsoft.com/office/drawing/2014/main" id="{83DBA509-98DC-3CC6-AEBB-3910BE5AAACD}"/>
              </a:ext>
            </a:extLst>
          </p:cNvPr>
          <p:cNvSpPr txBox="1">
            <a:spLocks/>
          </p:cNvSpPr>
          <p:nvPr>
            <p:custDataLst>
              <p:tags r:id="rId45"/>
            </p:custDataLst>
          </p:nvPr>
        </p:nvSpPr>
        <p:spPr bwMode="gray">
          <a:xfrm>
            <a:off x="8221663" y="3306763"/>
            <a:ext cx="201613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spcFirstLastPara="1" vert="horz" wrap="none" lIns="17463" tIns="0" rIns="17463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fld id="{7824C967-F2ED-4EC1-9013-0488AFB6A6AE}" type="datetime'''''3'''''''''''''''''''''''''''''''''',''''''''''''''8'''''''">
              <a:rPr lang="en-US" altLang="en-US" sz="1000" b="1" smtClean="0">
                <a:latin typeface="+mn-lt"/>
                <a:ea typeface="+mn-ea"/>
                <a:cs typeface="+mn-cs"/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t>3,8</a:t>
            </a:fld>
            <a:endParaRPr kumimoji="0" lang="en-US" sz="1000" b="1" i="0" strike="noStrike" kern="120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  <a:sym typeface="Tw Cen MT" panose="020B0602020104020603" pitchFamily="34" charset="0"/>
            </a:endParaRPr>
          </a:p>
        </p:txBody>
      </p:sp>
      <p:sp>
        <p:nvSpPr>
          <p:cNvPr id="277" name="Rectangle 276">
            <a:extLst>
              <a:ext uri="{FF2B5EF4-FFF2-40B4-BE49-F238E27FC236}">
                <a16:creationId xmlns:a16="http://schemas.microsoft.com/office/drawing/2014/main" id="{25C2A67B-8749-D6BF-CC94-BA64D652EC4F}"/>
              </a:ext>
            </a:extLst>
          </p:cNvPr>
          <p:cNvSpPr/>
          <p:nvPr>
            <p:custDataLst>
              <p:tags r:id="rId46"/>
            </p:custDataLst>
          </p:nvPr>
        </p:nvSpPr>
        <p:spPr bwMode="auto">
          <a:xfrm>
            <a:off x="314325" y="1347788"/>
            <a:ext cx="179388" cy="133350"/>
          </a:xfrm>
          <a:prstGeom prst="rect">
            <a:avLst/>
          </a:prstGeom>
          <a:solidFill>
            <a:schemeClr val="accent4"/>
          </a:solidFill>
          <a:ln w="3175" cap="rnd" cmpd="sng" algn="ctr">
            <a:solidFill>
              <a:srgbClr val="C9C9C9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>
              <a:solidFill>
                <a:srgbClr val="FFFFFF"/>
              </a:solidFill>
            </a:endParaRPr>
          </a:p>
        </p:txBody>
      </p:sp>
      <p:sp>
        <p:nvSpPr>
          <p:cNvPr id="278" name="Rectangle 277">
            <a:extLst>
              <a:ext uri="{FF2B5EF4-FFF2-40B4-BE49-F238E27FC236}">
                <a16:creationId xmlns:a16="http://schemas.microsoft.com/office/drawing/2014/main" id="{4D704158-A051-11DB-C9CD-4911B09D84CD}"/>
              </a:ext>
            </a:extLst>
          </p:cNvPr>
          <p:cNvSpPr/>
          <p:nvPr>
            <p:custDataLst>
              <p:tags r:id="rId47"/>
            </p:custDataLst>
          </p:nvPr>
        </p:nvSpPr>
        <p:spPr bwMode="auto">
          <a:xfrm>
            <a:off x="1009650" y="1347788"/>
            <a:ext cx="179388" cy="133350"/>
          </a:xfrm>
          <a:prstGeom prst="rect">
            <a:avLst/>
          </a:prstGeom>
          <a:solidFill>
            <a:srgbClr val="6A99DE"/>
          </a:solidFill>
          <a:ln w="3175" cap="rnd" cmpd="sng" algn="ctr">
            <a:solidFill>
              <a:srgbClr val="C9C9C9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>
              <a:solidFill>
                <a:srgbClr val="FFFFFF"/>
              </a:solidFill>
            </a:endParaRPr>
          </a:p>
        </p:txBody>
      </p:sp>
      <p:sp>
        <p:nvSpPr>
          <p:cNvPr id="279" name="Rectangle 278">
            <a:extLst>
              <a:ext uri="{FF2B5EF4-FFF2-40B4-BE49-F238E27FC236}">
                <a16:creationId xmlns:a16="http://schemas.microsoft.com/office/drawing/2014/main" id="{352B81D1-C74F-3F0A-353E-44FB055F8B08}"/>
              </a:ext>
            </a:extLst>
          </p:cNvPr>
          <p:cNvSpPr/>
          <p:nvPr>
            <p:custDataLst>
              <p:tags r:id="rId48"/>
            </p:custDataLst>
          </p:nvPr>
        </p:nvSpPr>
        <p:spPr bwMode="auto">
          <a:xfrm>
            <a:off x="1693863" y="1347788"/>
            <a:ext cx="179388" cy="133350"/>
          </a:xfrm>
          <a:prstGeom prst="rect">
            <a:avLst/>
          </a:prstGeom>
          <a:solidFill>
            <a:schemeClr val="tx2"/>
          </a:solidFill>
          <a:ln w="3175" cap="rnd" cmpd="sng" algn="ctr">
            <a:solidFill>
              <a:srgbClr val="C9C9C9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>
              <a:solidFill>
                <a:srgbClr val="FFFFFF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83D936C-895F-9EC2-3049-D5664CF06167}"/>
              </a:ext>
            </a:extLst>
          </p:cNvPr>
          <p:cNvSpPr/>
          <p:nvPr>
            <p:custDataLst>
              <p:tags r:id="rId49"/>
            </p:custDataLst>
          </p:nvPr>
        </p:nvSpPr>
        <p:spPr bwMode="auto">
          <a:xfrm>
            <a:off x="2770188" y="1347788"/>
            <a:ext cx="179388" cy="133350"/>
          </a:xfrm>
          <a:prstGeom prst="rect">
            <a:avLst/>
          </a:prstGeom>
          <a:solidFill>
            <a:srgbClr val="C4D535"/>
          </a:solidFill>
          <a:ln w="3175" cap="rnd" cmpd="sng" algn="ctr">
            <a:solidFill>
              <a:srgbClr val="C9C9C9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>
              <a:solidFill>
                <a:srgbClr val="FFFFFF"/>
              </a:solidFill>
            </a:endParaRPr>
          </a:p>
        </p:txBody>
      </p:sp>
      <p:sp>
        <p:nvSpPr>
          <p:cNvPr id="285" name="Text Placeholder 3">
            <a:extLst>
              <a:ext uri="{FF2B5EF4-FFF2-40B4-BE49-F238E27FC236}">
                <a16:creationId xmlns:a16="http://schemas.microsoft.com/office/drawing/2014/main" id="{D505A4C0-0C61-1D23-9605-D4DE570154EA}"/>
              </a:ext>
            </a:extLst>
          </p:cNvPr>
          <p:cNvSpPr>
            <a:spLocks/>
          </p:cNvSpPr>
          <p:nvPr>
            <p:custDataLst>
              <p:tags r:id="rId50"/>
            </p:custDataLst>
          </p:nvPr>
        </p:nvSpPr>
        <p:spPr bwMode="auto">
          <a:xfrm>
            <a:off x="544513" y="1331913"/>
            <a:ext cx="363538" cy="16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7827D6D7-5666-44EC-8D99-14B298BF5328}" type="datetime'''''B''''''''L'''''''' ''''''''H''u''''l''u'''''''">
              <a:rPr lang="en-US" altLang="en-US" sz="1000" smtClean="0"/>
              <a:pPr lvl="0">
                <a:spcBef>
                  <a:spcPct val="0"/>
                </a:spcBef>
                <a:spcAft>
                  <a:spcPct val="0"/>
                </a:spcAft>
              </a:pPr>
              <a:t>BL Hulu</a:t>
            </a:fld>
            <a:endParaRPr lang="en-US" sz="1000">
              <a:sym typeface="Tw Cen MT" panose="020B0602020104020603" pitchFamily="34" charset="0"/>
            </a:endParaRPr>
          </a:p>
        </p:txBody>
      </p:sp>
      <p:sp>
        <p:nvSpPr>
          <p:cNvPr id="286" name="Text Placeholder 3">
            <a:extLst>
              <a:ext uri="{FF2B5EF4-FFF2-40B4-BE49-F238E27FC236}">
                <a16:creationId xmlns:a16="http://schemas.microsoft.com/office/drawing/2014/main" id="{00CF4CB0-4391-9453-CF84-FDEF8AE6E4A6}"/>
              </a:ext>
            </a:extLst>
          </p:cNvPr>
          <p:cNvSpPr>
            <a:spLocks/>
          </p:cNvSpPr>
          <p:nvPr>
            <p:custDataLst>
              <p:tags r:id="rId51"/>
            </p:custDataLst>
          </p:nvPr>
        </p:nvSpPr>
        <p:spPr bwMode="auto">
          <a:xfrm>
            <a:off x="1239838" y="1331913"/>
            <a:ext cx="352425" cy="16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B7987087-7B3D-4260-8D51-C5915F2B0C59}" type="datetime'''''''''''''B''''''''''''L'''''''' H''''''i''''''li''r'">
              <a:rPr lang="en-US" altLang="en-US" sz="1000" smtClean="0"/>
              <a:pPr lvl="0">
                <a:spcBef>
                  <a:spcPct val="0"/>
                </a:spcBef>
                <a:spcAft>
                  <a:spcPct val="0"/>
                </a:spcAft>
              </a:pPr>
              <a:t>BL Hilir</a:t>
            </a:fld>
            <a:endParaRPr lang="en-US" sz="1000">
              <a:sym typeface="Tw Cen MT" panose="020B0602020104020603" pitchFamily="34" charset="0"/>
            </a:endParaRPr>
          </a:p>
        </p:txBody>
      </p:sp>
      <p:sp>
        <p:nvSpPr>
          <p:cNvPr id="287" name="Text Placeholder 3">
            <a:extLst>
              <a:ext uri="{FF2B5EF4-FFF2-40B4-BE49-F238E27FC236}">
                <a16:creationId xmlns:a16="http://schemas.microsoft.com/office/drawing/2014/main" id="{902E3F4B-D84B-F2E4-E3D3-D91FFF395D3E}"/>
              </a:ext>
            </a:extLst>
          </p:cNvPr>
          <p:cNvSpPr>
            <a:spLocks/>
          </p:cNvSpPr>
          <p:nvPr>
            <p:custDataLst>
              <p:tags r:id="rId52"/>
            </p:custDataLst>
          </p:nvPr>
        </p:nvSpPr>
        <p:spPr bwMode="auto">
          <a:xfrm>
            <a:off x="1924050" y="1331913"/>
            <a:ext cx="744538" cy="16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644E7706-DB23-4F9F-A6A3-7ACE4C378B53}" type="datetime'''''''BL'' G''a''''s'''''''''''''''' ''''''''&amp;'' LN''''''G'''">
              <a:rPr lang="en-US" altLang="en-US" sz="1000" smtClean="0"/>
              <a:pPr lvl="0">
                <a:spcBef>
                  <a:spcPct val="0"/>
                </a:spcBef>
                <a:spcAft>
                  <a:spcPct val="0"/>
                </a:spcAft>
              </a:pPr>
              <a:t>BL Gas &amp; LNG</a:t>
            </a:fld>
            <a:endParaRPr lang="en-US" sz="1000">
              <a:sym typeface="Tw Cen MT" panose="020B0602020104020603" pitchFamily="34" charset="0"/>
            </a:endParaRP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801E4022-545E-7766-2DFB-8356021CE6DE}"/>
              </a:ext>
            </a:extLst>
          </p:cNvPr>
          <p:cNvSpPr>
            <a:spLocks/>
          </p:cNvSpPr>
          <p:nvPr>
            <p:custDataLst>
              <p:tags r:id="rId53"/>
            </p:custDataLst>
          </p:nvPr>
        </p:nvSpPr>
        <p:spPr bwMode="auto">
          <a:xfrm>
            <a:off x="3000375" y="1331913"/>
            <a:ext cx="765175" cy="16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E0061BEA-0F24-4B4C-A659-CF216FD0AEED}" type="datetime'BL'''''' ''''''N''''''e''''w ''''''''''''''Energ''''''y'">
              <a:rPr lang="en-US" altLang="en-US" sz="1000" smtClean="0"/>
              <a:pPr lvl="0">
                <a:spcBef>
                  <a:spcPct val="0"/>
                </a:spcBef>
                <a:spcAft>
                  <a:spcPct val="0"/>
                </a:spcAft>
              </a:pPr>
              <a:t>BL New Energy</a:t>
            </a:fld>
            <a:endParaRPr lang="en-US" sz="1000">
              <a:sym typeface="Tw Cen MT" panose="020B0602020104020603" pitchFamily="34" charset="0"/>
            </a:endParaRPr>
          </a:p>
        </p:txBody>
      </p:sp>
      <p:graphicFrame>
        <p:nvGraphicFramePr>
          <p:cNvPr id="506" name="Chart 505">
            <a:extLst>
              <a:ext uri="{FF2B5EF4-FFF2-40B4-BE49-F238E27FC236}">
                <a16:creationId xmlns:a16="http://schemas.microsoft.com/office/drawing/2014/main" id="{C97BB7B0-9CA5-9C38-9D5A-C2C74B88B38E}"/>
              </a:ext>
            </a:extLst>
          </p:cNvPr>
          <p:cNvGraphicFramePr/>
          <p:nvPr>
            <p:custDataLst>
              <p:tags r:id="rId54"/>
            </p:custDataLst>
            <p:extLst>
              <p:ext uri="{D42A27DB-BD31-4B8C-83A1-F6EECF244321}">
                <p14:modId xmlns:p14="http://schemas.microsoft.com/office/powerpoint/2010/main" val="3717269119"/>
              </p:ext>
            </p:extLst>
          </p:nvPr>
        </p:nvGraphicFramePr>
        <p:xfrm>
          <a:off x="1516063" y="4419600"/>
          <a:ext cx="7285037" cy="4810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6"/>
          </a:graphicData>
        </a:graphic>
      </p:graphicFrame>
      <p:sp>
        <p:nvSpPr>
          <p:cNvPr id="294" name="Text Placeholder 3">
            <a:extLst>
              <a:ext uri="{FF2B5EF4-FFF2-40B4-BE49-F238E27FC236}">
                <a16:creationId xmlns:a16="http://schemas.microsoft.com/office/drawing/2014/main" id="{C9DDCE5F-1A13-A032-49E6-2AF8D9B53C51}"/>
              </a:ext>
            </a:extLst>
          </p:cNvPr>
          <p:cNvSpPr>
            <a:spLocks/>
          </p:cNvSpPr>
          <p:nvPr>
            <p:custDataLst>
              <p:tags r:id="rId55"/>
            </p:custDataLst>
          </p:nvPr>
        </p:nvSpPr>
        <p:spPr bwMode="gray">
          <a:xfrm>
            <a:off x="2090738" y="4606925"/>
            <a:ext cx="203200" cy="16827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txBody>
          <a:bodyPr vert="horz" wrap="none" lIns="17463" tIns="0" rIns="17463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  <a:defRPr/>
            </a:pPr>
            <a:fld id="{B48CEA8A-A324-4FAD-963C-A02D6253D82C}" type="datetime'''''''''''''''3'''''''''''',''''''''5'''''''''">
              <a:rPr lang="en-US" altLang="en-US" sz="1000" smtClean="0">
                <a:effectLst/>
              </a:rPr>
              <a:pPr lvl="0" algn="ctr">
                <a:spcBef>
                  <a:spcPct val="0"/>
                </a:spcBef>
                <a:spcAft>
                  <a:spcPct val="0"/>
                </a:spcAft>
                <a:defRPr/>
              </a:pPr>
              <a:t>3,5</a:t>
            </a:fld>
            <a:endParaRPr kumimoji="0" lang="en-US" sz="1000" b="0" i="0" strike="noStrike" kern="1200" cap="none" spc="0" normalizeH="0" baseline="0" noProof="0">
              <a:ln>
                <a:noFill/>
              </a:ln>
              <a:effectLst/>
              <a:uLnTx/>
              <a:uFillTx/>
              <a:sym typeface="Tw Cen MT" panose="020B0602020104020603" pitchFamily="34" charset="0"/>
            </a:endParaRPr>
          </a:p>
        </p:txBody>
      </p:sp>
      <p:sp>
        <p:nvSpPr>
          <p:cNvPr id="295" name="Text Placeholder 3">
            <a:extLst>
              <a:ext uri="{FF2B5EF4-FFF2-40B4-BE49-F238E27FC236}">
                <a16:creationId xmlns:a16="http://schemas.microsoft.com/office/drawing/2014/main" id="{A7711EAB-CCA8-671E-C658-69B99392C3E3}"/>
              </a:ext>
            </a:extLst>
          </p:cNvPr>
          <p:cNvSpPr>
            <a:spLocks/>
          </p:cNvSpPr>
          <p:nvPr>
            <p:custDataLst>
              <p:tags r:id="rId56"/>
            </p:custDataLst>
          </p:nvPr>
        </p:nvSpPr>
        <p:spPr bwMode="gray">
          <a:xfrm>
            <a:off x="1695450" y="4695825"/>
            <a:ext cx="203200" cy="168275"/>
          </a:xfrm>
          <a:prstGeom prst="rect">
            <a:avLst/>
          </a:prstGeom>
          <a:solidFill>
            <a:srgbClr val="6A99DE"/>
          </a:solidFill>
          <a:ln>
            <a:noFill/>
          </a:ln>
          <a:effectLst/>
        </p:spPr>
        <p:txBody>
          <a:bodyPr vert="horz" wrap="none" lIns="17463" tIns="0" rIns="17463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  <a:defRPr/>
            </a:pPr>
            <a:fld id="{18511BDA-F76C-4D37-A269-7A432B1911A6}" type="datetime'''''''1'''''''''''''''''''''''''''''''''''',''''''''''''3'''">
              <a:rPr lang="en-US" altLang="en-US" sz="1000" smtClean="0">
                <a:solidFill>
                  <a:srgbClr val="FFFFFF"/>
                </a:solidFill>
                <a:effectLst/>
              </a:rPr>
              <a:pPr lvl="0" algn="ctr">
                <a:spcBef>
                  <a:spcPct val="0"/>
                </a:spcBef>
                <a:spcAft>
                  <a:spcPct val="0"/>
                </a:spcAft>
                <a:defRPr/>
              </a:pPr>
              <a:t>1,3</a:t>
            </a:fld>
            <a:endParaRPr kumimoji="0" lang="en-US" sz="1000" b="0" i="0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sym typeface="Tw Cen MT" panose="020B0602020104020603" pitchFamily="34" charset="0"/>
            </a:endParaRPr>
          </a:p>
        </p:txBody>
      </p:sp>
      <p:sp>
        <p:nvSpPr>
          <p:cNvPr id="296" name="Text Placeholder 3">
            <a:extLst>
              <a:ext uri="{FF2B5EF4-FFF2-40B4-BE49-F238E27FC236}">
                <a16:creationId xmlns:a16="http://schemas.microsoft.com/office/drawing/2014/main" id="{9E5F3C2A-5291-1B0E-74C2-8C292BB7B2F0}"/>
              </a:ext>
            </a:extLst>
          </p:cNvPr>
          <p:cNvSpPr>
            <a:spLocks/>
          </p:cNvSpPr>
          <p:nvPr>
            <p:custDataLst>
              <p:tags r:id="rId57"/>
            </p:custDataLst>
          </p:nvPr>
        </p:nvSpPr>
        <p:spPr bwMode="gray">
          <a:xfrm>
            <a:off x="3673475" y="4589463"/>
            <a:ext cx="203200" cy="16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4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  <a:defRPr/>
            </a:pPr>
            <a:fld id="{A6B339E7-1DB0-4530-A315-40183E11D68C}" type="datetime'''''''''''''''3'',''8'''''''''''''''''''''">
              <a:rPr lang="en-US" altLang="en-US" sz="1000" smtClean="0">
                <a:effectLst/>
              </a:rPr>
              <a:pPr lvl="0" algn="ctr">
                <a:spcBef>
                  <a:spcPct val="0"/>
                </a:spcBef>
                <a:spcAft>
                  <a:spcPct val="0"/>
                </a:spcAft>
                <a:defRPr/>
              </a:pPr>
              <a:t>3,8</a:t>
            </a:fld>
            <a:endParaRPr kumimoji="0" lang="en-US" sz="1000" b="0" i="0" strike="noStrike" kern="1200" cap="none" spc="0" normalizeH="0" baseline="0" noProof="0">
              <a:ln>
                <a:noFill/>
              </a:ln>
              <a:effectLst/>
              <a:uLnTx/>
              <a:uFillTx/>
              <a:sym typeface="Tw Cen MT" panose="020B0602020104020603" pitchFamily="34" charset="0"/>
            </a:endParaRPr>
          </a:p>
        </p:txBody>
      </p:sp>
      <p:sp>
        <p:nvSpPr>
          <p:cNvPr id="297" name="Text Placeholder 3">
            <a:extLst>
              <a:ext uri="{FF2B5EF4-FFF2-40B4-BE49-F238E27FC236}">
                <a16:creationId xmlns:a16="http://schemas.microsoft.com/office/drawing/2014/main" id="{D386E4B0-0004-385F-977B-54EA7660C305}"/>
              </a:ext>
            </a:extLst>
          </p:cNvPr>
          <p:cNvSpPr>
            <a:spLocks/>
          </p:cNvSpPr>
          <p:nvPr>
            <p:custDataLst>
              <p:tags r:id="rId58"/>
            </p:custDataLst>
          </p:nvPr>
        </p:nvSpPr>
        <p:spPr bwMode="gray">
          <a:xfrm>
            <a:off x="3278188" y="4687888"/>
            <a:ext cx="203200" cy="168275"/>
          </a:xfrm>
          <a:prstGeom prst="rect">
            <a:avLst/>
          </a:prstGeom>
          <a:solidFill>
            <a:srgbClr val="6A99DE"/>
          </a:solidFill>
          <a:ln>
            <a:noFill/>
          </a:ln>
          <a:effectLst/>
        </p:spPr>
        <p:txBody>
          <a:bodyPr vert="horz" wrap="none" lIns="17463" tIns="0" rIns="17463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  <a:defRPr/>
            </a:pPr>
            <a:fld id="{0EA805FC-EA7B-4744-8695-FE2BFD0A50D1}" type="datetime'''''''''''''''''''1'',''5'''''''''''''''''''">
              <a:rPr lang="en-US" altLang="en-US" sz="1000" smtClean="0">
                <a:solidFill>
                  <a:srgbClr val="FFFFFF"/>
                </a:solidFill>
                <a:effectLst/>
              </a:rPr>
              <a:pPr lvl="0" algn="ctr">
                <a:spcBef>
                  <a:spcPct val="0"/>
                </a:spcBef>
                <a:spcAft>
                  <a:spcPct val="0"/>
                </a:spcAft>
                <a:defRPr/>
              </a:pPr>
              <a:t>1,5</a:t>
            </a:fld>
            <a:endParaRPr kumimoji="0" lang="en-US" sz="1000" b="0" i="0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sym typeface="Tw Cen MT" panose="020B0602020104020603" pitchFamily="34" charset="0"/>
            </a:endParaRPr>
          </a:p>
        </p:txBody>
      </p:sp>
      <p:sp>
        <p:nvSpPr>
          <p:cNvPr id="298" name="Text Placeholder 3">
            <a:extLst>
              <a:ext uri="{FF2B5EF4-FFF2-40B4-BE49-F238E27FC236}">
                <a16:creationId xmlns:a16="http://schemas.microsoft.com/office/drawing/2014/main" id="{51F0A63F-7CE9-5F6C-5DA5-16767BABB14B}"/>
              </a:ext>
            </a:extLst>
          </p:cNvPr>
          <p:cNvSpPr>
            <a:spLocks/>
          </p:cNvSpPr>
          <p:nvPr>
            <p:custDataLst>
              <p:tags r:id="rId59"/>
            </p:custDataLst>
          </p:nvPr>
        </p:nvSpPr>
        <p:spPr bwMode="gray">
          <a:xfrm>
            <a:off x="5254625" y="4562475"/>
            <a:ext cx="203200" cy="16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4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  <a:defRPr/>
            </a:pPr>
            <a:fld id="{27BBF152-39C4-41D0-B177-EEDAB2C597F2}" type="datetime'''''''''''''4'''''''''''''',1'''''''''''''''''''''">
              <a:rPr lang="en-US" altLang="en-US" sz="1000" smtClean="0">
                <a:effectLst/>
              </a:rPr>
              <a:pPr lvl="0" algn="ctr">
                <a:spcBef>
                  <a:spcPct val="0"/>
                </a:spcBef>
                <a:spcAft>
                  <a:spcPct val="0"/>
                </a:spcAft>
                <a:defRPr/>
              </a:pPr>
              <a:t>4,1</a:t>
            </a:fld>
            <a:endParaRPr kumimoji="0" lang="en-US" sz="1000" b="0" i="0" strike="noStrike" kern="1200" cap="none" spc="0" normalizeH="0" baseline="0" noProof="0">
              <a:ln>
                <a:noFill/>
              </a:ln>
              <a:effectLst/>
              <a:uLnTx/>
              <a:uFillTx/>
              <a:sym typeface="Tw Cen MT" panose="020B0602020104020603" pitchFamily="34" charset="0"/>
            </a:endParaRPr>
          </a:p>
        </p:txBody>
      </p:sp>
      <p:sp>
        <p:nvSpPr>
          <p:cNvPr id="299" name="Text Placeholder 3">
            <a:extLst>
              <a:ext uri="{FF2B5EF4-FFF2-40B4-BE49-F238E27FC236}">
                <a16:creationId xmlns:a16="http://schemas.microsoft.com/office/drawing/2014/main" id="{977F474A-EEE8-D8C9-BDB2-81CE459CBA40}"/>
              </a:ext>
            </a:extLst>
          </p:cNvPr>
          <p:cNvSpPr>
            <a:spLocks/>
          </p:cNvSpPr>
          <p:nvPr>
            <p:custDataLst>
              <p:tags r:id="rId60"/>
            </p:custDataLst>
          </p:nvPr>
        </p:nvSpPr>
        <p:spPr bwMode="gray">
          <a:xfrm>
            <a:off x="4859338" y="4670425"/>
            <a:ext cx="203200" cy="168275"/>
          </a:xfrm>
          <a:prstGeom prst="rect">
            <a:avLst/>
          </a:prstGeom>
          <a:solidFill>
            <a:srgbClr val="6A99DE"/>
          </a:solidFill>
          <a:ln>
            <a:noFill/>
          </a:ln>
          <a:effectLst/>
        </p:spPr>
        <p:txBody>
          <a:bodyPr vert="horz" wrap="none" lIns="17463" tIns="0" rIns="17463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  <a:defRPr/>
            </a:pPr>
            <a:fld id="{42B6C7E5-A0E6-40B8-9A45-2F8C0B8E9E4B}" type="datetime'1'''''''''',''''''''''''''''''''''''''''''''''''''''8'''''''">
              <a:rPr lang="en-US" altLang="en-US" sz="1000" smtClean="0">
                <a:solidFill>
                  <a:srgbClr val="FFFFFF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defRPr/>
              </a:pPr>
              <a:t>1,8</a:t>
            </a:fld>
            <a:endParaRPr kumimoji="0" lang="en-US" sz="1000" b="0" i="0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sym typeface="Tw Cen MT" panose="020B0602020104020603" pitchFamily="34" charset="0"/>
            </a:endParaRPr>
          </a:p>
        </p:txBody>
      </p:sp>
      <p:sp>
        <p:nvSpPr>
          <p:cNvPr id="300" name="Text Placeholder 3">
            <a:extLst>
              <a:ext uri="{FF2B5EF4-FFF2-40B4-BE49-F238E27FC236}">
                <a16:creationId xmlns:a16="http://schemas.microsoft.com/office/drawing/2014/main" id="{F8BBE7ED-9CBD-585E-73EF-3E3B53C7EFF0}"/>
              </a:ext>
            </a:extLst>
          </p:cNvPr>
          <p:cNvSpPr>
            <a:spLocks/>
          </p:cNvSpPr>
          <p:nvPr>
            <p:custDataLst>
              <p:tags r:id="rId61"/>
            </p:custDataLst>
          </p:nvPr>
        </p:nvSpPr>
        <p:spPr bwMode="gray">
          <a:xfrm>
            <a:off x="6837363" y="4535488"/>
            <a:ext cx="203200" cy="16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4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  <a:defRPr/>
            </a:pPr>
            <a:fld id="{100CD6BF-168A-4D64-BAF2-B7DFFEFBB4F1}" type="datetime'4'''''''''''''''''''''''''''',4'''''''''''''''''''''''">
              <a:rPr lang="en-US" altLang="en-US" sz="1000" smtClean="0">
                <a:effectLst/>
              </a:rPr>
              <a:pPr lvl="0" algn="ctr">
                <a:spcBef>
                  <a:spcPct val="0"/>
                </a:spcBef>
                <a:spcAft>
                  <a:spcPct val="0"/>
                </a:spcAft>
                <a:defRPr/>
              </a:pPr>
              <a:t>4,4</a:t>
            </a:fld>
            <a:endParaRPr kumimoji="0" lang="en-US" sz="1000" b="0" i="0" strike="noStrike" kern="1200" cap="none" spc="0" normalizeH="0" baseline="0" noProof="0">
              <a:ln>
                <a:noFill/>
              </a:ln>
              <a:effectLst/>
              <a:uLnTx/>
              <a:uFillTx/>
              <a:sym typeface="Tw Cen MT" panose="020B0602020104020603" pitchFamily="34" charset="0"/>
            </a:endParaRPr>
          </a:p>
        </p:txBody>
      </p:sp>
      <p:sp>
        <p:nvSpPr>
          <p:cNvPr id="301" name="Text Placeholder 3">
            <a:extLst>
              <a:ext uri="{FF2B5EF4-FFF2-40B4-BE49-F238E27FC236}">
                <a16:creationId xmlns:a16="http://schemas.microsoft.com/office/drawing/2014/main" id="{DE7514BB-6D7E-6BDB-DCA1-B6002B87D526}"/>
              </a:ext>
            </a:extLst>
          </p:cNvPr>
          <p:cNvSpPr>
            <a:spLocks/>
          </p:cNvSpPr>
          <p:nvPr>
            <p:custDataLst>
              <p:tags r:id="rId62"/>
            </p:custDataLst>
          </p:nvPr>
        </p:nvSpPr>
        <p:spPr bwMode="gray">
          <a:xfrm>
            <a:off x="6442075" y="4652963"/>
            <a:ext cx="203200" cy="168275"/>
          </a:xfrm>
          <a:prstGeom prst="rect">
            <a:avLst/>
          </a:prstGeom>
          <a:solidFill>
            <a:srgbClr val="6A99DE"/>
          </a:solidFill>
          <a:ln>
            <a:noFill/>
          </a:ln>
          <a:effectLst/>
        </p:spPr>
        <p:txBody>
          <a:bodyPr vert="horz" wrap="none" lIns="17463" tIns="0" rIns="17463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  <a:defRPr/>
            </a:pPr>
            <a:fld id="{8F934CD3-8758-4928-94C2-B1DD328616E1}" type="datetime'''''''''''''''''''''''''''''''''''''2,''''''''0'''">
              <a:rPr lang="en-US" altLang="en-US" sz="1000" smtClean="0">
                <a:solidFill>
                  <a:srgbClr val="FFFFFF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defRPr/>
              </a:pPr>
              <a:t>2,0</a:t>
            </a:fld>
            <a:endParaRPr kumimoji="0" lang="en-US" sz="1000" b="0" i="0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sym typeface="Tw Cen MT" panose="020B0602020104020603" pitchFamily="34" charset="0"/>
            </a:endParaRPr>
          </a:p>
        </p:txBody>
      </p:sp>
      <p:sp>
        <p:nvSpPr>
          <p:cNvPr id="302" name="Text Placeholder 3">
            <a:extLst>
              <a:ext uri="{FF2B5EF4-FFF2-40B4-BE49-F238E27FC236}">
                <a16:creationId xmlns:a16="http://schemas.microsoft.com/office/drawing/2014/main" id="{B8007719-174B-02EA-56FF-8D705343C1DA}"/>
              </a:ext>
            </a:extLst>
          </p:cNvPr>
          <p:cNvSpPr>
            <a:spLocks/>
          </p:cNvSpPr>
          <p:nvPr>
            <p:custDataLst>
              <p:tags r:id="rId63"/>
            </p:custDataLst>
          </p:nvPr>
        </p:nvSpPr>
        <p:spPr bwMode="gray">
          <a:xfrm>
            <a:off x="8420100" y="4513263"/>
            <a:ext cx="203200" cy="16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4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  <a:defRPr/>
            </a:pPr>
            <a:fld id="{2CD3630D-DF10-44DF-99A3-9139F46139DE}" type="datetime'''''''''''5,2'''''''''''''''''''''''''''''''''''">
              <a:rPr lang="en-US" altLang="en-US" sz="1000" smtClean="0">
                <a:effectLst/>
              </a:rPr>
              <a:pPr lvl="0" algn="ctr">
                <a:spcBef>
                  <a:spcPct val="0"/>
                </a:spcBef>
                <a:spcAft>
                  <a:spcPct val="0"/>
                </a:spcAft>
                <a:defRPr/>
              </a:pPr>
              <a:t>5,2</a:t>
            </a:fld>
            <a:endParaRPr kumimoji="0" lang="en-US" sz="1000" b="0" i="0" strike="noStrike" kern="1200" cap="none" spc="0" normalizeH="0" baseline="0" noProof="0">
              <a:ln>
                <a:noFill/>
              </a:ln>
              <a:effectLst/>
              <a:uLnTx/>
              <a:uFillTx/>
              <a:sym typeface="Tw Cen MT" panose="020B0602020104020603" pitchFamily="34" charset="0"/>
            </a:endParaRPr>
          </a:p>
        </p:txBody>
      </p:sp>
      <p:sp>
        <p:nvSpPr>
          <p:cNvPr id="303" name="Text Placeholder 3">
            <a:extLst>
              <a:ext uri="{FF2B5EF4-FFF2-40B4-BE49-F238E27FC236}">
                <a16:creationId xmlns:a16="http://schemas.microsoft.com/office/drawing/2014/main" id="{305A8F42-B499-0BB0-AB36-2DC0FAA85D7C}"/>
              </a:ext>
            </a:extLst>
          </p:cNvPr>
          <p:cNvSpPr>
            <a:spLocks/>
          </p:cNvSpPr>
          <p:nvPr>
            <p:custDataLst>
              <p:tags r:id="rId64"/>
            </p:custDataLst>
          </p:nvPr>
        </p:nvSpPr>
        <p:spPr bwMode="gray">
          <a:xfrm>
            <a:off x="8024813" y="4649788"/>
            <a:ext cx="203200" cy="168275"/>
          </a:xfrm>
          <a:prstGeom prst="rect">
            <a:avLst/>
          </a:prstGeom>
          <a:solidFill>
            <a:srgbClr val="6A99DE"/>
          </a:solidFill>
          <a:ln>
            <a:noFill/>
          </a:ln>
          <a:effectLst/>
        </p:spPr>
        <p:txBody>
          <a:bodyPr vert="horz" wrap="none" lIns="17463" tIns="0" rIns="17463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  <a:defRPr/>
            </a:pPr>
            <a:fld id="{0C9039DF-DF90-42F8-BDF3-D354A88D9E6E}" type="datetime'''''''''''''''''''''2'''''',''3'">
              <a:rPr lang="en-US" altLang="en-US" sz="1000" smtClean="0">
                <a:solidFill>
                  <a:srgbClr val="FFFFFF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defRPr/>
              </a:pPr>
              <a:t>2,3</a:t>
            </a:fld>
            <a:endParaRPr kumimoji="0" lang="en-US" sz="1000" b="0" i="0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sym typeface="Tw Cen MT" panose="020B0602020104020603" pitchFamily="34" charset="0"/>
            </a:endParaRPr>
          </a:p>
        </p:txBody>
      </p:sp>
      <p:sp>
        <p:nvSpPr>
          <p:cNvPr id="304" name="Google Shape;1885200;p1">
            <a:extLst>
              <a:ext uri="{FF2B5EF4-FFF2-40B4-BE49-F238E27FC236}">
                <a16:creationId xmlns:a16="http://schemas.microsoft.com/office/drawing/2014/main" id="{7E1E9BF3-F4FE-ED0D-2B8F-901BD4352331}"/>
              </a:ext>
            </a:extLst>
          </p:cNvPr>
          <p:cNvSpPr txBox="1">
            <a:spLocks/>
          </p:cNvSpPr>
          <p:nvPr>
            <p:custDataLst>
              <p:tags r:id="rId65"/>
            </p:custDataLst>
          </p:nvPr>
        </p:nvSpPr>
        <p:spPr bwMode="gray">
          <a:xfrm>
            <a:off x="1893888" y="4465638"/>
            <a:ext cx="201613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spcFirstLastPara="1" vert="horz" wrap="none" lIns="17463" tIns="0" rIns="17463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fld id="{95E8EA35-B710-4703-B5E6-86BDCDB7D028}" type="datetime'''''''''''''''5'''''''''''''''''',''''''''''''''2'''">
              <a:rPr lang="en-US" altLang="en-US" sz="1000" b="1" smtClean="0">
                <a:latin typeface="+mn-lt"/>
                <a:ea typeface="+mn-ea"/>
                <a:cs typeface="+mn-cs"/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t>5,2</a:t>
            </a:fld>
            <a:endParaRPr kumimoji="0" lang="en-US" sz="1000" b="1" i="0" strike="noStrike" kern="120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  <a:sym typeface="Tw Cen MT" panose="020B0602020104020603" pitchFamily="34" charset="0"/>
            </a:endParaRPr>
          </a:p>
        </p:txBody>
      </p:sp>
      <p:sp>
        <p:nvSpPr>
          <p:cNvPr id="305" name="Google Shape;1885200;p1">
            <a:extLst>
              <a:ext uri="{FF2B5EF4-FFF2-40B4-BE49-F238E27FC236}">
                <a16:creationId xmlns:a16="http://schemas.microsoft.com/office/drawing/2014/main" id="{185E2B76-08E6-D902-C61F-60E64446FDD3}"/>
              </a:ext>
            </a:extLst>
          </p:cNvPr>
          <p:cNvSpPr txBox="1">
            <a:spLocks/>
          </p:cNvSpPr>
          <p:nvPr>
            <p:custDataLst>
              <p:tags r:id="rId66"/>
            </p:custDataLst>
          </p:nvPr>
        </p:nvSpPr>
        <p:spPr bwMode="gray">
          <a:xfrm>
            <a:off x="3476625" y="4441825"/>
            <a:ext cx="201613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spcFirstLastPara="1" vert="horz" wrap="none" lIns="17463" tIns="0" rIns="17463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fld id="{848F0B2C-E4CF-4BE2-9EAD-609C9E2ED11C}" type="datetime'5,''''''8'">
              <a:rPr lang="en-US" altLang="en-US" sz="1000" b="1" smtClean="0">
                <a:latin typeface="+mn-lt"/>
                <a:ea typeface="+mn-ea"/>
                <a:cs typeface="+mn-cs"/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t>5,8</a:t>
            </a:fld>
            <a:endParaRPr kumimoji="0" lang="en-US" sz="1000" b="1" i="0" strike="noStrike" kern="120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  <a:sym typeface="Tw Cen MT" panose="020B0602020104020603" pitchFamily="34" charset="0"/>
            </a:endParaRPr>
          </a:p>
        </p:txBody>
      </p:sp>
      <p:sp>
        <p:nvSpPr>
          <p:cNvPr id="306" name="Google Shape;1885200;p1">
            <a:extLst>
              <a:ext uri="{FF2B5EF4-FFF2-40B4-BE49-F238E27FC236}">
                <a16:creationId xmlns:a16="http://schemas.microsoft.com/office/drawing/2014/main" id="{07C61EF5-2905-7F6F-D7BD-A552E76CCB80}"/>
              </a:ext>
            </a:extLst>
          </p:cNvPr>
          <p:cNvSpPr txBox="1">
            <a:spLocks/>
          </p:cNvSpPr>
          <p:nvPr>
            <p:custDataLst>
              <p:tags r:id="rId67"/>
            </p:custDataLst>
          </p:nvPr>
        </p:nvSpPr>
        <p:spPr bwMode="gray">
          <a:xfrm>
            <a:off x="5057775" y="4408488"/>
            <a:ext cx="201613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spcFirstLastPara="1" vert="horz" wrap="none" lIns="17463" tIns="0" rIns="17463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fld id="{A9855C15-3A29-484D-B292-E94BCA5DCE2E}" type="datetime'''''''''''''''''''6'''''''''',''''''''''''''7'''''''''''''''">
              <a:rPr lang="en-US" altLang="en-US" sz="1000" b="1" smtClean="0">
                <a:latin typeface="+mn-lt"/>
                <a:ea typeface="+mn-ea"/>
                <a:cs typeface="+mn-cs"/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t>6,7</a:t>
            </a:fld>
            <a:endParaRPr kumimoji="0" lang="en-US" sz="1000" b="1" i="0" strike="noStrike" kern="120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  <a:sym typeface="Tw Cen MT" panose="020B0602020104020603" pitchFamily="34" charset="0"/>
            </a:endParaRPr>
          </a:p>
        </p:txBody>
      </p:sp>
      <p:sp>
        <p:nvSpPr>
          <p:cNvPr id="307" name="Google Shape;1885200;p1">
            <a:extLst>
              <a:ext uri="{FF2B5EF4-FFF2-40B4-BE49-F238E27FC236}">
                <a16:creationId xmlns:a16="http://schemas.microsoft.com/office/drawing/2014/main" id="{C3F5C886-7435-9AAD-E783-2C590A81327A}"/>
              </a:ext>
            </a:extLst>
          </p:cNvPr>
          <p:cNvSpPr txBox="1">
            <a:spLocks/>
          </p:cNvSpPr>
          <p:nvPr>
            <p:custDataLst>
              <p:tags r:id="rId68"/>
            </p:custDataLst>
          </p:nvPr>
        </p:nvSpPr>
        <p:spPr bwMode="gray">
          <a:xfrm>
            <a:off x="6640513" y="4376738"/>
            <a:ext cx="201613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spcFirstLastPara="1" vert="horz" wrap="none" lIns="17463" tIns="0" rIns="17463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fld id="{7F563AD0-9C65-4813-BFBC-FF55AD5DB6D5}" type="datetime'''''''''''''''''''''''''7'''''''''''',''''''''''6'''''">
              <a:rPr lang="en-US" altLang="en-US" sz="1000" b="1" smtClean="0">
                <a:latin typeface="+mn-lt"/>
                <a:ea typeface="+mn-ea"/>
                <a:cs typeface="+mn-cs"/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t>7,6</a:t>
            </a:fld>
            <a:endParaRPr kumimoji="0" lang="en-US" sz="1000" b="1" i="0" strike="noStrike" kern="120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  <a:sym typeface="Tw Cen MT" panose="020B0602020104020603" pitchFamily="34" charset="0"/>
            </a:endParaRPr>
          </a:p>
        </p:txBody>
      </p:sp>
      <p:sp>
        <p:nvSpPr>
          <p:cNvPr id="308" name="Google Shape;1885200;p1">
            <a:extLst>
              <a:ext uri="{FF2B5EF4-FFF2-40B4-BE49-F238E27FC236}">
                <a16:creationId xmlns:a16="http://schemas.microsoft.com/office/drawing/2014/main" id="{D3863A08-D975-3456-F552-AFEB12408188}"/>
              </a:ext>
            </a:extLst>
          </p:cNvPr>
          <p:cNvSpPr txBox="1">
            <a:spLocks/>
          </p:cNvSpPr>
          <p:nvPr>
            <p:custDataLst>
              <p:tags r:id="rId69"/>
            </p:custDataLst>
          </p:nvPr>
        </p:nvSpPr>
        <p:spPr bwMode="gray">
          <a:xfrm>
            <a:off x="8223250" y="4340225"/>
            <a:ext cx="201613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spcFirstLastPara="1" vert="horz" wrap="none" lIns="17463" tIns="0" rIns="17463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fld id="{2A7EF74E-0934-4B35-9CED-24EFC26BD62B}" type="datetime'''''''''8'''''''''''',''''''''''''''''''''6'''''''''''">
              <a:rPr lang="en-US" altLang="en-US" sz="1000" b="1" smtClean="0">
                <a:latin typeface="+mn-lt"/>
                <a:ea typeface="+mn-ea"/>
                <a:cs typeface="+mn-cs"/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t>8,6</a:t>
            </a:fld>
            <a:endParaRPr kumimoji="0" lang="en-US" sz="1000" b="1" i="0" strike="noStrike" kern="120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  <a:sym typeface="Tw Cen MT" panose="020B0602020104020603" pitchFamily="34" charset="0"/>
            </a:endParaRPr>
          </a:p>
        </p:txBody>
      </p:sp>
      <p:graphicFrame>
        <p:nvGraphicFramePr>
          <p:cNvPr id="548" name="Chart 547">
            <a:extLst>
              <a:ext uri="{FF2B5EF4-FFF2-40B4-BE49-F238E27FC236}">
                <a16:creationId xmlns:a16="http://schemas.microsoft.com/office/drawing/2014/main" id="{0EA26D02-B8CA-FA7A-EA33-9F2B7BD7FD58}"/>
              </a:ext>
            </a:extLst>
          </p:cNvPr>
          <p:cNvGraphicFramePr/>
          <p:nvPr>
            <p:custDataLst>
              <p:tags r:id="rId70"/>
            </p:custDataLst>
            <p:extLst>
              <p:ext uri="{D42A27DB-BD31-4B8C-83A1-F6EECF244321}">
                <p14:modId xmlns:p14="http://schemas.microsoft.com/office/powerpoint/2010/main" val="2619780892"/>
              </p:ext>
            </p:extLst>
          </p:nvPr>
        </p:nvGraphicFramePr>
        <p:xfrm>
          <a:off x="1508125" y="5449888"/>
          <a:ext cx="7292975" cy="452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7"/>
          </a:graphicData>
        </a:graphic>
      </p:graphicFrame>
      <p:sp>
        <p:nvSpPr>
          <p:cNvPr id="310" name="Text Placeholder 3">
            <a:extLst>
              <a:ext uri="{FF2B5EF4-FFF2-40B4-BE49-F238E27FC236}">
                <a16:creationId xmlns:a16="http://schemas.microsoft.com/office/drawing/2014/main" id="{E75D36A6-C167-6129-6D49-C63F258EDA7E}"/>
              </a:ext>
            </a:extLst>
          </p:cNvPr>
          <p:cNvSpPr>
            <a:spLocks/>
          </p:cNvSpPr>
          <p:nvPr>
            <p:custDataLst>
              <p:tags r:id="rId71"/>
            </p:custDataLst>
          </p:nvPr>
        </p:nvSpPr>
        <p:spPr bwMode="gray">
          <a:xfrm>
            <a:off x="2082800" y="5627688"/>
            <a:ext cx="203200" cy="16827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txBody>
          <a:bodyPr vert="horz" wrap="none" lIns="17463" tIns="0" rIns="17463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  <a:defRPr/>
            </a:pPr>
            <a:fld id="{E08633F0-EC5A-4771-BC34-9596FF9B7619}" type="datetime'''1'''''''''''''''''''''''''''''''''''''''''',''8'">
              <a:rPr lang="en-US" altLang="en-US" sz="1000" smtClean="0">
                <a:effectLst/>
              </a:rPr>
              <a:pPr lvl="0" algn="ctr">
                <a:spcBef>
                  <a:spcPct val="0"/>
                </a:spcBef>
                <a:spcAft>
                  <a:spcPct val="0"/>
                </a:spcAft>
                <a:defRPr/>
              </a:pPr>
              <a:t>1,8</a:t>
            </a:fld>
            <a:endParaRPr kumimoji="0" lang="en-US" sz="1000" b="0" i="0" strike="noStrike" kern="1200" cap="none" spc="0" normalizeH="0" baseline="0" noProof="0">
              <a:ln>
                <a:noFill/>
              </a:ln>
              <a:effectLst/>
              <a:uLnTx/>
              <a:uFillTx/>
              <a:sym typeface="Tw Cen MT" panose="020B0602020104020603" pitchFamily="34" charset="0"/>
            </a:endParaRPr>
          </a:p>
        </p:txBody>
      </p:sp>
      <p:sp>
        <p:nvSpPr>
          <p:cNvPr id="311" name="Text Placeholder 3">
            <a:extLst>
              <a:ext uri="{FF2B5EF4-FFF2-40B4-BE49-F238E27FC236}">
                <a16:creationId xmlns:a16="http://schemas.microsoft.com/office/drawing/2014/main" id="{BD771FBB-60DD-E05E-7170-C9BEC8C00ACF}"/>
              </a:ext>
            </a:extLst>
          </p:cNvPr>
          <p:cNvSpPr>
            <a:spLocks/>
          </p:cNvSpPr>
          <p:nvPr>
            <p:custDataLst>
              <p:tags r:id="rId72"/>
            </p:custDataLst>
          </p:nvPr>
        </p:nvSpPr>
        <p:spPr bwMode="gray">
          <a:xfrm>
            <a:off x="1687513" y="5705475"/>
            <a:ext cx="203200" cy="168275"/>
          </a:xfrm>
          <a:prstGeom prst="rect">
            <a:avLst/>
          </a:prstGeom>
          <a:solidFill>
            <a:srgbClr val="6A99DE"/>
          </a:solidFill>
          <a:ln>
            <a:noFill/>
          </a:ln>
          <a:effectLst/>
        </p:spPr>
        <p:txBody>
          <a:bodyPr vert="horz" wrap="none" lIns="17463" tIns="0" rIns="17463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  <a:defRPr/>
            </a:pPr>
            <a:fld id="{127764E6-2F52-48E3-B35B-BBDBB15645BF}" type="datetime'''''''''''''''''''''''''''''''''''''''''''''''''0,''''5'''''''">
              <a:rPr lang="en-US" altLang="en-US" sz="1000" smtClean="0">
                <a:solidFill>
                  <a:srgbClr val="FFFFFF"/>
                </a:solidFill>
                <a:effectLst/>
              </a:rPr>
              <a:pPr lvl="0" algn="ctr">
                <a:spcBef>
                  <a:spcPct val="0"/>
                </a:spcBef>
                <a:spcAft>
                  <a:spcPct val="0"/>
                </a:spcAft>
                <a:defRPr/>
              </a:pPr>
              <a:t>0,5</a:t>
            </a:fld>
            <a:endParaRPr kumimoji="0" lang="en-US" sz="1000" b="0" i="0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sym typeface="Tw Cen MT" panose="020B0602020104020603" pitchFamily="34" charset="0"/>
            </a:endParaRPr>
          </a:p>
        </p:txBody>
      </p:sp>
      <p:sp>
        <p:nvSpPr>
          <p:cNvPr id="312" name="Text Placeholder 3">
            <a:extLst>
              <a:ext uri="{FF2B5EF4-FFF2-40B4-BE49-F238E27FC236}">
                <a16:creationId xmlns:a16="http://schemas.microsoft.com/office/drawing/2014/main" id="{C95B4877-3B14-8991-6156-4B32453D42D5}"/>
              </a:ext>
            </a:extLst>
          </p:cNvPr>
          <p:cNvSpPr>
            <a:spLocks/>
          </p:cNvSpPr>
          <p:nvPr>
            <p:custDataLst>
              <p:tags r:id="rId73"/>
            </p:custDataLst>
          </p:nvPr>
        </p:nvSpPr>
        <p:spPr bwMode="gray">
          <a:xfrm>
            <a:off x="3667125" y="5611813"/>
            <a:ext cx="203200" cy="16827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txBody>
          <a:bodyPr vert="horz" wrap="none" lIns="17463" tIns="0" rIns="17463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FC19DE72-F43B-43BF-8751-60A80A2BCBFF}" type="datetime'''''''''''''2'',''''''''''''''''''''''''0'''''''''''''">
              <a:rPr lang="en-US" altLang="en-US" sz="1000" smtClean="0">
                <a:effectLst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2,0</a:t>
            </a:fld>
            <a:endParaRPr lang="en-US" sz="1000">
              <a:sym typeface="Tw Cen MT" panose="020B0602020104020603" pitchFamily="34" charset="0"/>
            </a:endParaRPr>
          </a:p>
        </p:txBody>
      </p:sp>
      <p:sp>
        <p:nvSpPr>
          <p:cNvPr id="313" name="Text Placeholder 3">
            <a:extLst>
              <a:ext uri="{FF2B5EF4-FFF2-40B4-BE49-F238E27FC236}">
                <a16:creationId xmlns:a16="http://schemas.microsoft.com/office/drawing/2014/main" id="{DF99BF87-B540-7C67-0332-279E32ED6391}"/>
              </a:ext>
            </a:extLst>
          </p:cNvPr>
          <p:cNvSpPr>
            <a:spLocks/>
          </p:cNvSpPr>
          <p:nvPr>
            <p:custDataLst>
              <p:tags r:id="rId74"/>
            </p:custDataLst>
          </p:nvPr>
        </p:nvSpPr>
        <p:spPr bwMode="gray">
          <a:xfrm>
            <a:off x="3271838" y="5695950"/>
            <a:ext cx="203200" cy="168275"/>
          </a:xfrm>
          <a:prstGeom prst="rect">
            <a:avLst/>
          </a:prstGeom>
          <a:solidFill>
            <a:srgbClr val="6A99DE"/>
          </a:solidFill>
          <a:ln>
            <a:noFill/>
          </a:ln>
          <a:effectLst/>
        </p:spPr>
        <p:txBody>
          <a:bodyPr vert="horz" wrap="none" lIns="17463" tIns="0" rIns="17463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7BAB9789-5493-4C1A-B0AE-F385F3BAFF8B}" type="datetime'''''0'''''',''''''''''''''''''''7'''''''''''''''''''''''''">
              <a:rPr lang="en-US" altLang="en-US" sz="1000" smtClean="0">
                <a:solidFill>
                  <a:srgbClr val="FFFFFF"/>
                </a:solidFill>
                <a:effectLst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0,7</a:t>
            </a:fld>
            <a:endParaRPr lang="en-US" sz="1000">
              <a:solidFill>
                <a:srgbClr val="FFFFFF"/>
              </a:solidFill>
              <a:sym typeface="Tw Cen MT" panose="020B0602020104020603" pitchFamily="34" charset="0"/>
            </a:endParaRPr>
          </a:p>
        </p:txBody>
      </p:sp>
      <p:sp>
        <p:nvSpPr>
          <p:cNvPr id="314" name="Text Placeholder 3">
            <a:extLst>
              <a:ext uri="{FF2B5EF4-FFF2-40B4-BE49-F238E27FC236}">
                <a16:creationId xmlns:a16="http://schemas.microsoft.com/office/drawing/2014/main" id="{06949146-0BA2-EE38-9554-5214C71A88D7}"/>
              </a:ext>
            </a:extLst>
          </p:cNvPr>
          <p:cNvSpPr>
            <a:spLocks/>
          </p:cNvSpPr>
          <p:nvPr>
            <p:custDataLst>
              <p:tags r:id="rId75"/>
            </p:custDataLst>
          </p:nvPr>
        </p:nvSpPr>
        <p:spPr bwMode="gray">
          <a:xfrm>
            <a:off x="5251450" y="5583238"/>
            <a:ext cx="203200" cy="16827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txBody>
          <a:bodyPr vert="horz" wrap="none" lIns="17463" tIns="0" rIns="17463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BB70F945-0829-449C-9149-EAFD2D29EA6F}" type="datetime'2'''''''''''''''',''''''''''''''''''''''1'''''''''''">
              <a:rPr lang="en-US" altLang="en-US" sz="1000" smtClean="0">
                <a:effectLst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2,1</a:t>
            </a:fld>
            <a:endParaRPr lang="en-US" sz="1000">
              <a:sym typeface="Tw Cen MT" panose="020B0602020104020603" pitchFamily="34" charset="0"/>
            </a:endParaRPr>
          </a:p>
        </p:txBody>
      </p:sp>
      <p:sp>
        <p:nvSpPr>
          <p:cNvPr id="315" name="Text Placeholder 3">
            <a:extLst>
              <a:ext uri="{FF2B5EF4-FFF2-40B4-BE49-F238E27FC236}">
                <a16:creationId xmlns:a16="http://schemas.microsoft.com/office/drawing/2014/main" id="{25752532-A5B1-43DC-A5D6-738796061A06}"/>
              </a:ext>
            </a:extLst>
          </p:cNvPr>
          <p:cNvSpPr>
            <a:spLocks/>
          </p:cNvSpPr>
          <p:nvPr>
            <p:custDataLst>
              <p:tags r:id="rId76"/>
            </p:custDataLst>
          </p:nvPr>
        </p:nvSpPr>
        <p:spPr bwMode="gray">
          <a:xfrm>
            <a:off x="4856163" y="5675313"/>
            <a:ext cx="203200" cy="168275"/>
          </a:xfrm>
          <a:prstGeom prst="rect">
            <a:avLst/>
          </a:prstGeom>
          <a:solidFill>
            <a:srgbClr val="6A99DE"/>
          </a:solidFill>
          <a:ln>
            <a:noFill/>
          </a:ln>
          <a:effectLst/>
        </p:spPr>
        <p:txBody>
          <a:bodyPr vert="horz" wrap="none" lIns="17463" tIns="0" rIns="17463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  <a:defRPr/>
            </a:pPr>
            <a:fld id="{EF877F56-71CB-4ECD-B5C4-FBACF1E2E1C7}" type="datetime'''''''0'''''''''''''''''''''''''''''''''''',''''''''''''''''8'">
              <a:rPr lang="en-US" altLang="en-US" sz="1000" smtClean="0">
                <a:solidFill>
                  <a:srgbClr val="FFFFFF"/>
                </a:solidFill>
                <a:effectLst/>
              </a:rPr>
              <a:pPr lvl="0" algn="ctr">
                <a:spcBef>
                  <a:spcPct val="0"/>
                </a:spcBef>
                <a:spcAft>
                  <a:spcPct val="0"/>
                </a:spcAft>
                <a:defRPr/>
              </a:pPr>
              <a:t>0,8</a:t>
            </a:fld>
            <a:endParaRPr kumimoji="0" lang="en-US" sz="1000" b="0" i="0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sym typeface="Tw Cen MT" panose="020B0602020104020603" pitchFamily="34" charset="0"/>
            </a:endParaRPr>
          </a:p>
        </p:txBody>
      </p:sp>
      <p:sp>
        <p:nvSpPr>
          <p:cNvPr id="316" name="Text Placeholder 3">
            <a:extLst>
              <a:ext uri="{FF2B5EF4-FFF2-40B4-BE49-F238E27FC236}">
                <a16:creationId xmlns:a16="http://schemas.microsoft.com/office/drawing/2014/main" id="{E4D8143C-880B-3E3D-FEFE-5B660C6D1EA3}"/>
              </a:ext>
            </a:extLst>
          </p:cNvPr>
          <p:cNvSpPr>
            <a:spLocks/>
          </p:cNvSpPr>
          <p:nvPr>
            <p:custDataLst>
              <p:tags r:id="rId77"/>
            </p:custDataLst>
          </p:nvPr>
        </p:nvSpPr>
        <p:spPr bwMode="gray">
          <a:xfrm>
            <a:off x="6834188" y="5545138"/>
            <a:ext cx="203200" cy="16827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txBody>
          <a:bodyPr vert="horz" wrap="none" lIns="17463" tIns="0" rIns="17463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FCD1A2EC-8950-47A2-A1FE-714F423FD353}" type="datetime'''''2'''''''''',''''''''''''''''''''''''''''''''''''1'''''''''">
              <a:rPr lang="en-US" altLang="en-US" sz="1000" smtClean="0"/>
              <a:pPr lvl="0" algn="ctr">
                <a:spcBef>
                  <a:spcPct val="0"/>
                </a:spcBef>
                <a:spcAft>
                  <a:spcPct val="0"/>
                </a:spcAft>
              </a:pPr>
              <a:t>2,1</a:t>
            </a:fld>
            <a:endParaRPr lang="en-US" sz="1000">
              <a:sym typeface="Tw Cen MT" panose="020B0602020104020603" pitchFamily="34" charset="0"/>
            </a:endParaRPr>
          </a:p>
        </p:txBody>
      </p:sp>
      <p:sp>
        <p:nvSpPr>
          <p:cNvPr id="317" name="Text Placeholder 3">
            <a:extLst>
              <a:ext uri="{FF2B5EF4-FFF2-40B4-BE49-F238E27FC236}">
                <a16:creationId xmlns:a16="http://schemas.microsoft.com/office/drawing/2014/main" id="{3FD51A12-64A3-AE73-5D49-19D2F7863DED}"/>
              </a:ext>
            </a:extLst>
          </p:cNvPr>
          <p:cNvSpPr>
            <a:spLocks/>
          </p:cNvSpPr>
          <p:nvPr>
            <p:custDataLst>
              <p:tags r:id="rId78"/>
            </p:custDataLst>
          </p:nvPr>
        </p:nvSpPr>
        <p:spPr bwMode="gray">
          <a:xfrm>
            <a:off x="6438900" y="5643563"/>
            <a:ext cx="203200" cy="168275"/>
          </a:xfrm>
          <a:prstGeom prst="rect">
            <a:avLst/>
          </a:prstGeom>
          <a:solidFill>
            <a:srgbClr val="6A99DE"/>
          </a:solidFill>
          <a:ln>
            <a:noFill/>
          </a:ln>
          <a:effectLst/>
        </p:spPr>
        <p:txBody>
          <a:bodyPr vert="horz" wrap="none" lIns="17463" tIns="0" rIns="17463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65EA56F1-5D25-4EEA-AD1B-26CCCFB398C9}" type="datetime'''''''''1'''',''''''''''''''''''''''''''''0'''''''">
              <a:rPr lang="en-US" altLang="en-US" sz="1000" smtClean="0">
                <a:solidFill>
                  <a:srgbClr val="FFFFFF"/>
                </a:solidFill>
                <a:effectLst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1,0</a:t>
            </a:fld>
            <a:endParaRPr lang="en-US" sz="1000">
              <a:solidFill>
                <a:srgbClr val="FFFFFF"/>
              </a:solidFill>
              <a:sym typeface="Tw Cen MT" panose="020B0602020104020603" pitchFamily="34" charset="0"/>
            </a:endParaRPr>
          </a:p>
        </p:txBody>
      </p:sp>
      <p:sp>
        <p:nvSpPr>
          <p:cNvPr id="318" name="Text Placeholder 3">
            <a:extLst>
              <a:ext uri="{FF2B5EF4-FFF2-40B4-BE49-F238E27FC236}">
                <a16:creationId xmlns:a16="http://schemas.microsoft.com/office/drawing/2014/main" id="{E87BD5A4-DF0C-A88A-DB6D-BB9B62076AD3}"/>
              </a:ext>
            </a:extLst>
          </p:cNvPr>
          <p:cNvSpPr>
            <a:spLocks/>
          </p:cNvSpPr>
          <p:nvPr>
            <p:custDataLst>
              <p:tags r:id="rId79"/>
            </p:custDataLst>
          </p:nvPr>
        </p:nvSpPr>
        <p:spPr bwMode="gray">
          <a:xfrm>
            <a:off x="8418513" y="5529263"/>
            <a:ext cx="203200" cy="16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4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21F90EFC-0259-40F2-B2EF-0D93EFB126BC}" type="datetime'''''''2'''''''''''''''''''',5'''''''''''''''''''''''''''''">
              <a:rPr lang="en-US" altLang="en-US" sz="1000" smtClean="0"/>
              <a:pPr lvl="0" algn="ctr">
                <a:spcBef>
                  <a:spcPct val="0"/>
                </a:spcBef>
                <a:spcAft>
                  <a:spcPct val="0"/>
                </a:spcAft>
              </a:pPr>
              <a:t>2,5</a:t>
            </a:fld>
            <a:endParaRPr lang="en-US" sz="1000">
              <a:sym typeface="Tw Cen MT" panose="020B0602020104020603" pitchFamily="34" charset="0"/>
            </a:endParaRPr>
          </a:p>
        </p:txBody>
      </p:sp>
      <p:sp>
        <p:nvSpPr>
          <p:cNvPr id="319" name="Text Placeholder 3">
            <a:extLst>
              <a:ext uri="{FF2B5EF4-FFF2-40B4-BE49-F238E27FC236}">
                <a16:creationId xmlns:a16="http://schemas.microsoft.com/office/drawing/2014/main" id="{D46085F9-CAD5-E811-F000-966633ACF132}"/>
              </a:ext>
            </a:extLst>
          </p:cNvPr>
          <p:cNvSpPr>
            <a:spLocks/>
          </p:cNvSpPr>
          <p:nvPr>
            <p:custDataLst>
              <p:tags r:id="rId80"/>
            </p:custDataLst>
          </p:nvPr>
        </p:nvSpPr>
        <p:spPr bwMode="gray">
          <a:xfrm>
            <a:off x="8023225" y="5645150"/>
            <a:ext cx="203200" cy="168275"/>
          </a:xfrm>
          <a:prstGeom prst="rect">
            <a:avLst/>
          </a:prstGeom>
          <a:solidFill>
            <a:srgbClr val="6A99DE"/>
          </a:solidFill>
          <a:ln>
            <a:noFill/>
          </a:ln>
          <a:effectLst/>
        </p:spPr>
        <p:txBody>
          <a:bodyPr vert="horz" wrap="none" lIns="17463" tIns="0" rIns="17463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F5597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5400" b="1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F5597"/>
              </a:buClr>
              <a:buFont typeface="Arial" panose="020B0604020202020204" pitchFamily="34" charset="0"/>
              <a:buChar char="​"/>
              <a:defRPr lang="en-US" sz="2400" b="1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F8A193BC-23DF-47F8-A462-7B85BFED77C7}" type="datetime'1'''''''''''''''''',''''''''''''''''''''''1'''''''''''''">
              <a:rPr lang="en-US" altLang="en-US" sz="1000" smtClean="0">
                <a:solidFill>
                  <a:srgbClr val="FFFFFF"/>
                </a:solidFill>
                <a:effectLst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1,1</a:t>
            </a:fld>
            <a:endParaRPr lang="en-US" sz="1000">
              <a:solidFill>
                <a:srgbClr val="FFFFFF"/>
              </a:solidFill>
              <a:sym typeface="Tw Cen MT" panose="020B0602020104020603" pitchFamily="34" charset="0"/>
            </a:endParaRPr>
          </a:p>
        </p:txBody>
      </p:sp>
      <p:sp>
        <p:nvSpPr>
          <p:cNvPr id="320" name="Google Shape;1885200;p1">
            <a:extLst>
              <a:ext uri="{FF2B5EF4-FFF2-40B4-BE49-F238E27FC236}">
                <a16:creationId xmlns:a16="http://schemas.microsoft.com/office/drawing/2014/main" id="{1C1E5DCC-4065-67C3-D08F-FF014163C3AC}"/>
              </a:ext>
            </a:extLst>
          </p:cNvPr>
          <p:cNvSpPr txBox="1">
            <a:spLocks/>
          </p:cNvSpPr>
          <p:nvPr>
            <p:custDataLst>
              <p:tags r:id="rId81"/>
            </p:custDataLst>
          </p:nvPr>
        </p:nvSpPr>
        <p:spPr bwMode="gray">
          <a:xfrm>
            <a:off x="1885950" y="5491163"/>
            <a:ext cx="201613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spcFirstLastPara="1" vert="horz" wrap="none" lIns="17463" tIns="0" rIns="17463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fld id="{4BC87251-B755-45DF-9C1E-56D8E61D014F}" type="datetime'''''2'''''''''''''''''''''',''''''''''''''''''''''''''''6'">
              <a:rPr lang="en-US" altLang="en-US" sz="1000" b="1" smtClean="0">
                <a:latin typeface="+mn-lt"/>
                <a:ea typeface="+mn-ea"/>
                <a:cs typeface="+mn-cs"/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t>2,6</a:t>
            </a:fld>
            <a:endParaRPr kumimoji="0" lang="en-US" sz="1000" b="1" i="0" strike="noStrike" kern="120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  <a:sym typeface="Tw Cen MT" panose="020B0602020104020603" pitchFamily="34" charset="0"/>
            </a:endParaRPr>
          </a:p>
        </p:txBody>
      </p:sp>
      <p:sp>
        <p:nvSpPr>
          <p:cNvPr id="321" name="Google Shape;1885200;p1">
            <a:extLst>
              <a:ext uri="{FF2B5EF4-FFF2-40B4-BE49-F238E27FC236}">
                <a16:creationId xmlns:a16="http://schemas.microsoft.com/office/drawing/2014/main" id="{4E85C653-B3B8-7A0B-BDC0-C5BC942D6794}"/>
              </a:ext>
            </a:extLst>
          </p:cNvPr>
          <p:cNvSpPr txBox="1">
            <a:spLocks/>
          </p:cNvSpPr>
          <p:nvPr>
            <p:custDataLst>
              <p:tags r:id="rId82"/>
            </p:custDataLst>
          </p:nvPr>
        </p:nvSpPr>
        <p:spPr bwMode="gray">
          <a:xfrm>
            <a:off x="3470275" y="5470525"/>
            <a:ext cx="201613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spcFirstLastPara="1" vert="horz" wrap="none" lIns="17463" tIns="0" rIns="17463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fld id="{B8DB044C-EA19-4660-B9FD-E2622F0D00C8}" type="datetime'''''''''''''''''''''''''2,''''''''''9'''''''''''''''''''''''">
              <a:rPr lang="en-US" altLang="en-US" sz="1000" b="1" smtClean="0">
                <a:latin typeface="+mn-lt"/>
                <a:ea typeface="+mn-ea"/>
                <a:cs typeface="+mn-cs"/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t>2,9</a:t>
            </a:fld>
            <a:endParaRPr kumimoji="0" lang="en-US" sz="1000" b="1" i="0" strike="noStrike" kern="120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  <a:sym typeface="Tw Cen MT" panose="020B0602020104020603" pitchFamily="34" charset="0"/>
            </a:endParaRPr>
          </a:p>
        </p:txBody>
      </p:sp>
      <p:sp>
        <p:nvSpPr>
          <p:cNvPr id="322" name="Google Shape;1885200;p1">
            <a:extLst>
              <a:ext uri="{FF2B5EF4-FFF2-40B4-BE49-F238E27FC236}">
                <a16:creationId xmlns:a16="http://schemas.microsoft.com/office/drawing/2014/main" id="{DD3604D0-A61F-FC97-C2B2-23AC4EC915AB}"/>
              </a:ext>
            </a:extLst>
          </p:cNvPr>
          <p:cNvSpPr txBox="1">
            <a:spLocks/>
          </p:cNvSpPr>
          <p:nvPr>
            <p:custDataLst>
              <p:tags r:id="rId83"/>
            </p:custDataLst>
          </p:nvPr>
        </p:nvSpPr>
        <p:spPr bwMode="gray">
          <a:xfrm>
            <a:off x="5054600" y="5438775"/>
            <a:ext cx="201613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spcFirstLastPara="1" vert="horz" wrap="none" lIns="17463" tIns="0" rIns="17463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fld id="{07DF5A24-5E52-4984-8B4C-81BA205A612D}" type="datetime'''''''''''''''''''''''''''''''''''''''''3'',''''''4'">
              <a:rPr lang="en-US" altLang="en-US" sz="1000" b="1" smtClean="0">
                <a:latin typeface="+mn-lt"/>
                <a:ea typeface="+mn-ea"/>
                <a:cs typeface="+mn-cs"/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t>3,4</a:t>
            </a:fld>
            <a:endParaRPr kumimoji="0" lang="en-US" sz="1000" b="1" i="0" strike="noStrike" kern="120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  <a:sym typeface="Tw Cen MT" panose="020B0602020104020603" pitchFamily="34" charset="0"/>
            </a:endParaRPr>
          </a:p>
        </p:txBody>
      </p:sp>
      <p:sp>
        <p:nvSpPr>
          <p:cNvPr id="323" name="Google Shape;1885200;p1">
            <a:extLst>
              <a:ext uri="{FF2B5EF4-FFF2-40B4-BE49-F238E27FC236}">
                <a16:creationId xmlns:a16="http://schemas.microsoft.com/office/drawing/2014/main" id="{9AD9C24C-C319-0F9B-AAE8-8948B22BB966}"/>
              </a:ext>
            </a:extLst>
          </p:cNvPr>
          <p:cNvSpPr txBox="1">
            <a:spLocks/>
          </p:cNvSpPr>
          <p:nvPr>
            <p:custDataLst>
              <p:tags r:id="rId84"/>
            </p:custDataLst>
          </p:nvPr>
        </p:nvSpPr>
        <p:spPr bwMode="gray">
          <a:xfrm>
            <a:off x="6637338" y="5400675"/>
            <a:ext cx="201613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spcFirstLastPara="1" vert="horz" wrap="none" lIns="17463" tIns="0" rIns="17463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fld id="{B73D2650-4BE7-4A03-B10B-69118E9BFFC9}" type="datetime'''''''''''''4'''''''''''',''''''''''''''''''''0'''''''''">
              <a:rPr lang="en-US" altLang="en-US" sz="1000" b="1" smtClean="0">
                <a:latin typeface="+mn-lt"/>
                <a:ea typeface="+mn-ea"/>
                <a:cs typeface="+mn-cs"/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t>4,0</a:t>
            </a:fld>
            <a:endParaRPr kumimoji="0" lang="en-US" sz="1000" b="1" i="0" strike="noStrike" kern="120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  <a:sym typeface="Tw Cen MT" panose="020B0602020104020603" pitchFamily="34" charset="0"/>
            </a:endParaRPr>
          </a:p>
        </p:txBody>
      </p:sp>
      <p:sp>
        <p:nvSpPr>
          <p:cNvPr id="324" name="Google Shape;1885200;p1">
            <a:extLst>
              <a:ext uri="{FF2B5EF4-FFF2-40B4-BE49-F238E27FC236}">
                <a16:creationId xmlns:a16="http://schemas.microsoft.com/office/drawing/2014/main" id="{79653CEB-FD31-550E-D8CE-A7EC3A84ED0F}"/>
              </a:ext>
            </a:extLst>
          </p:cNvPr>
          <p:cNvSpPr txBox="1">
            <a:spLocks/>
          </p:cNvSpPr>
          <p:nvPr>
            <p:custDataLst>
              <p:tags r:id="rId85"/>
            </p:custDataLst>
          </p:nvPr>
        </p:nvSpPr>
        <p:spPr bwMode="gray">
          <a:xfrm>
            <a:off x="8221663" y="5370513"/>
            <a:ext cx="201613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spcFirstLastPara="1" vert="horz" wrap="none" lIns="17463" tIns="0" rIns="17463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fld id="{53BCD6A7-333B-4B1B-8625-FDCAF642CF5E}" type="datetime'''''''4'''''''''''''''''''''''''''''''''''',''''4'''''''''''''">
              <a:rPr lang="en-US" altLang="en-US" sz="1000" b="1" smtClean="0">
                <a:latin typeface="+mn-lt"/>
                <a:ea typeface="+mn-ea"/>
                <a:cs typeface="+mn-cs"/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t>4,4</a:t>
            </a:fld>
            <a:endParaRPr kumimoji="0" lang="en-US" sz="1000" b="1" i="0" strike="noStrike" kern="120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  <a:sym typeface="Tw Cen MT" panose="020B0602020104020603" pitchFamily="34" charset="0"/>
            </a:endParaRPr>
          </a:p>
        </p:txBody>
      </p:sp>
      <p:sp>
        <p:nvSpPr>
          <p:cNvPr id="325" name="Rectangle: Rounded Corners 324">
            <a:extLst>
              <a:ext uri="{FF2B5EF4-FFF2-40B4-BE49-F238E27FC236}">
                <a16:creationId xmlns:a16="http://schemas.microsoft.com/office/drawing/2014/main" id="{01306CD8-0CFF-14B7-A6EF-FFA89F225AB2}"/>
              </a:ext>
            </a:extLst>
          </p:cNvPr>
          <p:cNvSpPr/>
          <p:nvPr>
            <p:custDataLst>
              <p:tags r:id="rId86"/>
            </p:custDataLst>
          </p:nvPr>
        </p:nvSpPr>
        <p:spPr>
          <a:xfrm>
            <a:off x="238127" y="2943225"/>
            <a:ext cx="904875" cy="725488"/>
          </a:xfrm>
          <a:prstGeom prst="roundRect">
            <a:avLst/>
          </a:prstGeom>
          <a:noFill/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400" b="1">
                <a:solidFill>
                  <a:schemeClr val="accent1"/>
                </a:solidFill>
              </a:rPr>
              <a:t>CAPEX</a:t>
            </a:r>
          </a:p>
          <a:p>
            <a:r>
              <a:rPr lang="en-US" sz="1400" b="1">
                <a:solidFill>
                  <a:schemeClr val="accent1"/>
                </a:solidFill>
              </a:rPr>
              <a:t>(</a:t>
            </a:r>
            <a:r>
              <a:rPr lang="en-US" sz="1400">
                <a:solidFill>
                  <a:schemeClr val="accent1"/>
                </a:solidFill>
              </a:rPr>
              <a:t>USD Bn</a:t>
            </a:r>
            <a:r>
              <a:rPr lang="en-US" sz="1400" b="1">
                <a:solidFill>
                  <a:schemeClr val="accent1"/>
                </a:solidFill>
              </a:rPr>
              <a:t>)</a:t>
            </a:r>
          </a:p>
        </p:txBody>
      </p:sp>
      <p:sp>
        <p:nvSpPr>
          <p:cNvPr id="326" name="Rectangle: Rounded Corners 325">
            <a:extLst>
              <a:ext uri="{FF2B5EF4-FFF2-40B4-BE49-F238E27FC236}">
                <a16:creationId xmlns:a16="http://schemas.microsoft.com/office/drawing/2014/main" id="{A87400A6-9BEF-C09B-EBE7-E6C4EBE183A7}"/>
              </a:ext>
            </a:extLst>
          </p:cNvPr>
          <p:cNvSpPr/>
          <p:nvPr>
            <p:custDataLst>
              <p:tags r:id="rId87"/>
            </p:custDataLst>
          </p:nvPr>
        </p:nvSpPr>
        <p:spPr>
          <a:xfrm>
            <a:off x="238127" y="1989138"/>
            <a:ext cx="904875" cy="725438"/>
          </a:xfrm>
          <a:prstGeom prst="roundRect">
            <a:avLst/>
          </a:prstGeom>
          <a:noFill/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400" b="1">
                <a:solidFill>
                  <a:schemeClr val="accent1"/>
                </a:solidFill>
              </a:rPr>
              <a:t>REVENUE</a:t>
            </a:r>
          </a:p>
          <a:p>
            <a:r>
              <a:rPr lang="en-US" sz="1400">
                <a:solidFill>
                  <a:schemeClr val="accent1"/>
                </a:solidFill>
              </a:rPr>
              <a:t>(USD Bn)</a:t>
            </a:r>
          </a:p>
        </p:txBody>
      </p:sp>
      <p:sp>
        <p:nvSpPr>
          <p:cNvPr id="327" name="Rectangle: Rounded Corners 326">
            <a:extLst>
              <a:ext uri="{FF2B5EF4-FFF2-40B4-BE49-F238E27FC236}">
                <a16:creationId xmlns:a16="http://schemas.microsoft.com/office/drawing/2014/main" id="{26C688D1-997C-E910-45E1-0A4092EFB323}"/>
              </a:ext>
            </a:extLst>
          </p:cNvPr>
          <p:cNvSpPr/>
          <p:nvPr>
            <p:custDataLst>
              <p:tags r:id="rId88"/>
            </p:custDataLst>
          </p:nvPr>
        </p:nvSpPr>
        <p:spPr>
          <a:xfrm>
            <a:off x="238127" y="3925888"/>
            <a:ext cx="904875" cy="725488"/>
          </a:xfrm>
          <a:prstGeom prst="roundRect">
            <a:avLst/>
          </a:prstGeom>
          <a:noFill/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400" b="1">
                <a:solidFill>
                  <a:schemeClr val="accent1"/>
                </a:solidFill>
              </a:rPr>
              <a:t>EBITDA</a:t>
            </a:r>
          </a:p>
          <a:p>
            <a:r>
              <a:rPr lang="en-US" sz="1400">
                <a:solidFill>
                  <a:schemeClr val="accent1"/>
                </a:solidFill>
              </a:rPr>
              <a:t>(USD Bn)</a:t>
            </a:r>
            <a:endParaRPr lang="en-US" sz="1400" b="1">
              <a:solidFill>
                <a:schemeClr val="accent1"/>
              </a:solidFill>
            </a:endParaRPr>
          </a:p>
        </p:txBody>
      </p:sp>
      <p:sp>
        <p:nvSpPr>
          <p:cNvPr id="328" name="Rectangle: Rounded Corners 327">
            <a:extLst>
              <a:ext uri="{FF2B5EF4-FFF2-40B4-BE49-F238E27FC236}">
                <a16:creationId xmlns:a16="http://schemas.microsoft.com/office/drawing/2014/main" id="{EA3602B7-6400-AD00-87F9-9A96C1BD2EDA}"/>
              </a:ext>
            </a:extLst>
          </p:cNvPr>
          <p:cNvSpPr/>
          <p:nvPr>
            <p:custDataLst>
              <p:tags r:id="rId89"/>
            </p:custDataLst>
          </p:nvPr>
        </p:nvSpPr>
        <p:spPr>
          <a:xfrm>
            <a:off x="238127" y="4913313"/>
            <a:ext cx="904875" cy="725488"/>
          </a:xfrm>
          <a:prstGeom prst="roundRect">
            <a:avLst/>
          </a:prstGeom>
          <a:noFill/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400" b="1">
                <a:solidFill>
                  <a:schemeClr val="accent1"/>
                </a:solidFill>
              </a:rPr>
              <a:t>NPAT</a:t>
            </a:r>
          </a:p>
          <a:p>
            <a:r>
              <a:rPr lang="en-US" sz="1400">
                <a:solidFill>
                  <a:schemeClr val="accent1"/>
                </a:solidFill>
              </a:rPr>
              <a:t>(USD Bn)</a:t>
            </a:r>
          </a:p>
        </p:txBody>
      </p:sp>
      <p:sp>
        <p:nvSpPr>
          <p:cNvPr id="338" name="Rectangle: Rounded Corners 337">
            <a:extLst>
              <a:ext uri="{FF2B5EF4-FFF2-40B4-BE49-F238E27FC236}">
                <a16:creationId xmlns:a16="http://schemas.microsoft.com/office/drawing/2014/main" id="{1AF4367D-A7B3-FC1A-1905-8711201B8A97}"/>
              </a:ext>
            </a:extLst>
          </p:cNvPr>
          <p:cNvSpPr/>
          <p:nvPr/>
        </p:nvSpPr>
        <p:spPr>
          <a:xfrm>
            <a:off x="9109076" y="1294248"/>
            <a:ext cx="3943984" cy="5050989"/>
          </a:xfrm>
          <a:prstGeom prst="roundRect">
            <a:avLst>
              <a:gd name="adj" fmla="val 3030"/>
            </a:avLst>
          </a:prstGeom>
          <a:solidFill>
            <a:srgbClr val="2F5597"/>
          </a:solidFill>
          <a:ln w="9525" cap="rnd" cmpd="sng" algn="ctr">
            <a:solidFill>
              <a:srgbClr val="2F5597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>
              <a:solidFill>
                <a:srgbClr val="FFFFFF"/>
              </a:solidFill>
            </a:endParaRPr>
          </a:p>
        </p:txBody>
      </p:sp>
      <p:sp>
        <p:nvSpPr>
          <p:cNvPr id="340" name="TextBox 339">
            <a:extLst>
              <a:ext uri="{FF2B5EF4-FFF2-40B4-BE49-F238E27FC236}">
                <a16:creationId xmlns:a16="http://schemas.microsoft.com/office/drawing/2014/main" id="{09A04E6A-BDD0-9CA2-6E47-1080B354AA2C}"/>
              </a:ext>
            </a:extLst>
          </p:cNvPr>
          <p:cNvSpPr txBox="1"/>
          <p:nvPr/>
        </p:nvSpPr>
        <p:spPr>
          <a:xfrm>
            <a:off x="9182100" y="1464064"/>
            <a:ext cx="2438400" cy="307777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>
                <a:solidFill>
                  <a:schemeClr val="bg1"/>
                </a:solidFill>
              </a:rPr>
              <a:t>Key Insights</a:t>
            </a:r>
          </a:p>
        </p:txBody>
      </p:sp>
      <p:grpSp>
        <p:nvGrpSpPr>
          <p:cNvPr id="342" name="Group 341">
            <a:extLst>
              <a:ext uri="{FF2B5EF4-FFF2-40B4-BE49-F238E27FC236}">
                <a16:creationId xmlns:a16="http://schemas.microsoft.com/office/drawing/2014/main" id="{3620F231-439A-0C24-9382-B0E735F6CB00}"/>
              </a:ext>
            </a:extLst>
          </p:cNvPr>
          <p:cNvGrpSpPr/>
          <p:nvPr/>
        </p:nvGrpSpPr>
        <p:grpSpPr>
          <a:xfrm>
            <a:off x="9213744" y="1793603"/>
            <a:ext cx="2772310" cy="46627"/>
            <a:chOff x="9358524" y="1793603"/>
            <a:chExt cx="2772310" cy="46627"/>
          </a:xfrm>
        </p:grpSpPr>
        <p:cxnSp>
          <p:nvCxnSpPr>
            <p:cNvPr id="339" name="Straight Connector 338">
              <a:extLst>
                <a:ext uri="{FF2B5EF4-FFF2-40B4-BE49-F238E27FC236}">
                  <a16:creationId xmlns:a16="http://schemas.microsoft.com/office/drawing/2014/main" id="{7527D619-C4CB-6AEB-02C5-F18A200A3AF0}"/>
                </a:ext>
              </a:extLst>
            </p:cNvPr>
            <p:cNvCxnSpPr>
              <a:cxnSpLocks/>
            </p:cNvCxnSpPr>
            <p:nvPr/>
          </p:nvCxnSpPr>
          <p:spPr>
            <a:xfrm>
              <a:off x="9367838" y="1824038"/>
              <a:ext cx="2762996" cy="0"/>
            </a:xfrm>
            <a:prstGeom prst="line">
              <a:avLst/>
            </a:prstGeom>
            <a:ln w="12700" cap="rnd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1" name="Rectangle 340">
              <a:extLst>
                <a:ext uri="{FF2B5EF4-FFF2-40B4-BE49-F238E27FC236}">
                  <a16:creationId xmlns:a16="http://schemas.microsoft.com/office/drawing/2014/main" id="{BE5D4ED2-AA9A-CCEA-E7AB-8503E065D215}"/>
                </a:ext>
              </a:extLst>
            </p:cNvPr>
            <p:cNvSpPr/>
            <p:nvPr/>
          </p:nvSpPr>
          <p:spPr>
            <a:xfrm>
              <a:off x="9358524" y="1793603"/>
              <a:ext cx="956734" cy="46627"/>
            </a:xfrm>
            <a:prstGeom prst="rect">
              <a:avLst/>
            </a:prstGeom>
            <a:solidFill>
              <a:schemeClr val="bg1"/>
            </a:solidFill>
            <a:ln w="9525" cap="rnd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</p:grpSp>
      <p:sp>
        <p:nvSpPr>
          <p:cNvPr id="344" name="TextBox 343">
            <a:extLst>
              <a:ext uri="{FF2B5EF4-FFF2-40B4-BE49-F238E27FC236}">
                <a16:creationId xmlns:a16="http://schemas.microsoft.com/office/drawing/2014/main" id="{4D59C2C9-1369-0BC4-9083-9BADEAEAAEAC}"/>
              </a:ext>
            </a:extLst>
          </p:cNvPr>
          <p:cNvSpPr txBox="1"/>
          <p:nvPr/>
        </p:nvSpPr>
        <p:spPr>
          <a:xfrm>
            <a:off x="9220200" y="2003426"/>
            <a:ext cx="2765854" cy="4159740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ID" sz="1200" b="1" dirty="0" err="1"/>
              <a:t>Peningkatan</a:t>
            </a:r>
            <a:r>
              <a:rPr lang="en-ID" sz="1200" b="1" dirty="0"/>
              <a:t> </a:t>
            </a:r>
            <a:r>
              <a:rPr lang="en-ID" sz="1200" b="1" dirty="0" err="1"/>
              <a:t>profitabilitas</a:t>
            </a:r>
            <a:r>
              <a:rPr lang="en-ID" sz="1200" b="1" dirty="0"/>
              <a:t> PT ABC Energy (26’-30’)</a:t>
            </a:r>
            <a:r>
              <a:rPr lang="en-ID" sz="1200" dirty="0"/>
              <a:t> </a:t>
            </a:r>
            <a:r>
              <a:rPr lang="en-ID" sz="1200" dirty="0" err="1"/>
              <a:t>utamanya</a:t>
            </a:r>
            <a:r>
              <a:rPr lang="en-ID" sz="1200" dirty="0"/>
              <a:t> </a:t>
            </a:r>
            <a:r>
              <a:rPr lang="en-ID" sz="1200" dirty="0" err="1"/>
              <a:t>dipengaruhi</a:t>
            </a:r>
            <a:r>
              <a:rPr lang="en-ID" sz="1200" dirty="0"/>
              <a:t> oleh </a:t>
            </a:r>
            <a:r>
              <a:rPr lang="en-ID" sz="1200" dirty="0" err="1"/>
              <a:t>proyeksi</a:t>
            </a:r>
            <a:r>
              <a:rPr lang="en-ID" sz="1200" dirty="0"/>
              <a:t> </a:t>
            </a:r>
            <a:r>
              <a:rPr lang="en-ID" sz="1200" dirty="0" err="1"/>
              <a:t>kenaikan</a:t>
            </a:r>
            <a:r>
              <a:rPr lang="en-ID" sz="1200" dirty="0"/>
              <a:t> </a:t>
            </a:r>
            <a:r>
              <a:rPr lang="en-ID" sz="1200" dirty="0" err="1"/>
              <a:t>harga</a:t>
            </a:r>
            <a:r>
              <a:rPr lang="en-ID" sz="1200" dirty="0"/>
              <a:t> </a:t>
            </a:r>
            <a:r>
              <a:rPr lang="en-ID" sz="1200" dirty="0" err="1"/>
              <a:t>minyak</a:t>
            </a:r>
            <a:r>
              <a:rPr lang="en-ID" sz="1200" dirty="0"/>
              <a:t> </a:t>
            </a:r>
            <a:r>
              <a:rPr lang="en-ID" sz="1200" dirty="0" err="1"/>
              <a:t>mentah</a:t>
            </a:r>
            <a:r>
              <a:rPr lang="en-ID" sz="1200" dirty="0"/>
              <a:t> dan BBM. 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ID" sz="1200" b="1" dirty="0" err="1"/>
              <a:t>Proyeksi</a:t>
            </a:r>
            <a:r>
              <a:rPr lang="en-ID" sz="1200" b="1" dirty="0"/>
              <a:t> </a:t>
            </a:r>
            <a:r>
              <a:rPr lang="en-ID" sz="1200" b="1" dirty="0" err="1"/>
              <a:t>finansial</a:t>
            </a:r>
            <a:r>
              <a:rPr lang="en-ID" sz="1200" b="1" dirty="0"/>
              <a:t> PT ABC Energy </a:t>
            </a:r>
            <a:r>
              <a:rPr lang="en-ID" sz="1200" b="1" dirty="0" err="1"/>
              <a:t>terutama</a:t>
            </a:r>
            <a:r>
              <a:rPr lang="en-ID" sz="1200" b="1" dirty="0"/>
              <a:t> </a:t>
            </a:r>
            <a:r>
              <a:rPr lang="en-ID" sz="1200" b="1" dirty="0" err="1"/>
              <a:t>didorong</a:t>
            </a:r>
            <a:r>
              <a:rPr lang="en-ID" sz="1200" b="1" dirty="0"/>
              <a:t> oleh </a:t>
            </a:r>
            <a:r>
              <a:rPr lang="en-ID" sz="1200" b="1" dirty="0" err="1"/>
              <a:t>proyeksi</a:t>
            </a:r>
            <a:r>
              <a:rPr lang="en-ID" sz="1200" b="1" dirty="0"/>
              <a:t> </a:t>
            </a:r>
            <a:r>
              <a:rPr lang="en-ID" sz="1200" b="1" dirty="0" err="1"/>
              <a:t>finansial</a:t>
            </a:r>
            <a:r>
              <a:rPr lang="en-ID" sz="1200" b="1" dirty="0"/>
              <a:t> BL Hulu &amp; Hilir </a:t>
            </a:r>
            <a:r>
              <a:rPr lang="en-ID" sz="1200" b="1" dirty="0" err="1"/>
              <a:t>sebagai</a:t>
            </a:r>
            <a:r>
              <a:rPr lang="en-ID" sz="1200" b="1" dirty="0"/>
              <a:t> </a:t>
            </a:r>
            <a:r>
              <a:rPr lang="en-ID" sz="1200" b="1" dirty="0" err="1"/>
              <a:t>kontributor</a:t>
            </a:r>
            <a:r>
              <a:rPr lang="en-ID" sz="1200" b="1" dirty="0"/>
              <a:t> NPAT</a:t>
            </a:r>
            <a:r>
              <a:rPr lang="en-ID" sz="1200" dirty="0"/>
              <a:t> </a:t>
            </a:r>
            <a:r>
              <a:rPr lang="en-ID" sz="1200" dirty="0" err="1"/>
              <a:t>terbesar</a:t>
            </a:r>
            <a:r>
              <a:rPr lang="en-ID" sz="1200" dirty="0"/>
              <a:t> yang </a:t>
            </a:r>
            <a:r>
              <a:rPr lang="en-ID" sz="1200" dirty="0" err="1"/>
              <a:t>terpengaruh</a:t>
            </a:r>
            <a:r>
              <a:rPr lang="en-ID" sz="1200" dirty="0"/>
              <a:t> </a:t>
            </a:r>
            <a:r>
              <a:rPr lang="en-ID" sz="1200" dirty="0" err="1"/>
              <a:t>signifikan</a:t>
            </a:r>
            <a:r>
              <a:rPr lang="en-ID" sz="1200" dirty="0"/>
              <a:t> oleh </a:t>
            </a:r>
            <a:r>
              <a:rPr lang="en-ID" sz="1200" dirty="0" err="1"/>
              <a:t>perbaikan</a:t>
            </a:r>
            <a:r>
              <a:rPr lang="en-ID" sz="1200" dirty="0"/>
              <a:t> </a:t>
            </a:r>
            <a:r>
              <a:rPr lang="en-ID" sz="1200" dirty="0" err="1"/>
              <a:t>harga</a:t>
            </a:r>
            <a:r>
              <a:rPr lang="en-ID" sz="1200" dirty="0"/>
              <a:t> </a:t>
            </a:r>
            <a:r>
              <a:rPr lang="en-ID" sz="1200" dirty="0" err="1"/>
              <a:t>minyak</a:t>
            </a:r>
            <a:r>
              <a:rPr lang="en-ID" sz="1200" dirty="0"/>
              <a:t> </a:t>
            </a:r>
            <a:r>
              <a:rPr lang="en-ID" sz="1200" dirty="0" err="1"/>
              <a:t>mentah</a:t>
            </a:r>
            <a:r>
              <a:rPr lang="en-ID" sz="1200" dirty="0"/>
              <a:t>, </a:t>
            </a:r>
            <a:r>
              <a:rPr lang="en-ID" sz="1200" dirty="0" err="1"/>
              <a:t>serta</a:t>
            </a:r>
            <a:r>
              <a:rPr lang="en-ID" sz="1200" dirty="0"/>
              <a:t> BL Hilir </a:t>
            </a:r>
            <a:r>
              <a:rPr lang="en-ID" sz="1200" dirty="0" err="1"/>
              <a:t>sebagai</a:t>
            </a:r>
            <a:r>
              <a:rPr lang="en-ID" sz="1200" dirty="0"/>
              <a:t> </a:t>
            </a:r>
            <a:r>
              <a:rPr lang="en-ID" sz="1200" dirty="0" err="1"/>
              <a:t>kontributor</a:t>
            </a:r>
            <a:r>
              <a:rPr lang="en-ID" sz="1200" dirty="0"/>
              <a:t> revenue </a:t>
            </a:r>
            <a:r>
              <a:rPr lang="en-ID" sz="1200" dirty="0" err="1"/>
              <a:t>terbesar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33FC09-C654-3D94-4386-32652D5C6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91440"/>
          <a:lstStyle/>
          <a:p>
            <a:r>
              <a:rPr lang="en-US"/>
              <a:t>Summary </a:t>
            </a:r>
            <a:r>
              <a:rPr lang="en-US" err="1"/>
              <a:t>Proyeksi</a:t>
            </a:r>
            <a:r>
              <a:rPr lang="en-US"/>
              <a:t> </a:t>
            </a:r>
            <a:r>
              <a:rPr lang="en-US" err="1"/>
              <a:t>Finansial</a:t>
            </a:r>
            <a:r>
              <a:rPr lang="en-US"/>
              <a:t> </a:t>
            </a:r>
            <a:r>
              <a:rPr lang="en-US" err="1"/>
              <a:t>Konsolidasi</a:t>
            </a:r>
            <a:r>
              <a:rPr lang="en-US"/>
              <a:t> RJPP 2026-2030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32D4B57-9A5D-1387-225C-407BA7F29B53}"/>
              </a:ext>
            </a:extLst>
          </p:cNvPr>
          <p:cNvSpPr/>
          <p:nvPr/>
        </p:nvSpPr>
        <p:spPr>
          <a:xfrm>
            <a:off x="9015791" y="-583276"/>
            <a:ext cx="3176209" cy="288001"/>
          </a:xfrm>
          <a:prstGeom prst="rect">
            <a:avLst/>
          </a:prstGeom>
          <a:solidFill>
            <a:srgbClr val="FFFF00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err="1">
                <a:solidFill>
                  <a:schemeClr val="tx1"/>
                </a:solidFill>
              </a:rPr>
              <a:t>Tambah</a:t>
            </a:r>
            <a:r>
              <a:rPr lang="en-US" sz="1200">
                <a:solidFill>
                  <a:schemeClr val="tx1"/>
                </a:solidFill>
              </a:rPr>
              <a:t> </a:t>
            </a:r>
            <a:r>
              <a:rPr lang="en-US" sz="1200" err="1">
                <a:solidFill>
                  <a:schemeClr val="tx1"/>
                </a:solidFill>
              </a:rPr>
              <a:t>keterangan</a:t>
            </a:r>
            <a:r>
              <a:rPr lang="en-US" sz="1200">
                <a:solidFill>
                  <a:schemeClr val="tx1"/>
                </a:solidFill>
              </a:rPr>
              <a:t> / disclaimer DPOR 85%</a:t>
            </a:r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352" name="Rectangle 11 37 9">
            <a:extLst>
              <a:ext uri="{FF2B5EF4-FFF2-40B4-BE49-F238E27FC236}">
                <a16:creationId xmlns:a16="http://schemas.microsoft.com/office/drawing/2014/main" id="{57F0FC6E-A8CA-2586-C588-554471F01E2E}"/>
              </a:ext>
            </a:extLst>
          </p:cNvPr>
          <p:cNvSpPr>
            <a:spLocks/>
          </p:cNvSpPr>
          <p:nvPr/>
        </p:nvSpPr>
        <p:spPr>
          <a:xfrm>
            <a:off x="7698741" y="1160413"/>
            <a:ext cx="742950" cy="461665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CAGR </a:t>
            </a:r>
            <a:br>
              <a:rPr kumimoji="0" lang="en-US" sz="105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US" sz="105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26’-</a:t>
            </a:r>
            <a:r>
              <a:rPr lang="en-US" sz="1050">
                <a:solidFill>
                  <a:srgbClr val="000000"/>
                </a:solidFill>
                <a:latin typeface="+mj-lt"/>
              </a:rPr>
              <a:t>30</a:t>
            </a:r>
            <a:r>
              <a:rPr kumimoji="0" lang="en-US" sz="105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’</a:t>
            </a:r>
          </a:p>
        </p:txBody>
      </p:sp>
      <p:sp>
        <p:nvSpPr>
          <p:cNvPr id="373" name="Oval 10 36 33">
            <a:extLst>
              <a:ext uri="{FF2B5EF4-FFF2-40B4-BE49-F238E27FC236}">
                <a16:creationId xmlns:a16="http://schemas.microsoft.com/office/drawing/2014/main" id="{9FD98908-4E2B-3F93-395B-673D8A8DFD36}"/>
              </a:ext>
            </a:extLst>
          </p:cNvPr>
          <p:cNvSpPr>
            <a:spLocks/>
          </p:cNvSpPr>
          <p:nvPr/>
        </p:nvSpPr>
        <p:spPr>
          <a:xfrm>
            <a:off x="8383588" y="1279081"/>
            <a:ext cx="385762" cy="195072"/>
          </a:xfrm>
          <a:prstGeom prst="ellipse">
            <a:avLst/>
          </a:prstGeom>
          <a:solidFill>
            <a:schemeClr val="bg1"/>
          </a:solidFill>
          <a:ln w="6350" cap="sq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XX%</a:t>
            </a:r>
          </a:p>
        </p:txBody>
      </p:sp>
      <p:cxnSp>
        <p:nvCxnSpPr>
          <p:cNvPr id="377" name="Straight Arrow Connector 376">
            <a:extLst>
              <a:ext uri="{FF2B5EF4-FFF2-40B4-BE49-F238E27FC236}">
                <a16:creationId xmlns:a16="http://schemas.microsoft.com/office/drawing/2014/main" id="{D80CF13C-ECB6-C203-C8A0-A83C673033AD}"/>
              </a:ext>
            </a:extLst>
          </p:cNvPr>
          <p:cNvCxnSpPr>
            <a:cxnSpLocks/>
          </p:cNvCxnSpPr>
          <p:nvPr/>
        </p:nvCxnSpPr>
        <p:spPr>
          <a:xfrm flipV="1">
            <a:off x="1770063" y="2028429"/>
            <a:ext cx="6925469" cy="119856"/>
          </a:xfrm>
          <a:prstGeom prst="straightConnector1">
            <a:avLst/>
          </a:prstGeom>
          <a:ln w="6350" cap="rnd" cmpd="sng" algn="ctr">
            <a:solidFill>
              <a:srgbClr val="9A9A9A"/>
            </a:solidFill>
            <a:prstDash val="solid"/>
            <a:round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9" name="Straight Arrow Connector 378">
            <a:extLst>
              <a:ext uri="{FF2B5EF4-FFF2-40B4-BE49-F238E27FC236}">
                <a16:creationId xmlns:a16="http://schemas.microsoft.com/office/drawing/2014/main" id="{65DEDF53-1766-EB0F-1239-FD865D776204}"/>
              </a:ext>
            </a:extLst>
          </p:cNvPr>
          <p:cNvCxnSpPr>
            <a:cxnSpLocks/>
          </p:cNvCxnSpPr>
          <p:nvPr/>
        </p:nvCxnSpPr>
        <p:spPr>
          <a:xfrm flipV="1">
            <a:off x="1785937" y="4151313"/>
            <a:ext cx="6925469" cy="119856"/>
          </a:xfrm>
          <a:prstGeom prst="straightConnector1">
            <a:avLst/>
          </a:prstGeom>
          <a:ln w="6350" cap="rnd" cmpd="sng" algn="ctr">
            <a:solidFill>
              <a:srgbClr val="9A9A9A"/>
            </a:solidFill>
            <a:prstDash val="solid"/>
            <a:round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0" name="Straight Arrow Connector 379">
            <a:extLst>
              <a:ext uri="{FF2B5EF4-FFF2-40B4-BE49-F238E27FC236}">
                <a16:creationId xmlns:a16="http://schemas.microsoft.com/office/drawing/2014/main" id="{F4403A09-B149-2EF6-F671-898DC54558A6}"/>
              </a:ext>
            </a:extLst>
          </p:cNvPr>
          <p:cNvCxnSpPr>
            <a:cxnSpLocks/>
          </p:cNvCxnSpPr>
          <p:nvPr/>
        </p:nvCxnSpPr>
        <p:spPr>
          <a:xfrm flipV="1">
            <a:off x="1785937" y="5201048"/>
            <a:ext cx="6925469" cy="119856"/>
          </a:xfrm>
          <a:prstGeom prst="straightConnector1">
            <a:avLst/>
          </a:prstGeom>
          <a:ln w="6350" cap="rnd" cmpd="sng" algn="ctr">
            <a:solidFill>
              <a:srgbClr val="9A9A9A"/>
            </a:solidFill>
            <a:prstDash val="solid"/>
            <a:round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4" name="Oval 10 36 33">
            <a:extLst>
              <a:ext uri="{FF2B5EF4-FFF2-40B4-BE49-F238E27FC236}">
                <a16:creationId xmlns:a16="http://schemas.microsoft.com/office/drawing/2014/main" id="{5C44C14F-8550-8B8E-9146-884A0B889835}"/>
              </a:ext>
            </a:extLst>
          </p:cNvPr>
          <p:cNvSpPr>
            <a:spLocks/>
          </p:cNvSpPr>
          <p:nvPr/>
        </p:nvSpPr>
        <p:spPr>
          <a:xfrm>
            <a:off x="5145087" y="1982090"/>
            <a:ext cx="385762" cy="195072"/>
          </a:xfrm>
          <a:prstGeom prst="ellipse">
            <a:avLst/>
          </a:prstGeom>
          <a:solidFill>
            <a:schemeClr val="bg1"/>
          </a:solidFill>
          <a:ln w="6350" cap="sq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schemeClr val="tx1"/>
                </a:solidFill>
                <a:latin typeface="+mj-lt"/>
              </a:rPr>
              <a:t>6,8</a:t>
            </a:r>
            <a:r>
              <a:rPr kumimoji="0" lang="en-US" sz="10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%</a:t>
            </a:r>
          </a:p>
        </p:txBody>
      </p:sp>
      <p:sp>
        <p:nvSpPr>
          <p:cNvPr id="375" name="Oval 10 36 33">
            <a:extLst>
              <a:ext uri="{FF2B5EF4-FFF2-40B4-BE49-F238E27FC236}">
                <a16:creationId xmlns:a16="http://schemas.microsoft.com/office/drawing/2014/main" id="{7C0C7F9D-1980-04FB-B5A8-E90A60D5E369}"/>
              </a:ext>
            </a:extLst>
          </p:cNvPr>
          <p:cNvSpPr>
            <a:spLocks/>
          </p:cNvSpPr>
          <p:nvPr/>
        </p:nvSpPr>
        <p:spPr>
          <a:xfrm>
            <a:off x="4962527" y="4116484"/>
            <a:ext cx="385762" cy="195072"/>
          </a:xfrm>
          <a:prstGeom prst="ellipse">
            <a:avLst/>
          </a:prstGeom>
          <a:solidFill>
            <a:schemeClr val="bg1"/>
          </a:solidFill>
          <a:ln w="6350" cap="sq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6,6%</a:t>
            </a:r>
          </a:p>
        </p:txBody>
      </p:sp>
      <p:sp>
        <p:nvSpPr>
          <p:cNvPr id="376" name="Oval 10 36 33">
            <a:extLst>
              <a:ext uri="{FF2B5EF4-FFF2-40B4-BE49-F238E27FC236}">
                <a16:creationId xmlns:a16="http://schemas.microsoft.com/office/drawing/2014/main" id="{52001630-02D6-4B5F-34BB-795734126C65}"/>
              </a:ext>
            </a:extLst>
          </p:cNvPr>
          <p:cNvSpPr>
            <a:spLocks/>
          </p:cNvSpPr>
          <p:nvPr/>
        </p:nvSpPr>
        <p:spPr>
          <a:xfrm>
            <a:off x="4962527" y="5168202"/>
            <a:ext cx="385762" cy="195072"/>
          </a:xfrm>
          <a:prstGeom prst="ellipse">
            <a:avLst/>
          </a:prstGeom>
          <a:solidFill>
            <a:schemeClr val="bg1"/>
          </a:solidFill>
          <a:ln w="6350" cap="sq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7%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C55F0A-690C-A4E0-A5CF-80B2551AA56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60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4B4F09-1026-19D7-8D29-7730AA975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cell data - do not delete" hidden="1">
            <a:extLst>
              <a:ext uri="{FF2B5EF4-FFF2-40B4-BE49-F238E27FC236}">
                <a16:creationId xmlns:a16="http://schemas.microsoft.com/office/drawing/2014/main" id="{755DA9C0-7D95-6D0C-4FE0-E12A9FFE7104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498" imgH="499" progId="TCLayout.ActiveDocument.1">
                  <p:embed/>
                </p:oleObj>
              </mc:Choice>
              <mc:Fallback>
                <p:oleObj name="thinkcell Slide" r:id="rId3" imgW="498" imgH="499" progId="TCLayout.ActiveDocument.1">
                  <p:embed/>
                  <p:pic>
                    <p:nvPicPr>
                      <p:cNvPr id="4" name="thinkcell data - do not delete" hidden="1">
                        <a:extLst>
                          <a:ext uri="{FF2B5EF4-FFF2-40B4-BE49-F238E27FC236}">
                            <a16:creationId xmlns:a16="http://schemas.microsoft.com/office/drawing/2014/main" id="{755DA9C0-7D95-6D0C-4FE0-E12A9FFE710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20E0160-2FD4-1392-100B-4E75054EEC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C9F2A06-128F-857D-5E04-F18FBBBBA431}"/>
              </a:ext>
            </a:extLst>
          </p:cNvPr>
          <p:cNvSpPr/>
          <p:nvPr/>
        </p:nvSpPr>
        <p:spPr>
          <a:xfrm>
            <a:off x="1" y="0"/>
            <a:ext cx="4500000" cy="6858000"/>
          </a:xfrm>
          <a:prstGeom prst="rect">
            <a:avLst/>
          </a:prstGeom>
          <a:gradFill flip="none" rotWithShape="1">
            <a:gsLst>
              <a:gs pos="0">
                <a:srgbClr val="2F5597">
                  <a:shade val="30000"/>
                  <a:satMod val="115000"/>
                </a:srgbClr>
              </a:gs>
              <a:gs pos="50000">
                <a:srgbClr val="2F5597">
                  <a:shade val="67500"/>
                  <a:satMod val="115000"/>
                </a:srgbClr>
              </a:gs>
              <a:gs pos="100000">
                <a:srgbClr val="2F5597">
                  <a:shade val="100000"/>
                  <a:satMod val="115000"/>
                </a:srgbClr>
              </a:gs>
            </a:gsLst>
            <a:lin ang="18900000" scaled="1"/>
            <a:tileRect/>
          </a:gra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1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Usulan</a:t>
            </a:r>
            <a:r>
              <a:rPr kumimoji="0" lang="en-US" sz="440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1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Rekomendasi</a:t>
            </a:r>
            <a:r>
              <a:rPr kumimoji="0" lang="en-US" sz="440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 </a:t>
            </a:r>
            <a:r>
              <a:rPr kumimoji="0" lang="en-US" sz="4400" b="1" i="1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Rapat</a:t>
            </a:r>
            <a:r>
              <a:rPr kumimoji="0" lang="en-US" sz="440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 </a:t>
            </a:r>
            <a:r>
              <a:rPr kumimoji="0" lang="en-US" sz="4400" b="1" i="1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Direksi</a:t>
            </a:r>
            <a:endParaRPr kumimoji="0" lang="en-US" sz="4400" b="1" i="1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EC642E-8BCC-BCC2-C8E0-09295538F2CE}"/>
              </a:ext>
            </a:extLst>
          </p:cNvPr>
          <p:cNvPicPr>
            <a:picLocks noChangeAspect="1"/>
          </p:cNvPicPr>
          <p:nvPr/>
        </p:nvPicPr>
        <p:blipFill>
          <a:blip r:embed="rId5">
            <a:grayscl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518674">
            <a:off x="635248" y="2469815"/>
            <a:ext cx="551966" cy="55196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75769C9-636C-32C7-6F39-487549CFC1D5}"/>
              </a:ext>
            </a:extLst>
          </p:cNvPr>
          <p:cNvSpPr txBox="1"/>
          <p:nvPr/>
        </p:nvSpPr>
        <p:spPr>
          <a:xfrm>
            <a:off x="4840236" y="1837094"/>
            <a:ext cx="6807215" cy="3724096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just">
              <a:spcAft>
                <a:spcPts val="600"/>
              </a:spcAft>
            </a:pPr>
            <a:r>
              <a:rPr lang="en-US" sz="2000" err="1">
                <a:solidFill>
                  <a:srgbClr val="000000"/>
                </a:solidFill>
              </a:rPr>
              <a:t>Untuk</a:t>
            </a:r>
            <a:r>
              <a:rPr lang="en-US" sz="2000">
                <a:solidFill>
                  <a:srgbClr val="000000"/>
                </a:solidFill>
              </a:rPr>
              <a:t> </a:t>
            </a:r>
            <a:r>
              <a:rPr lang="en-US" sz="2000" err="1">
                <a:solidFill>
                  <a:srgbClr val="000000"/>
                </a:solidFill>
              </a:rPr>
              <a:t>melanjutkan</a:t>
            </a:r>
            <a:r>
              <a:rPr lang="en-US" sz="2000">
                <a:solidFill>
                  <a:srgbClr val="000000"/>
                </a:solidFill>
              </a:rPr>
              <a:t> proses </a:t>
            </a:r>
            <a:r>
              <a:rPr lang="en-US" sz="2000" err="1">
                <a:solidFill>
                  <a:srgbClr val="000000"/>
                </a:solidFill>
              </a:rPr>
              <a:t>persetujuan</a:t>
            </a:r>
            <a:r>
              <a:rPr lang="en-US" sz="2000">
                <a:solidFill>
                  <a:srgbClr val="000000"/>
                </a:solidFill>
              </a:rPr>
              <a:t> RJPP 2026-2030 </a:t>
            </a:r>
            <a:r>
              <a:rPr lang="en-US" sz="2000" err="1">
                <a:solidFill>
                  <a:srgbClr val="000000"/>
                </a:solidFill>
              </a:rPr>
              <a:t>ke</a:t>
            </a:r>
            <a:r>
              <a:rPr lang="en-US" sz="2000">
                <a:solidFill>
                  <a:srgbClr val="000000"/>
                </a:solidFill>
              </a:rPr>
              <a:t> </a:t>
            </a:r>
            <a:r>
              <a:rPr lang="en-US" sz="2000" err="1">
                <a:solidFill>
                  <a:srgbClr val="000000"/>
                </a:solidFill>
              </a:rPr>
              <a:t>tahapan</a:t>
            </a:r>
            <a:r>
              <a:rPr lang="en-US" sz="2000">
                <a:solidFill>
                  <a:srgbClr val="000000"/>
                </a:solidFill>
              </a:rPr>
              <a:t> </a:t>
            </a:r>
            <a:r>
              <a:rPr lang="en-US" sz="2000" err="1">
                <a:solidFill>
                  <a:srgbClr val="000000"/>
                </a:solidFill>
              </a:rPr>
              <a:t>berikutnya</a:t>
            </a:r>
            <a:r>
              <a:rPr lang="en-US" sz="2000">
                <a:solidFill>
                  <a:srgbClr val="000000"/>
                </a:solidFill>
              </a:rPr>
              <a:t> guna:</a:t>
            </a:r>
          </a:p>
          <a:p>
            <a:pPr marL="457200" indent="-457200" algn="just">
              <a:spcAft>
                <a:spcPts val="600"/>
              </a:spcAft>
              <a:buFont typeface="+mj-lt"/>
              <a:buAutoNum type="arabicPeriod"/>
            </a:pPr>
            <a:r>
              <a:rPr lang="en-US" sz="2000" err="1">
                <a:solidFill>
                  <a:srgbClr val="000000"/>
                </a:solidFill>
              </a:rPr>
              <a:t>Mendapatkan</a:t>
            </a:r>
            <a:r>
              <a:rPr lang="en-US" sz="2000">
                <a:solidFill>
                  <a:srgbClr val="000000"/>
                </a:solidFill>
              </a:rPr>
              <a:t> </a:t>
            </a:r>
            <a:r>
              <a:rPr lang="en-US" sz="2000" err="1">
                <a:solidFill>
                  <a:srgbClr val="000000"/>
                </a:solidFill>
              </a:rPr>
              <a:t>tanggapan</a:t>
            </a:r>
            <a:r>
              <a:rPr lang="en-US" sz="2000">
                <a:solidFill>
                  <a:srgbClr val="000000"/>
                </a:solidFill>
              </a:rPr>
              <a:t> </a:t>
            </a:r>
            <a:r>
              <a:rPr lang="en-US" sz="2000" err="1">
                <a:solidFill>
                  <a:srgbClr val="000000"/>
                </a:solidFill>
              </a:rPr>
              <a:t>tertulis</a:t>
            </a:r>
            <a:r>
              <a:rPr lang="en-US" sz="2000">
                <a:solidFill>
                  <a:srgbClr val="000000"/>
                </a:solidFill>
              </a:rPr>
              <a:t> </a:t>
            </a:r>
            <a:r>
              <a:rPr lang="en-US" sz="2000" err="1">
                <a:solidFill>
                  <a:srgbClr val="000000"/>
                </a:solidFill>
              </a:rPr>
              <a:t>dari</a:t>
            </a:r>
            <a:r>
              <a:rPr lang="en-US" sz="2000">
                <a:solidFill>
                  <a:srgbClr val="000000"/>
                </a:solidFill>
              </a:rPr>
              <a:t> Dewan </a:t>
            </a:r>
            <a:r>
              <a:rPr lang="en-US" sz="2000" err="1">
                <a:solidFill>
                  <a:srgbClr val="000000"/>
                </a:solidFill>
              </a:rPr>
              <a:t>Komisaris</a:t>
            </a:r>
            <a:r>
              <a:rPr lang="en-US" sz="2000">
                <a:solidFill>
                  <a:srgbClr val="000000"/>
                </a:solidFill>
              </a:rPr>
              <a:t> PT ABC Energy </a:t>
            </a:r>
            <a:endParaRPr lang="en-US" sz="2000" b="1">
              <a:solidFill>
                <a:srgbClr val="000000"/>
              </a:solidFill>
            </a:endParaRPr>
          </a:p>
          <a:p>
            <a:pPr marL="457200" indent="-457200" algn="just">
              <a:spcAft>
                <a:spcPts val="600"/>
              </a:spcAft>
              <a:buFont typeface="+mj-lt"/>
              <a:buAutoNum type="arabicPeriod"/>
            </a:pPr>
            <a:r>
              <a:rPr lang="en-US" sz="2000" err="1">
                <a:solidFill>
                  <a:srgbClr val="000000"/>
                </a:solidFill>
              </a:rPr>
              <a:t>Penandatanganan</a:t>
            </a:r>
            <a:r>
              <a:rPr lang="en-US" sz="2000">
                <a:solidFill>
                  <a:srgbClr val="000000"/>
                </a:solidFill>
              </a:rPr>
              <a:t> </a:t>
            </a:r>
            <a:r>
              <a:rPr lang="en-US" sz="2000" err="1">
                <a:solidFill>
                  <a:srgbClr val="000000"/>
                </a:solidFill>
              </a:rPr>
              <a:t>Buku</a:t>
            </a:r>
            <a:r>
              <a:rPr lang="en-US" sz="2000">
                <a:solidFill>
                  <a:srgbClr val="000000"/>
                </a:solidFill>
              </a:rPr>
              <a:t> RJPP 2026-2030 oleh </a:t>
            </a:r>
            <a:r>
              <a:rPr lang="en-US" sz="2000" err="1">
                <a:solidFill>
                  <a:srgbClr val="000000"/>
                </a:solidFill>
              </a:rPr>
              <a:t>Direksi</a:t>
            </a:r>
            <a:r>
              <a:rPr lang="en-US" sz="2000">
                <a:solidFill>
                  <a:srgbClr val="000000"/>
                </a:solidFill>
              </a:rPr>
              <a:t> dan Dewan </a:t>
            </a:r>
            <a:r>
              <a:rPr lang="en-US" sz="2000" err="1">
                <a:solidFill>
                  <a:srgbClr val="000000"/>
                </a:solidFill>
              </a:rPr>
              <a:t>Komisaris</a:t>
            </a:r>
            <a:r>
              <a:rPr lang="en-US" sz="2000">
                <a:solidFill>
                  <a:srgbClr val="000000"/>
                </a:solidFill>
              </a:rPr>
              <a:t> PT ABC Energy </a:t>
            </a:r>
            <a:endParaRPr lang="en-US" sz="2000" b="1">
              <a:solidFill>
                <a:srgbClr val="000000"/>
              </a:solidFill>
            </a:endParaRPr>
          </a:p>
          <a:p>
            <a:pPr marL="457200" indent="-457200" algn="just">
              <a:spcAft>
                <a:spcPts val="600"/>
              </a:spcAft>
              <a:buFont typeface="+mj-lt"/>
              <a:buAutoNum type="arabicPeriod"/>
            </a:pPr>
            <a:r>
              <a:rPr lang="en-US" sz="2000" err="1">
                <a:solidFill>
                  <a:srgbClr val="000000"/>
                </a:solidFill>
              </a:rPr>
              <a:t>Penyampaian</a:t>
            </a:r>
            <a:r>
              <a:rPr lang="en-US" sz="2000">
                <a:solidFill>
                  <a:srgbClr val="000000"/>
                </a:solidFill>
              </a:rPr>
              <a:t> </a:t>
            </a:r>
            <a:r>
              <a:rPr lang="en-US" sz="2000" err="1">
                <a:solidFill>
                  <a:srgbClr val="000000"/>
                </a:solidFill>
              </a:rPr>
              <a:t>Buku</a:t>
            </a:r>
            <a:r>
              <a:rPr lang="en-US" sz="2000">
                <a:solidFill>
                  <a:srgbClr val="000000"/>
                </a:solidFill>
              </a:rPr>
              <a:t> RJPP 2026-2030 (yang </a:t>
            </a:r>
            <a:r>
              <a:rPr lang="en-US" sz="2000" err="1">
                <a:solidFill>
                  <a:srgbClr val="000000"/>
                </a:solidFill>
              </a:rPr>
              <a:t>sudah</a:t>
            </a:r>
            <a:r>
              <a:rPr lang="en-US" sz="2000">
                <a:solidFill>
                  <a:srgbClr val="000000"/>
                </a:solidFill>
              </a:rPr>
              <a:t> </a:t>
            </a:r>
            <a:r>
              <a:rPr lang="en-US" sz="2000" err="1">
                <a:solidFill>
                  <a:srgbClr val="000000"/>
                </a:solidFill>
              </a:rPr>
              <a:t>ditandatangani</a:t>
            </a:r>
            <a:r>
              <a:rPr lang="en-US" sz="2000">
                <a:solidFill>
                  <a:srgbClr val="000000"/>
                </a:solidFill>
              </a:rPr>
              <a:t> oleh </a:t>
            </a:r>
            <a:r>
              <a:rPr lang="en-US" sz="2000" err="1">
                <a:solidFill>
                  <a:srgbClr val="000000"/>
                </a:solidFill>
              </a:rPr>
              <a:t>Direksi</a:t>
            </a:r>
            <a:r>
              <a:rPr lang="en-US" sz="2000">
                <a:solidFill>
                  <a:srgbClr val="000000"/>
                </a:solidFill>
              </a:rPr>
              <a:t> dan Dewan </a:t>
            </a:r>
            <a:r>
              <a:rPr lang="en-US" sz="2000" err="1">
                <a:solidFill>
                  <a:srgbClr val="000000"/>
                </a:solidFill>
              </a:rPr>
              <a:t>Komisaris</a:t>
            </a:r>
            <a:r>
              <a:rPr lang="en-US" sz="2000">
                <a:solidFill>
                  <a:srgbClr val="000000"/>
                </a:solidFill>
              </a:rPr>
              <a:t> PT ABC Energy ) </a:t>
            </a:r>
            <a:r>
              <a:rPr lang="en-US" sz="2000" err="1">
                <a:solidFill>
                  <a:srgbClr val="000000"/>
                </a:solidFill>
              </a:rPr>
              <a:t>ke</a:t>
            </a:r>
            <a:r>
              <a:rPr lang="en-US" sz="2000">
                <a:solidFill>
                  <a:srgbClr val="000000"/>
                </a:solidFill>
              </a:rPr>
              <a:t> </a:t>
            </a:r>
            <a:r>
              <a:rPr lang="en-US" sz="2000" err="1">
                <a:solidFill>
                  <a:srgbClr val="000000"/>
                </a:solidFill>
              </a:rPr>
              <a:t>Pemegang</a:t>
            </a:r>
            <a:r>
              <a:rPr lang="en-US" sz="2000">
                <a:solidFill>
                  <a:srgbClr val="000000"/>
                </a:solidFill>
              </a:rPr>
              <a:t> Saham PT ABC Energy </a:t>
            </a:r>
          </a:p>
          <a:p>
            <a:pPr algn="just"/>
            <a:r>
              <a:rPr lang="en-US" i="1">
                <a:solidFill>
                  <a:srgbClr val="000000"/>
                </a:solidFill>
              </a:rPr>
              <a:t>Note: </a:t>
            </a:r>
            <a:r>
              <a:rPr lang="en-US" i="1" err="1">
                <a:solidFill>
                  <a:srgbClr val="000000"/>
                </a:solidFill>
              </a:rPr>
              <a:t>Persetujuan</a:t>
            </a:r>
            <a:r>
              <a:rPr lang="en-US" i="1">
                <a:solidFill>
                  <a:srgbClr val="000000"/>
                </a:solidFill>
              </a:rPr>
              <a:t> final oleh </a:t>
            </a:r>
            <a:r>
              <a:rPr lang="en-US" i="1" err="1">
                <a:solidFill>
                  <a:srgbClr val="000000"/>
                </a:solidFill>
              </a:rPr>
              <a:t>Pemegang</a:t>
            </a:r>
            <a:r>
              <a:rPr lang="en-US" i="1">
                <a:solidFill>
                  <a:srgbClr val="000000"/>
                </a:solidFill>
              </a:rPr>
              <a:t> Saham </a:t>
            </a:r>
            <a:r>
              <a:rPr lang="en-US">
                <a:solidFill>
                  <a:srgbClr val="000000"/>
                </a:solidFill>
              </a:rPr>
              <a:t>PT ABC Energy </a:t>
            </a:r>
            <a:r>
              <a:rPr lang="en-US" i="1" err="1">
                <a:solidFill>
                  <a:srgbClr val="000000"/>
                </a:solidFill>
              </a:rPr>
              <a:t>diperkirakan</a:t>
            </a:r>
            <a:r>
              <a:rPr lang="en-US" i="1">
                <a:solidFill>
                  <a:srgbClr val="000000"/>
                </a:solidFill>
              </a:rPr>
              <a:t> </a:t>
            </a:r>
            <a:r>
              <a:rPr lang="en-US" i="1" err="1">
                <a:solidFill>
                  <a:srgbClr val="000000"/>
                </a:solidFill>
              </a:rPr>
              <a:t>diperoleh</a:t>
            </a:r>
            <a:r>
              <a:rPr lang="en-US" i="1">
                <a:solidFill>
                  <a:srgbClr val="000000"/>
                </a:solidFill>
              </a:rPr>
              <a:t> di </a:t>
            </a:r>
            <a:r>
              <a:rPr lang="en-US" b="1" i="1">
                <a:solidFill>
                  <a:srgbClr val="000000"/>
                </a:solidFill>
              </a:rPr>
              <a:t>W1 November – W4 </a:t>
            </a:r>
            <a:r>
              <a:rPr lang="en-US" b="1" i="1" err="1">
                <a:solidFill>
                  <a:srgbClr val="000000"/>
                </a:solidFill>
              </a:rPr>
              <a:t>Desember</a:t>
            </a:r>
            <a:r>
              <a:rPr lang="en-US" b="1" i="1">
                <a:solidFill>
                  <a:srgbClr val="000000"/>
                </a:solidFill>
              </a:rPr>
              <a:t> 2026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AAD305A-D464-B636-0402-7D8E5288B3BA}"/>
              </a:ext>
            </a:extLst>
          </p:cNvPr>
          <p:cNvSpPr/>
          <p:nvPr/>
        </p:nvSpPr>
        <p:spPr>
          <a:xfrm>
            <a:off x="4844665" y="2595051"/>
            <a:ext cx="301494" cy="301494"/>
          </a:xfrm>
          <a:prstGeom prst="ellipse">
            <a:avLst/>
          </a:prstGeom>
          <a:solidFill>
            <a:srgbClr val="2F5597"/>
          </a:solidFill>
          <a:ln w="9525" cap="rnd" cmpd="sng" algn="ctr">
            <a:solidFill>
              <a:srgbClr val="2F5597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2A7B113-7985-627D-4CA2-863C9D037941}"/>
              </a:ext>
            </a:extLst>
          </p:cNvPr>
          <p:cNvSpPr/>
          <p:nvPr/>
        </p:nvSpPr>
        <p:spPr>
          <a:xfrm>
            <a:off x="4844665" y="3241530"/>
            <a:ext cx="301494" cy="301494"/>
          </a:xfrm>
          <a:prstGeom prst="ellipse">
            <a:avLst/>
          </a:prstGeom>
          <a:solidFill>
            <a:srgbClr val="2F5597"/>
          </a:solidFill>
          <a:ln w="9525" cap="rnd" cmpd="sng" algn="ctr">
            <a:solidFill>
              <a:srgbClr val="2F5597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4813108-7493-E341-5E40-137B50C4F42C}"/>
              </a:ext>
            </a:extLst>
          </p:cNvPr>
          <p:cNvSpPr/>
          <p:nvPr/>
        </p:nvSpPr>
        <p:spPr>
          <a:xfrm>
            <a:off x="4844665" y="3963161"/>
            <a:ext cx="301494" cy="301494"/>
          </a:xfrm>
          <a:prstGeom prst="ellipse">
            <a:avLst/>
          </a:prstGeom>
          <a:solidFill>
            <a:srgbClr val="2F5597"/>
          </a:solidFill>
          <a:ln w="9525" cap="rnd" cmpd="sng" algn="ctr">
            <a:solidFill>
              <a:srgbClr val="2F5597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rgbClr val="FFFFFF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15569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5064D48F-FEEB-59E6-9BEB-01C5562BB32D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644011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405" imgH="405" progId="TCLayout.ActiveDocument.1">
                  <p:embed/>
                </p:oleObj>
              </mc:Choice>
              <mc:Fallback>
                <p:oleObj name="thinkcell Slide" r:id="rId3" imgW="405" imgH="40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064D48F-FEEB-59E6-9BEB-01C5562BB32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8A8D2484-6631-23D2-12F3-B3B840E213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18036" y="3134996"/>
            <a:ext cx="7579613" cy="588008"/>
          </a:xfrm>
        </p:spPr>
        <p:txBody>
          <a:bodyPr vert="horz" anchor="ctr"/>
          <a:lstStyle/>
          <a:p>
            <a:r>
              <a:rPr lang="en-US" sz="7200" b="1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536492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32687&quot;&gt;&lt;version val=&quot;38804&quot;/&gt;&lt;CPresentation id=&quot;1&quot;&gt;&lt;m_precDefaultOrdinal&gt;&lt;m_bNumberIsYear val=&quot;1&quot;/&gt;&lt;m_chMinusSymbol&gt;-&lt;/m_chMinusSymbol&gt;&lt;m_chDecimalSymbol17909&gt;,&lt;/m_chDecimalSymbol17909&gt;&lt;m_nGroupingDigits17909 val=&quot;3&quot;/&gt;&lt;m_chGroupingSymbol17909&gt;.&lt;/m_chGroupingSymbol17909&gt;&lt;m_yearfmt&gt;&lt;begin val=&quot;0&quot;/&gt;&lt;end val=&quot;4&quot;/&gt;&lt;/m_yearfmt&gt;&lt;/m_precDefaultOrdinal&gt;&lt;m_precDefaultNumber&gt;&lt;m_bNumberIsYear val=&quot;1&quot;/&gt;&lt;m_chMinusSymbol&gt;-&lt;/m_chMinusSymbol&gt;&lt;m_chDecimalSymbol17909&gt;,&lt;/m_chDecimalSymbol17909&gt;&lt;m_nGroupingDigits17909 val=&quot;3&quot;/&gt;&lt;m_chGroupingSymbol17909&gt;.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,&lt;/m_chDecimalSymbol17909&gt;&lt;m_nGroupingDigits17909 val=&quot;3&quot;/&gt;&lt;m_chGroupingSymbol17909&gt;.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d.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4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24&quot;&gt;&lt;elem m_fUsage=&quot;2.00973790000000018807E+00&quot;&gt;&lt;m_msothmcolidx val=&quot;0&quot;/&gt;&lt;m_rgb r=&quot;70&quot; g=&quot;94&quot; b=&quot;D3&quot;/&gt;&lt;/elem&gt;&lt;elem m_fUsage=&quot;1.53982641653487983824E+00&quot;&gt;&lt;m_msothmcolidx val=&quot;0&quot;/&gt;&lt;m_rgb r=&quot;4E&quot; g=&quot;A7&quot; b=&quot;2E&quot;/&gt;&lt;/elem&gt;&lt;elem m_fUsage=&quot;1.44899567558099984232E+00&quot;&gt;&lt;m_msothmcolidx val=&quot;0&quot;/&gt;&lt;m_rgb r=&quot;92&quot; g=&quot;D0&quot; b=&quot;50&quot;/&gt;&lt;/elem&gt;&lt;elem m_fUsage=&quot;1.27462636903889103834E+00&quot;&gt;&lt;m_msothmcolidx val=&quot;0&quot;/&gt;&lt;m_rgb r=&quot;C4&quot; g=&quot;D5&quot; b=&quot;35&quot;/&gt;&lt;/elem&gt;&lt;elem m_fUsage=&quot;9.00000000000000022204E-01&quot;&gt;&lt;m_msothmcolidx val=&quot;0&quot;/&gt;&lt;m_rgb r=&quot;C9&quot; g=&quot;C9&quot; b=&quot;C9&quot;/&gt;&lt;/elem&gt;&lt;elem m_fUsage=&quot;8.41981008073723002916E-01&quot;&gt;&lt;m_msothmcolidx val=&quot;0&quot;/&gt;&lt;m_rgb r=&quot;51&quot; g=&quot;EC&quot; b=&quot;E8&quot;/&gt;&lt;/elem&gt;&lt;elem m_fUsage=&quot;7.29000000000000092371E-01&quot;&gt;&lt;m_msothmcolidx val=&quot;0&quot;/&gt;&lt;m_rgb r=&quot;7C&quot; g=&quot;7C&quot; b=&quot;7C&quot;/&gt;&lt;/elem&gt;&lt;elem m_fUsage=&quot;3.42815964029425157555E-01&quot;&gt;&lt;m_msothmcolidx val=&quot;0&quot;/&gt;&lt;m_rgb r=&quot;A6&quot; g=&quot;A6&quot; b=&quot;A6&quot;/&gt;&lt;/elem&gt;&lt;elem m_fUsage=&quot;3.13810596090000115677E-01&quot;&gt;&lt;m_msothmcolidx val=&quot;0&quot;/&gt;&lt;m_rgb r=&quot;64&quot; g=&quot;6E&quot; b=&quot;17&quot;/&gt;&lt;/elem&gt;&lt;elem m_fUsage=&quot;2.28767924549610091045E-01&quot;&gt;&lt;m_msothmcolidx val=&quot;0&quot;/&gt;&lt;m_rgb r=&quot;00&quot; g=&quot;B0&quot; b=&quot;50&quot;/&gt;&lt;/elem&gt;&lt;elem m_fUsage=&quot;2.05891132094649098594E-01&quot;&gt;&lt;m_msothmcolidx val=&quot;0&quot;/&gt;&lt;m_rgb r=&quot;FF&quot; g=&quot;C0&quot; b=&quot;00&quot;/&gt;&lt;/elem&gt;&lt;elem m_fUsage=&quot;3.46712068996614039551E-02&quot;&gt;&lt;m_msothmcolidx val=&quot;0&quot;/&gt;&lt;m_rgb r=&quot;8C&quot; g=&quot;EA&quot; b=&quot;5A&quot;/&gt;&lt;/elem&gt;&lt;elem m_fUsage=&quot;3.43368382029251642540E-02&quot;&gt;&lt;m_msothmcolidx val=&quot;0&quot;/&gt;&lt;m_rgb r=&quot;DF&quot; g=&quot;E5&quot; b=&quot;EF&quot;/&gt;&lt;/elem&gt;&lt;elem m_fUsage=&quot;2.46807830696411517613E-02&quot;&gt;&lt;m_msothmcolidx val=&quot;0&quot;/&gt;&lt;m_rgb r=&quot;6A&quot; g=&quot;99&quot; b=&quot;DE&quot;/&gt;&lt;/elem&gt;&lt;elem m_fUsage=&quot;2.25283995449391989674E-02&quot;&gt;&lt;m_msothmcolidx val=&quot;0&quot;/&gt;&lt;m_rgb r=&quot;D3&quot; g=&quot;F8&quot; b=&quot;C1&quot;/&gt;&lt;/elem&gt;&lt;elem m_fUsage=&quot;1.33027946472911492298E-02&quot;&gt;&lt;m_msothmcolidx val=&quot;0&quot;/&gt;&lt;m_rgb r=&quot;6F&quot; g=&quot;8D&quot; b=&quot;B9&quot;/&gt;&lt;/elem&gt;&lt;elem m_fUsage=&quot;1.08493667660452489804E-02&quot;&gt;&lt;m_msothmcolidx val=&quot;0&quot;/&gt;&lt;m_rgb r=&quot;E7&quot; g=&quot;EE&quot; b=&quot;AE&quot;/&gt;&lt;/elem&gt;&lt;elem m_fUsage=&quot;5.15377520732012046889E-03&quot;&gt;&lt;m_msothmcolidx val=&quot;0&quot;/&gt;&lt;m_rgb r=&quot;6F&quot; g=&quot;6F&quot; b=&quot;6F&quot;/&gt;&lt;/elem&gt;&lt;elem m_fUsage=&quot;4.75625418182001359624E-03&quot;&gt;&lt;m_msothmcolidx val=&quot;0&quot;/&gt;&lt;m_rgb r=&quot;77&quot; g=&quot;99&quot; b=&quot;D5&quot;/&gt;&lt;/elem&gt;&lt;elem m_fUsage=&quot;4.63839768658810824853E-03&quot;&gt;&lt;m_msothmcolidx val=&quot;0&quot;/&gt;&lt;m_rgb r=&quot;F2&quot; g=&quot;6B&quot; b=&quot;43&quot;/&gt;&lt;/elem&gt;&lt;elem m_fUsage=&quot;3.38139191352273237035E-03&quot;&gt;&lt;m_msothmcolidx val=&quot;0&quot;/&gt;&lt;m_rgb r=&quot;E2&quot; g=&quot;D0&quot; b=&quot;58&quot;/&gt;&lt;/elem&gt;&lt;elem m_fUsage=&quot;2.46657079120350588436E-03&quot;&gt;&lt;m_msothmcolidx val=&quot;0&quot;/&gt;&lt;m_rgb r=&quot;DB&quot; g=&quot;E6&quot; b=&quot;86&quot;/&gt;&lt;/elem&gt;&lt;elem m_fUsage=&quot;1.99667811101603663582E-03&quot;&gt;&lt;m_msothmcolidx val=&quot;0&quot;/&gt;&lt;m_rgb r=&quot;52&quot; g=&quot;EC&quot; b=&quot;E8&quot;/&gt;&lt;/elem&gt;&lt;elem m_fUsage=&quot;1.18509485441625609693E-03&quot;&gt;&lt;m_msothmcolidx val=&quot;0&quot;/&gt;&lt;m_rgb r=&quot;A1&quot; g=&quot;AF&quot; b=&quot;2D&quot;/&gt;&lt;/elem&gt;&lt;/m_vecMRU&gt;&lt;/m_mruColor&gt;&lt;m_eweekdayFirstOfWeek val=&quot;1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LOOKUP" val="20250903045639279-2147483381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cgoWEzLgA0_64VDvMxGGg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CET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z9_f.d6YGbJCbK0.Pg2_A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z9_f.d6YGbJCbK0.Pg2_A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.oZbb0sXNdu8BCibsgsUw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Z96ctUUqJsGDCugslwBCg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vhTnprpZIIVVQCOTQtpLw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vs3CU0mhZ0iF9VK3Gc_gQ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rcAbB4u0quRffFN3bn3Xw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G_9mniplMrafceMpP.Qwg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bEQ8aI7AKzsdxigcAG3ZA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Lvs1S2qnQw1aA01IUaglg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UyDlDqWonv3hoAx.p9Rsw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9xgrPArEB1mEiMOhB5KGA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NguF4Gw2mJIhuiFXm5tKQ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DwZEOqCQCK_BcXKh9c3rg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ogo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isclaimer-template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isclaimer-template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.oZbb0sXNdu8BCibsgsUw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5AiJlc1SjikgjnNs387ng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.oZbb0sXNdu8BCibsgsUw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eutGr8ySRYkI30MQxY4WQ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kZqR7gvprlA3lhGrFLLNQ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eutGr8ySRYkI30MQxY4WQ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kZqR7gvprlA3lhGrFLLNQ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eutGr8ySRYkI30MQxY4WQ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kZqR7gvprlA3lhGrFLLNQ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eutGr8ySRYkI30MQxY4WQ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W8ZEACBdde5wAVWvF16_g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UVux2kUnJH9rb9lMYNkbg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TJ4epbx2PofNs13X8mrDQ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pIan7S8gYvvADiPArihdw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LoccNN8n.rBtja6HLqqvw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y2l9CqdFNfXjkSjUq32xw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YthEHyTfaRZcESfnzrDfg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FUyKNyXILolbI3piuIVng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Pd2BEpSgtVTHrT2P9q.eQ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aJSSL5YzWtPOArMTRfXsQ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tm7imFq0MvXmCAp30mZxw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tEVzQXZ2WDCd_2ciDxSBg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lGwbBwmf0SQo_aqcQAXmQ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8i4BwHrhD9zxkYf8xJaWA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4qewA9IItscrPXYgUcDlg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WEktttekAZHRAxp1VjP9Q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kZqR7gvprlA3lhGrFLLNQ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kcHgGJmhyKbnP7xrHNK2w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ILkXxvs1u65GOv9n9MX_w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95M.PhP3kmyg3VqW13b7Q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mEMB9Vt8.hw4QM3u44Zvw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V3C6BoOCG6sZ8kIMP69EA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bWlA5o.noF298tFP7OGFQ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smGPgiwCZt1VHeWvvzEeQ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eutGr8ySRYkI30MQxY4WQ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kZqR7gvprlA3lhGrFLLNQ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eutGr8ySRYkI30MQxY4WQ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kZqR7gvprlA3lhGrFLLNQ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eVVUpY_6iv7RKEz9pANIg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X9S3dL1XBfmg9.u1r4Djg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PnJLO75Q0NaFEnymfxR0A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ip2ju6ON86DXZNNXavN.w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lzEfDNYiPOzXhNwNnjUVg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OsUxe3jes07kJsBjhxjhg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qebXitdhgskqy5AW8XTMQ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dluQHp2JCjfefJg1szVGA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L_l7g2p.ziowH7iLWP92w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Jpy1j1eW.fO1Y5CMY5cPA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pTG32c6NXxAOc0oMCVfaQ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T3LUTmdf2L3SFV1.JDANg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6vOoFQvvz9A6Kh.rdvr2A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ePmpqgEEkWxEhrzN3dRzQ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SS9vsD16PQMjhaUs.PDmQ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XarkDlnjjxTnodhfgxgCw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xL9B0HTAsPwJaiGQVm7HA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yOIz6k6.L1diOSpq6Ttbg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QLgWSorif3xlscY1b6xAw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4wA9pG0Cv8MnHrJrG.uGw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IUUJ3PohvfQThCEcuX.pA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.Lsq9Sin0fapNnAGXfGqA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aHTFplpgGwnefFN.jgfwg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E6YxsOB6sMzPNdPvyrpGA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0_gpl5K_jIG3Uo0VAGB8Q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N.DwpEkkYFCRnmq2mgNnQ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usX1l4htftiqZX.21Yl1w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9znQk.qebsi6bHPTHUbLg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y6i7qWW0XLSgsIch8uEGw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f2kPdTgt62uwYZCj.wE3g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pWKLfIwRfuSRGh.5g746g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CKeCPaH8hqLdmd.hmgUWA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drxQIvWDMHqs4wH92IsYA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ao.0n.3lHBIejZH.5hZyQ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4u4edEt1kB.GbS7spMTyA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8VeZRtIm_46ppd1xiGPFw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H75d8WyfJQh0.IdlKergA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2VyiX88LKkZdCHkmF04kw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r3WlfnLMoCFM4frmQXs7w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vvAgkV0R3obnHqLSIGNRQ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yBsf8.R2O4VCx9z6YOeVg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GRADIENT_CIRCLE" val="1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GRADIENT_CIRCLE" val="1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GRADIENT_CIRCLE" val="1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GRADIENT_CIRCLE" val="1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GRADIENT_CIRCLE" val="1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GRADIENT_CIRCLE" val="1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GRADIENT_CIRCLE" val="1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GRADIENT_CIRCLE" val="1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GRADIENT_CIRCLE" val="1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GRADIENT_CIRCLE" val="1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ZzWKCqU7G2RsikB254vpMQ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ar4_tJqinFMYYX7dwS5lQ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MhVreB71asXPjg3QZpAhQ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07Z5Hw.YKVoOQCnojsTgUQ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ZzWKCqU7G2RsikB254vpMQ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ar4_tJqinFMYYX7dwS5lQ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ZzWKCqU7G2RsikB254vpMQ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ZzWKCqU7G2RsikB254vpMQ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CmjBY_Lo4pDVCQqX5LCXA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sOGmYGgWXQQxt5dfSY6hQ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EL8_tUBloNdLhY8bdcvjg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KxG.Sgtak08n63ivIqqgg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fjQzGkqXWoBrAq_lJ_WUg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qr_I3UOoN0GT7c7YdaQYA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PFaVOhcheOjdVhntC7Eyw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E5AunpgKTb3c6YWY7l6nQ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Mq9uRflwQ16xT87KqArIQ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sNEhOhiyoJ5BiAtqzmAjA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X2RLaPn8y9n139xpGxp7Q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BSZlZ9ddLljpU9fEfD8Rw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L93SMjc0cgQsmhe5y02Wg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TpngUT8N9AJA3N0LGV.Xg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Cma91iXOd0LVmpKLW49yA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Fa47gIXAhYW.orBRCqSpg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Q4ERDG4BL3gN3rSziuzbQ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j1dWY0o0yP9KMu6Gp9A5g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zFaY77WbkoXvl1JTvbZhg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aEwKOZ3lMvsNFd_emyObw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eSFeoTWHACERUyk7W.26A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IGTqOo3QIpQIWXlvlmVNg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u8IFq3njQVO9Dm8Z_JdNA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w1.W2rpDJOLVlvDWVo8wA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EV5kDIljC9do1bRhbg0Eg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SjrC2CHjZ5lN5vMav80SA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mfq.4JTduK8ENUQKIoNBA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2f5Qv05S6agya2EyrjYWg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NUhfOI.hKdt2BYzdANT1g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NY3HfftF28BVNnxkYqYng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sZLnx0pDLY9WPwkbHq_aw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H99vMt_8M7uOAnCxqN43w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0IaZybhDJKI6ZTp_ZhsPA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gfYnJa6BeTFSiaPWKWfYg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vJLvFnJu4LPABSI6dKdjA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.GHNC6InDMsFFn1iFw4Wg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FxFu.XZLpb0qfnPkKp1nQ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AgedqJ45konpdDMrYbgdw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7dam90FC0hLwDjWWiZwlw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1ldOMZ47uCQ_XIt33HOjw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vVIMsE.lJ3HSV.4MZ6llA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DsfSZQRfq1ylFRnJRMxZA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1jYF7U3tkYLCn3Zp81eEA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kPhcf0jkgidCnJk0z2uZQ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3OYcg5pxeuukPcnl6_HXg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hFvgTYuQeMwoc_ZRFb83w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lvZk9UHFh3kz.nXmaqk0g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GRW0SYAxSMOjhdCyrxW.w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hi61Ncpx.8sC87OHS9piA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wXyl7rJbN04OYEYsofOZQ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O3pqE7Xbeq7CFZU0UjAVQ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XaufRCmuRGD3kRxp2hFiQ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AdLIvPk9xIw4nf5wKKrZQ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L8mLfWDBdFuITMzwWtv1g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DGvQ8PRlSZBE.px1.IQUg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PL9DjQAPn5WO083ZVd9zQ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Wxu4L0K5uzcfCmoiYBx.w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BBpApdYWmuGb_.q_wueeA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ogp.cJcQtEEHLqpcTqWTQ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FlsYpLPVdtXGRqakp4XGg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YBtaGc8WVp_0lChENuwJA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T73KPhuLOWdPyNMyln1Jg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iVHxG78JhIJuNHNqhq1eg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mXwOnD_sLo4KcdSfM92Aw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AF9Vkxq18qlX5ehPuInLg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uyNOt5KXsXHUgB1WfH2kw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sUvcWInuy.5mRAEP.dpyA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UJvsXav5JlXOJ1OBi5n8A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bFo1eWabBazuLZFRpRoUQ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Gj9iGEEKGGrbEXxWmnE2w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qh3WXbEz6Bi4EfwEBm0Sg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i9C1_2T4vjMN9hWAcKfoA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4yrqZ4Rsfk_e5AjgI80bw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F6_chqYzteEUB3JjrRRiA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Zj8vEryyU7hv1NNpdUWmw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GmPMdWREOFwHsBTlKagAA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gotDz7C8geH1cg8awbH9A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ar4_tJqinFMYYX7dwS5lQ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ZzWKCqU7G2RsikB254vpMQ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bvMtPLVGVSPFJNK0AF45w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aJ9Ysu60BbEWeJRCyTxwg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J8sMUcaG9PgCqGGgahRNg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UjE0rB6haq0WMa4JQGzrA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cFDqiIyxI71QZsGORpazQ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2lPE3UvbRg1G_D9EK_g2g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_woGSYwqfx40VSgYOEmzg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cPGteYDnonDeFWN27624A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zOP3XeWS_r81YU19cHxJQ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2KGS0KwHj7zf.Hdbj1L_g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0oOI3R4cCvupS8Ak0ajkA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oXBW1F58maAORL9ze65zQ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Zo8bzpRqGJgDOdXDNaRIw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udD3ImcqovjWsKYwETT_Q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Dmf_G5a9psfNpmH1t6b3w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OwRJlGZOi5umabw6eghzw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xD_q3O_8MwMRWDq7SR6eg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qPlWpPIun3AQfvGxggOOA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MGS7ijhyY17wpIBhbR6aQ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AYSNrXgB8ZXY4QLXkyvAg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bZhaxwZX9tHCuAEuosraA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6VpP7jaeb15Zx95gPy_1A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lL9yvG7QknhDclwYTf._g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ImokXfjDI838ZPTWytnFw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5T_VK.8xtZ2zcNKiT95qw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O0Hs.Uoa18PWCUKLhtt3Q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YG4LLPCds9r1U1vHjvZPA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Sbfm7FuwPR_q04Ip2kZqw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viblcBGEpXt67mll5jrVA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l54hhK1yq51I.v_VEo10w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5GXF6JL.bscmp4Xepzrnw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p3skPjn6rjqipr4wh9SPw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.xbfdvcYkr2men97s2t_A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oUS0WKQ3CREVXHzgaWRLQ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itULzRNcI70jccbxexvmg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9WhM7S.BV57CVEHCjBqJg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szCgNj1I1XzmgcVtl7r4w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AvJ05DHlzng1bZZ_S8M3A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RimCWUfGYVYBr.WkBNs9w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JNal.FHO8mZr.8E7jDuIA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6k6rRYd_U_LWAxZj4PMtQ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4BaqDiAFRa5jnaeLR0mZA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ulrsqq_9h.pRocBeFQPYQ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PlkY5w6yZz4BLiTAr4v3w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Rztue0vXT_aAIiJ1h2NYQ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FuXtPvCt_e8N.vrUt6VEg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p7oMJWSffEfcNqQeshhkg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jl81VnRH.0unKrXj8kvtw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oHuK7rbiUypw8RquCDKYQ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6pmmGZ1vYi2rVt1CZEDxg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6tXi0Ar3YEsokitIchnOA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2FHi7COUSx9VQeJvwEJLA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6X4F9JIkuwCb1wKVm6QKg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BpiPvLWu7a7PZ7dBKDjjw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Fi5AP3D6b2vfrmLQ5yStQ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lG_j5sSkfXUlSWsy6Jk3g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_2jLxoDGIjxuXGsfd28QA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yjz2kr5VyKbrJc_10C6Bg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jVdOvnIEyS0kjTo9l8sjw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6SVRmsfFr9O5Qbq.2A_tg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5yKaPoLv.6DPa_qoXw67w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rYo.X9BJ5EkJ02JzhNsiQ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x09tJSs7Bo5enI1WRN.nQ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_SZ5z_l2RPCBbwn0rYhnQ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U9J5Lf3ZQLSZquJtyKXuA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YMicaMpVqaHkjrYDdrWwg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DN3tPUSHr3O3TdqCoVYPg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QmwnZdPXlptN7x.RnlVLg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xrIlHkd0eQZ6ADvlYSv1Q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L0wbdnerfQnFDRq.dSGDQ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MuS2gF368vrbjUOymDYow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tukRDpE7wFQlbZQ8vMDGw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5rYPCcnStjyC6pzZHIaBQ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Vt1Xjo2qamq.R5JQb2gFQ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7CE4YBuWS6vQfvsJO0Z1A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XHaS_NZ.t2pqNTnS_1UqQ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NL5JSoE.cuulxpftY2mwA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fD8GGNjeDWauKakOYBFmA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wRbW7Q1Xi..HH3OV2uOug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9vOpfKI6cMn8POo9m7lnw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k0h7Mq4X8ADkDsvU69WGg"/>
</p:tagLst>
</file>

<file path=ppt/tags/tag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lxxYQFHya57S6NGVB.Pvg"/>
</p:tagLst>
</file>

<file path=ppt/tags/tag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.7mJvejO4F9oIv5N6SQyA"/>
</p:tagLst>
</file>

<file path=ppt/tags/tag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D96I63rn6kvP8Zw7FbDUA"/>
</p:tagLst>
</file>

<file path=ppt/tags/tag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4Zf0fqvqg3fEDl6772a4w"/>
</p:tagLst>
</file>

<file path=ppt/tags/tag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Ydo3wcRA_kZ88lEe3.OcA"/>
</p:tagLst>
</file>

<file path=ppt/tags/tag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2OUOljMIMFSJi1o3EZf4w"/>
</p:tagLst>
</file>

<file path=ppt/tags/tag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uweokl8qjtEotRbUllIsQ"/>
</p:tagLst>
</file>

<file path=ppt/tags/tag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KrCXYnhknG4iz3xPm4aZg"/>
</p:tagLst>
</file>

<file path=ppt/tags/tag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Zn2ebSUAoeCDx8ZmNKWcQ"/>
</p:tagLst>
</file>

<file path=ppt/tags/tag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5z.vV5LyNaLKcrpDqfxvA"/>
</p:tagLst>
</file>

<file path=ppt/tags/tag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PXKaHxUomeDdJ7W.3_.lw"/>
</p:tagLst>
</file>

<file path=ppt/tags/tag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shXVEh5ZY1ZaM493QE8Xg"/>
</p:tagLst>
</file>

<file path=ppt/tags/tag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k_0iIFW0tBSnWWByKuxzw"/>
</p:tagLst>
</file>

<file path=ppt/tags/tag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JequbjEV0dQ16MMDpw0zA"/>
</p:tagLst>
</file>

<file path=ppt/tags/tag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2mAuExzy99vaZC3FjhVvA"/>
</p:tagLst>
</file>

<file path=ppt/tags/tag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hdQo68PU7x9YLud.m1XRw"/>
</p:tagLst>
</file>

<file path=ppt/tags/tag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t2SiAEvxELV1GJBr5XfyA"/>
</p:tagLst>
</file>

<file path=ppt/tags/tag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LiHvSJ_YQzcQVlcMA47.Q"/>
</p:tagLst>
</file>

<file path=ppt/tags/tag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giexHIrZnciRDK9g4ggrg"/>
</p:tagLst>
</file>

<file path=ppt/tags/tag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uFO_.vsReDu0IsirhKo6A"/>
</p:tagLst>
</file>

<file path=ppt/tags/tag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LQErDbLzZdREGRtJ0P.og"/>
</p:tagLst>
</file>

<file path=ppt/tags/tag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fUrnRaNKNj8ZSGVT2GxYw"/>
</p:tagLst>
</file>

<file path=ppt/tags/tag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UlYrphBHa.0W.5dyNwgNg"/>
</p:tagLst>
</file>

<file path=ppt/tags/tag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9Gj3ogQaro060nPgP7DHg"/>
</p:tagLst>
</file>

<file path=ppt/tags/tag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vvLloNz3YajHFBqiEWTPQ"/>
</p:tagLst>
</file>

<file path=ppt/tags/tag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Zucs4tGQXblX9biPpUkXA"/>
</p:tagLst>
</file>

<file path=ppt/tags/tag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432NYghwpHNiHJJ0i3qcQ"/>
</p:tagLst>
</file>

<file path=ppt/tags/tag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weXYngWvqkVs9B8yiTdVg"/>
</p:tagLst>
</file>

<file path=ppt/tags/tag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435KkfkbnZj.jaaBrAc_w"/>
</p:tagLst>
</file>

<file path=ppt/tags/tag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04GC3D7Q5Ewbe8sNMH3I2g"/>
</p:tagLst>
</file>

<file path=ppt/tags/tag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zcDgeLeX8qvhA56IFZm0Cg"/>
</p:tagLst>
</file>

<file path=ppt/tags/tag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YtpIP4zP5_ELoTwXWPNZg"/>
</p:tagLst>
</file>

<file path=ppt/tags/tag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White">
  <a:themeElements>
    <a:clrScheme name="Scheme1">
      <a:dk1>
        <a:srgbClr val="000000"/>
      </a:dk1>
      <a:lt1>
        <a:srgbClr val="FFFFFF"/>
      </a:lt1>
      <a:dk2>
        <a:srgbClr val="FFFFFF"/>
      </a:dk2>
      <a:lt2>
        <a:srgbClr val="FFFFFF"/>
      </a:lt2>
      <a:accent1>
        <a:srgbClr val="620000"/>
      </a:accent1>
      <a:accent2>
        <a:srgbClr val="ED1C24"/>
      </a:accent2>
      <a:accent3>
        <a:srgbClr val="B32326"/>
      </a:accent3>
      <a:accent4>
        <a:srgbClr val="8B8B8B"/>
      </a:accent4>
      <a:accent5>
        <a:srgbClr val="A02B93"/>
      </a:accent5>
      <a:accent6>
        <a:srgbClr val="4EA72E"/>
      </a:accent6>
      <a:hlink>
        <a:srgbClr val="0000FF"/>
      </a:hlink>
      <a:folHlink>
        <a:srgbClr val="800080"/>
      </a:folHlink>
    </a:clrScheme>
    <a:fontScheme name="Custom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flat">
          <a:solidFill>
            <a:schemeClr val="tx1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1">
        <a:dk1>
          <a:srgbClr val="000000"/>
        </a:dk1>
        <a:lt1>
          <a:srgbClr val="FFFFFF"/>
        </a:lt1>
        <a:dk2>
          <a:srgbClr val="FFFFFF"/>
        </a:dk2>
        <a:lt2>
          <a:srgbClr val="FFFFFF"/>
        </a:lt2>
        <a:accent1>
          <a:srgbClr val="620000"/>
        </a:accent1>
        <a:accent2>
          <a:srgbClr val="ED1C24"/>
        </a:accent2>
        <a:accent3>
          <a:srgbClr val="B32326"/>
        </a:accent3>
        <a:accent4>
          <a:srgbClr val="8B8B8B"/>
        </a:accent4>
        <a:accent5>
          <a:srgbClr val="A02B93"/>
        </a:accent5>
        <a:accent6>
          <a:srgbClr val="4EA72E"/>
        </a:accent6>
        <a:hlink>
          <a:srgbClr val="0000FF"/>
        </a:hlink>
        <a:folHlink>
          <a:srgbClr val="800080"/>
        </a:folHlink>
      </a:clrScheme>
    </a:extraClrScheme>
  </a:extraClrSchemeLst>
  <a:custClrLst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Custom Color6">
      <a:srgbClr val="D4D4D4"/>
    </a:custClr>
  </a:custClrLst>
  <a:extLst>
    <a:ext uri="{05A4C25C-085E-4340-85A3-A5531E510DB2}">
      <thm15:themeFamily xmlns:thm15="http://schemas.microsoft.com/office/thememl/2012/main" name="DAM RJPP 2025-2026 PPTX Template" id="{C4E084C0-DCAD-44DD-ACF2-2526FCC3D345}" vid="{FF36098E-7DB1-404C-BCEB-D604288636E9}"/>
    </a:ext>
  </a:extLst>
</a:theme>
</file>

<file path=ppt/theme/theme2.xml><?xml version="1.0" encoding="utf-8"?>
<a:theme xmlns:a="http://schemas.openxmlformats.org/drawingml/2006/main" name="Default (1) Pertamina Theme">
  <a:themeElements>
    <a:clrScheme name="pertamina">
      <a:dk1>
        <a:srgbClr val="000000"/>
      </a:dk1>
      <a:lt1>
        <a:sysClr val="window" lastClr="FFFFFF"/>
      </a:lt1>
      <a:dk2>
        <a:srgbClr val="2F5597"/>
      </a:dk2>
      <a:lt2>
        <a:srgbClr val="F2F2F2"/>
      </a:lt2>
      <a:accent1>
        <a:srgbClr val="182958"/>
      </a:accent1>
      <a:accent2>
        <a:srgbClr val="5982CB"/>
      </a:accent2>
      <a:accent3>
        <a:srgbClr val="C3D535"/>
      </a:accent3>
      <a:accent4>
        <a:srgbClr val="CFDBF0"/>
      </a:accent4>
      <a:accent5>
        <a:srgbClr val="A5A5A5"/>
      </a:accent5>
      <a:accent6>
        <a:srgbClr val="F90708"/>
      </a:accent6>
      <a:hlink>
        <a:srgbClr val="779023"/>
      </a:hlink>
      <a:folHlink>
        <a:srgbClr val="FB6A6B"/>
      </a:folHlink>
    </a:clrScheme>
    <a:fontScheme name="Tw Cen MT">
      <a:majorFont>
        <a:latin typeface="Tw Cen MT" panose="020B0602020104020603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2F5597"/>
        </a:solidFill>
        <a:ln w="9525" cap="rnd" cmpd="sng" algn="ctr">
          <a:solidFill>
            <a:srgbClr val="2F5597"/>
          </a:solidFill>
          <a:prstDash val="solid"/>
          <a:round/>
          <a:headEnd type="none" w="med" len="med"/>
          <a:tailEnd type="none" w="med" len="med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200" dirty="0">
            <a:solidFill>
              <a:srgbClr val="FFFFFF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 cap="rnd" cmpd="sng" algn="ctr">
          <a:solidFill>
            <a:srgbClr val="9A9A9A"/>
          </a:solidFill>
          <a:prstDash val="solid"/>
          <a:round/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 w="9525" cap="rnd">
          <a:noFill/>
          <a:prstDash val="solid"/>
          <a:round/>
        </a:ln>
        <a:extLst>
          <a:ext uri="{909E8E84-426E-40DD-AFC4-6F175D3DCCD1}">
            <a14:hiddenFill xmlns:a14="http://schemas.microsoft.com/office/drawing/2010/main">
              <a:solidFill>
                <a:srgbClr val="29BA74"/>
              </a:solidFill>
            </a14:hiddenFill>
          </a:ext>
        </a:extLst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200" dirty="0">
            <a:solidFill>
              <a:srgbClr val="000000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txDef>
  </a:objectDefaults>
  <a:extraClrSchemeLst/>
  <a:custClrLst>
    <a:custClr name="Custom Color">
      <a:srgbClr val="37373A"/>
    </a:custClr>
    <a:custClr name="Custom Color">
      <a:srgbClr val="2E3558"/>
    </a:custClr>
    <a:custClr name="Custom Color">
      <a:srgbClr val="30C1D7"/>
    </a:custClr>
    <a:custClr name="Custom Color">
      <a:srgbClr val="670F31"/>
    </a:custClr>
    <a:custClr name="Custom Color">
      <a:srgbClr val="E71C57"/>
    </a:custClr>
  </a:custClrLst>
  <a:extLst>
    <a:ext uri="{05A4C25C-085E-4340-85A3-A5531E510DB2}">
      <thm15:themeFamily xmlns:thm15="http://schemas.microsoft.com/office/thememl/2012/main" name="Default (1) Pertamina Theme" id="{CDA9D965-FB0A-42A9-AD3E-6EA95A4DF621}" vid="{F31E9008-F81B-432B-9A28-7F489AFE180B}"/>
    </a:ext>
  </a:extLst>
</a:theme>
</file>

<file path=ppt/theme/theme3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514B88540A327449DC28A3B30C0AE3B" ma:contentTypeVersion="8" ma:contentTypeDescription="Create a new document." ma:contentTypeScope="" ma:versionID="f06aaef44e7af1debf599952dfb0f3d6">
  <xsd:schema xmlns:xsd="http://www.w3.org/2001/XMLSchema" xmlns:xs="http://www.w3.org/2001/XMLSchema" xmlns:p="http://schemas.microsoft.com/office/2006/metadata/properties" xmlns:ns2="daefea9a-825f-458f-b7e8-8684c71e7b2f" targetNamespace="http://schemas.microsoft.com/office/2006/metadata/properties" ma:root="true" ma:fieldsID="38fa2828b9bd97681938a6400d78c8c8" ns2:_="">
    <xsd:import namespace="daefea9a-825f-458f-b7e8-8684c71e7b2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efea9a-825f-458f-b7e8-8684c71e7b2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96985E8-87CD-4882-9005-CEF18C5C9C9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06ABDAD-E38A-4E35-B42C-9053E33CEE72}">
  <ds:schemaRefs>
    <ds:schemaRef ds:uri="daefea9a-825f-458f-b7e8-8684c71e7b2f"/>
    <ds:schemaRef ds:uri="http://www.w3.org/XML/1998/namespace"/>
    <ds:schemaRef ds:uri="http://schemas.openxmlformats.org/package/2006/metadata/core-properties"/>
    <ds:schemaRef ds:uri="http://purl.org/dc/dcmitype/"/>
    <ds:schemaRef ds:uri="http://purl.org/dc/terms/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B791BEE7-A720-419E-B307-38204AF9A12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aefea9a-825f-458f-b7e8-8684c71e7b2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1166</Words>
  <Application>Microsoft Office PowerPoint</Application>
  <PresentationFormat>Widescreen</PresentationFormat>
  <Paragraphs>449</Paragraphs>
  <Slides>8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Georgia</vt:lpstr>
      <vt:lpstr>Segoe UI</vt:lpstr>
      <vt:lpstr>Trebuchet MS</vt:lpstr>
      <vt:lpstr>Tw Cen MT</vt:lpstr>
      <vt:lpstr>Wingdings</vt:lpstr>
      <vt:lpstr>1_White</vt:lpstr>
      <vt:lpstr>Default (1) Pertamina Theme</vt:lpstr>
      <vt:lpstr>Custom Design</vt:lpstr>
      <vt:lpstr>thinkcell Slide</vt:lpstr>
      <vt:lpstr>think-cell Slide</vt:lpstr>
      <vt:lpstr>Rapat Direksi PT ABC Energy Untuk Mendapatkan Rekomendasi Persetujuan Rancangan RJPP 2026-2030 &amp; Penandatanganan Buku RJPP 2026-2030</vt:lpstr>
      <vt:lpstr>PowerPoint Presentation</vt:lpstr>
      <vt:lpstr>Pilar Strategis pada ‘RJPP 2026-2030’ PT ABC Energy</vt:lpstr>
      <vt:lpstr>Summary Asumsi Program Kerja Business Lines PT ABC Energy 2026-2030  </vt:lpstr>
      <vt:lpstr>Peningkatan pada Operasional PT ABC Energy 2026-2030 Menjamin Ketersediaan Energi bagi Pelanggan</vt:lpstr>
      <vt:lpstr>Summary Proyeksi Finansial Konsolidasi RJPP 2026-2030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Rancangan RJPP Pertamina Periode 2026-2030</dc:title>
  <dc:creator>Maria Angela Putri Rahardja</dc:creator>
  <cp:lastModifiedBy>Jethro Hotbatahi Hasoloan</cp:lastModifiedBy>
  <cp:revision>1</cp:revision>
  <dcterms:created xsi:type="dcterms:W3CDTF">2025-10-03T03:57:38Z</dcterms:created>
  <dcterms:modified xsi:type="dcterms:W3CDTF">2026-10-23T11:27:55Z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Order">
    <vt:r8>25600</vt:r8>
  </property>
  <property fmtid="{D5CDD505-2E9C-101B-9397-08002B2CF9AE}" pid="4" name="xd_ProgID">
    <vt:lpwstr/>
  </property>
  <property fmtid="{D5CDD505-2E9C-101B-9397-08002B2CF9AE}" pid="5" name="ComplianceAssetId">
    <vt:lpwstr/>
  </property>
  <property fmtid="{D5CDD505-2E9C-101B-9397-08002B2CF9AE}" pid="6" name="TemplateUrl">
    <vt:lpwstr/>
  </property>
  <property fmtid="{D5CDD505-2E9C-101B-9397-08002B2CF9AE}" pid="7" name="_ExtendedDescription">
    <vt:lpwstr/>
  </property>
  <property fmtid="{D5CDD505-2E9C-101B-9397-08002B2CF9AE}" pid="8" name="TriggerFlowInfo">
    <vt:lpwstr/>
  </property>
  <property fmtid="{D5CDD505-2E9C-101B-9397-08002B2CF9AE}" pid="9" name="xd_Signature">
    <vt:lpwstr/>
  </property>
  <property fmtid="{D5CDD505-2E9C-101B-9397-08002B2CF9AE}" pid="10" name="ContentTypeId">
    <vt:lpwstr>0x0101003514B88540A327449DC28A3B30C0AE3B</vt:lpwstr>
  </property>
</Properties>
</file>